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1" r:id="rId2"/>
    <p:sldMasterId id="2147483671" r:id="rId3"/>
  </p:sldMasterIdLst>
  <p:notesMasterIdLst>
    <p:notesMasterId r:id="rId21"/>
  </p:notesMasterIdLst>
  <p:handoutMasterIdLst>
    <p:handoutMasterId r:id="rId22"/>
  </p:handoutMasterIdLst>
  <p:sldIdLst>
    <p:sldId id="256" r:id="rId4"/>
    <p:sldId id="347" r:id="rId5"/>
    <p:sldId id="359" r:id="rId6"/>
    <p:sldId id="337" r:id="rId7"/>
    <p:sldId id="311" r:id="rId8"/>
    <p:sldId id="363" r:id="rId9"/>
    <p:sldId id="298" r:id="rId10"/>
    <p:sldId id="330" r:id="rId11"/>
    <p:sldId id="336" r:id="rId12"/>
    <p:sldId id="318" r:id="rId13"/>
    <p:sldId id="368" r:id="rId14"/>
    <p:sldId id="324" r:id="rId15"/>
    <p:sldId id="322" r:id="rId16"/>
    <p:sldId id="369" r:id="rId17"/>
    <p:sldId id="365" r:id="rId18"/>
    <p:sldId id="334" r:id="rId19"/>
    <p:sldId id="3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79"/>
    <a:srgbClr val="FFFFFF"/>
    <a:srgbClr val="48979B"/>
    <a:srgbClr val="38AEAB"/>
    <a:srgbClr val="F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57" autoAdjust="0"/>
  </p:normalViewPr>
  <p:slideViewPr>
    <p:cSldViewPr snapToGrid="0" showGuides="1">
      <p:cViewPr varScale="1">
        <p:scale>
          <a:sx n="70" d="100"/>
          <a:sy n="70" d="100"/>
        </p:scale>
        <p:origin x="72" y="6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D8835-CAEA-486E-861F-D3DF5A0B24C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094F9-D37F-469D-9542-C1BBBA287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EC8093-6027-4039-94BE-CE713013101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Mini Case</a:t>
            </a:r>
          </a:p>
          <a:p>
            <a:r>
              <a:rPr lang="en-US" dirty="0"/>
              <a:t>A leader focused only on tasks and deadlines.</a:t>
            </a:r>
            <a:br>
              <a:rPr lang="en-US" dirty="0"/>
            </a:br>
            <a:r>
              <a:rPr lang="en-US" dirty="0"/>
              <a:t>Team complied but showed low engagement.</a:t>
            </a:r>
          </a:p>
          <a:p>
            <a:r>
              <a:rPr lang="en-US" dirty="0"/>
              <a:t>Another leader:</a:t>
            </a:r>
          </a:p>
          <a:p>
            <a:r>
              <a:rPr lang="en-US" dirty="0"/>
              <a:t>Checked in personally</a:t>
            </a:r>
          </a:p>
          <a:p>
            <a:r>
              <a:rPr lang="en-US" dirty="0"/>
              <a:t>Built rapport</a:t>
            </a:r>
          </a:p>
          <a:p>
            <a:r>
              <a:rPr lang="en-US" dirty="0"/>
              <a:t>👉 Result: stronger loyalty and performance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🎤 Transition</a:t>
            </a:r>
          </a:p>
          <a:p>
            <a:r>
              <a:rPr lang="en-US" dirty="0"/>
              <a:t>“But relationships alone don’t explain performance — let’s look at how work actually gets done.”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Mini Case</a:t>
            </a:r>
          </a:p>
          <a:p>
            <a:r>
              <a:rPr lang="en-US" dirty="0"/>
              <a:t>A company pushed for fast contract closure → deal stalled</a:t>
            </a:r>
          </a:p>
          <a:p>
            <a:r>
              <a:rPr lang="en-US" dirty="0"/>
              <a:t>Another approach:</a:t>
            </a:r>
          </a:p>
          <a:p>
            <a:r>
              <a:rPr lang="en-US" dirty="0"/>
              <a:t>Built relationship first</a:t>
            </a:r>
          </a:p>
          <a:p>
            <a:r>
              <a:rPr lang="en-US" dirty="0"/>
              <a:t>Allowed negotiation process</a:t>
            </a:r>
          </a:p>
          <a:p>
            <a:r>
              <a:rPr lang="en-US" dirty="0"/>
              <a:t>👉 Deal closed successfully</a:t>
            </a:r>
          </a:p>
          <a:p>
            <a:endParaRPr lang="en-US" dirty="0"/>
          </a:p>
          <a:p>
            <a:r>
              <a:rPr lang="en-US" b="1" dirty="0"/>
              <a:t>🎤 Transition</a:t>
            </a:r>
          </a:p>
          <a:p>
            <a:r>
              <a:rPr lang="en-US" dirty="0"/>
              <a:t>“When you combine relationships and execution, you begin to see the real leadership dynamic.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Situation 1: Managing a Team Decision</a:t>
            </a:r>
            <a:br>
              <a:rPr lang="en-US" dirty="0"/>
            </a:br>
            <a:r>
              <a:rPr lang="en-US" b="1" dirty="0"/>
              <a:t>What happens:</a:t>
            </a:r>
            <a:br>
              <a:rPr lang="en-US" dirty="0"/>
            </a:br>
            <a:r>
              <a:rPr lang="en-US" dirty="0"/>
              <a:t>You present a plan in a meeting → everyone agrees → execution is weak or delayed</a:t>
            </a:r>
          </a:p>
          <a:p>
            <a:r>
              <a:rPr lang="en-US" b="1" dirty="0"/>
              <a:t>What’s really happening:</a:t>
            </a:r>
            <a:endParaRPr lang="en-US" dirty="0"/>
          </a:p>
          <a:p>
            <a:r>
              <a:rPr lang="en-US" dirty="0"/>
              <a:t>Respect → no one openly disagrees</a:t>
            </a:r>
          </a:p>
          <a:p>
            <a:r>
              <a:rPr lang="en-US" dirty="0"/>
              <a:t>Ambition → people may not fully buy in</a:t>
            </a:r>
          </a:p>
          <a:p>
            <a:r>
              <a:rPr lang="en-US" dirty="0"/>
              <a:t>Hidden concerns remain unspoken</a:t>
            </a:r>
          </a:p>
          <a:p>
            <a:r>
              <a:rPr lang="en-US" b="1" dirty="0"/>
              <a:t>Risk:</a:t>
            </a:r>
            <a:endParaRPr lang="en-US" dirty="0"/>
          </a:p>
          <a:p>
            <a:r>
              <a:rPr lang="en-US" dirty="0"/>
              <a:t>False alignment → poor execution</a:t>
            </a:r>
            <a:br>
              <a:rPr lang="en-US" dirty="0"/>
            </a:br>
            <a:r>
              <a:rPr lang="en-US" dirty="0"/>
              <a:t>Misreading the culture leads to silent resistance, not open failure</a:t>
            </a:r>
          </a:p>
          <a:p>
            <a:endParaRPr lang="en-US" dirty="0"/>
          </a:p>
          <a:p>
            <a:r>
              <a:rPr lang="en-US" b="1" dirty="0"/>
              <a:t>What to do:</a:t>
            </a:r>
            <a:endParaRPr lang="en-US" dirty="0"/>
          </a:p>
          <a:p>
            <a:r>
              <a:rPr lang="en-US" dirty="0"/>
              <a:t>Follow up informally</a:t>
            </a:r>
          </a:p>
          <a:p>
            <a:r>
              <a:rPr lang="en-US" dirty="0"/>
              <a:t>Ask indirect questions</a:t>
            </a:r>
          </a:p>
          <a:p>
            <a:r>
              <a:rPr lang="en-US" dirty="0"/>
              <a:t>Involve key influencers before final decisions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b="1" dirty="0"/>
              <a:t>Situation 2: Negotiating with a Local Partner</a:t>
            </a:r>
          </a:p>
          <a:p>
            <a:r>
              <a:rPr lang="en-US" b="1" dirty="0"/>
              <a:t>What happens:</a:t>
            </a:r>
            <a:br>
              <a:rPr lang="en-US" dirty="0"/>
            </a:br>
            <a:r>
              <a:rPr lang="en-US" dirty="0"/>
              <a:t>You push for a quick, efficient deal → partner becomes slow or disengaged</a:t>
            </a:r>
          </a:p>
          <a:p>
            <a:r>
              <a:rPr lang="en-US" b="1" dirty="0"/>
              <a:t>What’s really happening:</a:t>
            </a:r>
            <a:endParaRPr lang="en-US" dirty="0"/>
          </a:p>
          <a:p>
            <a:r>
              <a:rPr lang="en-US" dirty="0"/>
              <a:t>Relationship not yet established</a:t>
            </a:r>
          </a:p>
          <a:p>
            <a:r>
              <a:rPr lang="en-US" dirty="0"/>
              <a:t>Pressure is perceived as disrespect or distrust</a:t>
            </a:r>
          </a:p>
          <a:p>
            <a:r>
              <a:rPr lang="en-US" b="1" dirty="0"/>
              <a:t>Risk:</a:t>
            </a:r>
            <a:endParaRPr lang="en-US" dirty="0"/>
          </a:p>
          <a:p>
            <a:r>
              <a:rPr lang="en-US" dirty="0"/>
              <a:t>Deal stalls or fails despite good terms</a:t>
            </a:r>
          </a:p>
          <a:p>
            <a:r>
              <a:rPr lang="en-US" b="1" dirty="0"/>
              <a:t>What to do:</a:t>
            </a:r>
            <a:endParaRPr lang="en-US" dirty="0"/>
          </a:p>
          <a:p>
            <a:r>
              <a:rPr lang="en-US" dirty="0"/>
              <a:t>Invest time in relationship first</a:t>
            </a:r>
          </a:p>
          <a:p>
            <a:r>
              <a:rPr lang="en-US" dirty="0"/>
              <a:t>Allow negotiation to evolve gradually</a:t>
            </a:r>
          </a:p>
          <a:p>
            <a:r>
              <a:rPr lang="en-US" dirty="0"/>
              <a:t>Show patience and respect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Failure is rarely loud — it is </a:t>
            </a:r>
            <a:r>
              <a:rPr lang="en-US" b="1" dirty="0"/>
              <a:t>quiet, gradual, and relational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is rarely loud — it is </a:t>
            </a:r>
            <a:r>
              <a:rPr lang="en-US" b="1" dirty="0"/>
              <a:t>quiet, gradual, and relational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In the Igbo context, </a:t>
            </a:r>
            <a:r>
              <a:rPr lang="en-US" b="1" dirty="0"/>
              <a:t>access to networks and trust matters more than operational efficiency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“So what does it take to succeed as a leader in this environment?”</a:t>
            </a:r>
            <a:br>
              <a:rPr lang="en-US" dirty="0"/>
            </a:br>
            <a:endParaRPr lang="en-US" dirty="0"/>
          </a:p>
          <a:p>
            <a:r>
              <a:rPr lang="en-US" dirty="0"/>
              <a:t>Leadership success in the Igbo context is not about control —</a:t>
            </a:r>
            <a:br>
              <a:rPr lang="en-US" dirty="0"/>
            </a:br>
            <a:r>
              <a:rPr lang="en-US" dirty="0"/>
              <a:t>it is about </a:t>
            </a:r>
            <a:r>
              <a:rPr lang="en-US" b="1" dirty="0"/>
              <a:t>earning trust, navigating influence, and aligning ambition with collective success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southeastern - Igbo professional context,</a:t>
            </a:r>
            <a:br>
              <a:rPr lang="en-US" dirty="0"/>
            </a:br>
            <a:r>
              <a:rPr lang="en-US" b="1" dirty="0"/>
              <a:t>who you are, who you know, and how you show respect often matters as much as what you do.</a:t>
            </a:r>
            <a:endParaRPr lang="en-US" dirty="0"/>
          </a:p>
          <a:p>
            <a:r>
              <a:rPr lang="en-US" dirty="0"/>
              <a:t>People may respect your title —</a:t>
            </a:r>
            <a:br>
              <a:rPr lang="en-US" dirty="0"/>
            </a:br>
            <a:r>
              <a:rPr lang="en-US" dirty="0"/>
              <a:t>but they follow your </a:t>
            </a:r>
            <a:r>
              <a:rPr lang="en-US" b="1" dirty="0"/>
              <a:t>character, your fairness, and your ability to understand them</a:t>
            </a:r>
            <a:r>
              <a:rPr lang="en-US" dirty="0"/>
              <a:t>.</a:t>
            </a:r>
          </a:p>
          <a:p>
            <a:r>
              <a:rPr lang="en-US" dirty="0"/>
              <a:t>In this environment, influence does not come from formal authority alone,</a:t>
            </a:r>
            <a:br>
              <a:rPr lang="en-US" dirty="0"/>
            </a:br>
            <a:r>
              <a:rPr lang="en-US" dirty="0"/>
              <a:t>but from your ability to </a:t>
            </a:r>
            <a:r>
              <a:rPr lang="en-US" b="1" dirty="0"/>
              <a:t>build trust, navigate relationships, and manage ambition</a:t>
            </a:r>
            <a:r>
              <a:rPr lang="en-US" dirty="0"/>
              <a:t>.</a:t>
            </a:r>
          </a:p>
          <a:p>
            <a:r>
              <a:rPr lang="en-US" dirty="0"/>
              <a:t>If you get the culture right, execution becomes easy.</a:t>
            </a:r>
            <a:br>
              <a:rPr lang="en-US" dirty="0"/>
            </a:br>
            <a:r>
              <a:rPr lang="en-US" dirty="0"/>
              <a:t>If you get it wrong, even the best strategy will fail quietly.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00072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Picture Placeholder 2"/>
          <p:cNvSpPr>
            <a:spLocks noGrp="1"/>
          </p:cNvSpPr>
          <p:nvPr>
            <p:ph type="pic" idx="23" hasCustomPrompt="1"/>
          </p:nvPr>
        </p:nvSpPr>
        <p:spPr>
          <a:xfrm>
            <a:off x="5002832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7997604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Picture Placeholder 2"/>
          <p:cNvSpPr>
            <a:spLocks noGrp="1"/>
          </p:cNvSpPr>
          <p:nvPr>
            <p:ph type="pic" idx="24" hasCustomPrompt="1"/>
          </p:nvPr>
        </p:nvSpPr>
        <p:spPr>
          <a:xfrm>
            <a:off x="8800364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200072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Picture Placeholder 2"/>
          <p:cNvSpPr>
            <a:spLocks noGrp="1"/>
          </p:cNvSpPr>
          <p:nvPr>
            <p:ph type="pic" idx="25" hasCustomPrompt="1"/>
          </p:nvPr>
        </p:nvSpPr>
        <p:spPr>
          <a:xfrm>
            <a:off x="5002832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7997604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1" name="Picture Placeholder 2"/>
          <p:cNvSpPr>
            <a:spLocks noGrp="1"/>
          </p:cNvSpPr>
          <p:nvPr>
            <p:ph type="pic" idx="26" hasCustomPrompt="1"/>
          </p:nvPr>
        </p:nvSpPr>
        <p:spPr>
          <a:xfrm>
            <a:off x="8800364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icture Placeholder 162"/>
          <p:cNvSpPr>
            <a:spLocks noGrp="1"/>
          </p:cNvSpPr>
          <p:nvPr>
            <p:ph type="pic" idx="23" hasCustomPrompt="1"/>
          </p:nvPr>
        </p:nvSpPr>
        <p:spPr>
          <a:xfrm>
            <a:off x="1" y="2"/>
            <a:ext cx="12191999" cy="6877477"/>
          </a:xfrm>
          <a:custGeom>
            <a:avLst/>
            <a:gdLst>
              <a:gd name="connsiteX0" fmla="*/ 11053396 w 12191999"/>
              <a:gd name="connsiteY0" fmla="*/ 5847975 h 6877477"/>
              <a:gd name="connsiteX1" fmla="*/ 12034143 w 12191999"/>
              <a:gd name="connsiteY1" fmla="*/ 6828722 h 6877477"/>
              <a:gd name="connsiteX2" fmla="*/ 11985388 w 12191999"/>
              <a:gd name="connsiteY2" fmla="*/ 6877477 h 6877477"/>
              <a:gd name="connsiteX3" fmla="*/ 10121403 w 12191999"/>
              <a:gd name="connsiteY3" fmla="*/ 6877477 h 6877477"/>
              <a:gd name="connsiteX4" fmla="*/ 10072648 w 12191999"/>
              <a:gd name="connsiteY4" fmla="*/ 6828722 h 6877477"/>
              <a:gd name="connsiteX5" fmla="*/ 12182376 w 12191999"/>
              <a:gd name="connsiteY5" fmla="*/ 4716808 h 6877477"/>
              <a:gd name="connsiteX6" fmla="*/ 12191999 w 12191999"/>
              <a:gd name="connsiteY6" fmla="*/ 4726431 h 6877477"/>
              <a:gd name="connsiteX7" fmla="*/ 12191999 w 12191999"/>
              <a:gd name="connsiteY7" fmla="*/ 6668679 h 6877477"/>
              <a:gd name="connsiteX8" fmla="*/ 12182376 w 12191999"/>
              <a:gd name="connsiteY8" fmla="*/ 6678302 h 6877477"/>
              <a:gd name="connsiteX9" fmla="*/ 11201628 w 12191999"/>
              <a:gd name="connsiteY9" fmla="*/ 5697555 h 6877477"/>
              <a:gd name="connsiteX10" fmla="*/ 9949130 w 12191999"/>
              <a:gd name="connsiteY10" fmla="*/ 4716808 h 6877477"/>
              <a:gd name="connsiteX11" fmla="*/ 10929877 w 12191999"/>
              <a:gd name="connsiteY11" fmla="*/ 5697555 h 6877477"/>
              <a:gd name="connsiteX12" fmla="*/ 9949130 w 12191999"/>
              <a:gd name="connsiteY12" fmla="*/ 6678302 h 6877477"/>
              <a:gd name="connsiteX13" fmla="*/ 8968382 w 12191999"/>
              <a:gd name="connsiteY13" fmla="*/ 5697555 h 6877477"/>
              <a:gd name="connsiteX14" fmla="*/ 11053396 w 12191999"/>
              <a:gd name="connsiteY14" fmla="*/ 3580491 h 6877477"/>
              <a:gd name="connsiteX15" fmla="*/ 12034143 w 12191999"/>
              <a:gd name="connsiteY15" fmla="*/ 4561237 h 6877477"/>
              <a:gd name="connsiteX16" fmla="*/ 11053396 w 12191999"/>
              <a:gd name="connsiteY16" fmla="*/ 5541984 h 6877477"/>
              <a:gd name="connsiteX17" fmla="*/ 10072648 w 12191999"/>
              <a:gd name="connsiteY17" fmla="*/ 4561237 h 6877477"/>
              <a:gd name="connsiteX18" fmla="*/ 8844864 w 12191999"/>
              <a:gd name="connsiteY18" fmla="*/ 3580491 h 6877477"/>
              <a:gd name="connsiteX19" fmla="*/ 9825611 w 12191999"/>
              <a:gd name="connsiteY19" fmla="*/ 4561237 h 6877477"/>
              <a:gd name="connsiteX20" fmla="*/ 8844864 w 12191999"/>
              <a:gd name="connsiteY20" fmla="*/ 5541984 h 6877477"/>
              <a:gd name="connsiteX21" fmla="*/ 7864116 w 12191999"/>
              <a:gd name="connsiteY21" fmla="*/ 4561237 h 6877477"/>
              <a:gd name="connsiteX22" fmla="*/ 10739 w 12191999"/>
              <a:gd name="connsiteY22" fmla="*/ 3580491 h 6877477"/>
              <a:gd name="connsiteX23" fmla="*/ 991485 w 12191999"/>
              <a:gd name="connsiteY23" fmla="*/ 4561237 h 6877477"/>
              <a:gd name="connsiteX24" fmla="*/ 10739 w 12191999"/>
              <a:gd name="connsiteY24" fmla="*/ 5541984 h 6877477"/>
              <a:gd name="connsiteX25" fmla="*/ 0 w 12191999"/>
              <a:gd name="connsiteY25" fmla="*/ 5531245 h 6877477"/>
              <a:gd name="connsiteX26" fmla="*/ 0 w 12191999"/>
              <a:gd name="connsiteY26" fmla="*/ 3591230 h 6877477"/>
              <a:gd name="connsiteX27" fmla="*/ 1115005 w 12191999"/>
              <a:gd name="connsiteY27" fmla="*/ 2448297 h 6877477"/>
              <a:gd name="connsiteX28" fmla="*/ 2095752 w 12191999"/>
              <a:gd name="connsiteY28" fmla="*/ 3429042 h 6877477"/>
              <a:gd name="connsiteX29" fmla="*/ 1115005 w 12191999"/>
              <a:gd name="connsiteY29" fmla="*/ 4409788 h 6877477"/>
              <a:gd name="connsiteX30" fmla="*/ 134258 w 12191999"/>
              <a:gd name="connsiteY30" fmla="*/ 3429042 h 6877477"/>
              <a:gd name="connsiteX31" fmla="*/ 12182376 w 12191999"/>
              <a:gd name="connsiteY31" fmla="*/ 2448295 h 6877477"/>
              <a:gd name="connsiteX32" fmla="*/ 12191999 w 12191999"/>
              <a:gd name="connsiteY32" fmla="*/ 2457918 h 6877477"/>
              <a:gd name="connsiteX33" fmla="*/ 12191999 w 12191999"/>
              <a:gd name="connsiteY33" fmla="*/ 4400165 h 6877477"/>
              <a:gd name="connsiteX34" fmla="*/ 12182376 w 12191999"/>
              <a:gd name="connsiteY34" fmla="*/ 4409788 h 6877477"/>
              <a:gd name="connsiteX35" fmla="*/ 11201628 w 12191999"/>
              <a:gd name="connsiteY35" fmla="*/ 3429042 h 6877477"/>
              <a:gd name="connsiteX36" fmla="*/ 9949130 w 12191999"/>
              <a:gd name="connsiteY36" fmla="*/ 2448295 h 6877477"/>
              <a:gd name="connsiteX37" fmla="*/ 10929877 w 12191999"/>
              <a:gd name="connsiteY37" fmla="*/ 3429042 h 6877477"/>
              <a:gd name="connsiteX38" fmla="*/ 9949130 w 12191999"/>
              <a:gd name="connsiteY38" fmla="*/ 4409788 h 6877477"/>
              <a:gd name="connsiteX39" fmla="*/ 8968382 w 12191999"/>
              <a:gd name="connsiteY39" fmla="*/ 3429042 h 6877477"/>
              <a:gd name="connsiteX40" fmla="*/ 7740598 w 12191999"/>
              <a:gd name="connsiteY40" fmla="*/ 2448295 h 6877477"/>
              <a:gd name="connsiteX41" fmla="*/ 8721345 w 12191999"/>
              <a:gd name="connsiteY41" fmla="*/ 3429042 h 6877477"/>
              <a:gd name="connsiteX42" fmla="*/ 7740598 w 12191999"/>
              <a:gd name="connsiteY42" fmla="*/ 4409788 h 6877477"/>
              <a:gd name="connsiteX43" fmla="*/ 6759852 w 12191999"/>
              <a:gd name="connsiteY43" fmla="*/ 3429042 h 6877477"/>
              <a:gd name="connsiteX44" fmla="*/ 11053396 w 12191999"/>
              <a:gd name="connsiteY44" fmla="*/ 1313009 h 6877477"/>
              <a:gd name="connsiteX45" fmla="*/ 12034143 w 12191999"/>
              <a:gd name="connsiteY45" fmla="*/ 2293756 h 6877477"/>
              <a:gd name="connsiteX46" fmla="*/ 11053396 w 12191999"/>
              <a:gd name="connsiteY46" fmla="*/ 3274502 h 6877477"/>
              <a:gd name="connsiteX47" fmla="*/ 10072648 w 12191999"/>
              <a:gd name="connsiteY47" fmla="*/ 2293756 h 6877477"/>
              <a:gd name="connsiteX48" fmla="*/ 8844864 w 12191999"/>
              <a:gd name="connsiteY48" fmla="*/ 1313009 h 6877477"/>
              <a:gd name="connsiteX49" fmla="*/ 9825611 w 12191999"/>
              <a:gd name="connsiteY49" fmla="*/ 2293756 h 6877477"/>
              <a:gd name="connsiteX50" fmla="*/ 8844864 w 12191999"/>
              <a:gd name="connsiteY50" fmla="*/ 3274503 h 6877477"/>
              <a:gd name="connsiteX51" fmla="*/ 7864116 w 12191999"/>
              <a:gd name="connsiteY51" fmla="*/ 2293756 h 6877477"/>
              <a:gd name="connsiteX52" fmla="*/ 6636337 w 12191999"/>
              <a:gd name="connsiteY52" fmla="*/ 1313009 h 6877477"/>
              <a:gd name="connsiteX53" fmla="*/ 7617079 w 12191999"/>
              <a:gd name="connsiteY53" fmla="*/ 2293756 h 6877477"/>
              <a:gd name="connsiteX54" fmla="*/ 6636337 w 12191999"/>
              <a:gd name="connsiteY54" fmla="*/ 3274503 h 6877477"/>
              <a:gd name="connsiteX55" fmla="*/ 5655588 w 12191999"/>
              <a:gd name="connsiteY55" fmla="*/ 2293756 h 6877477"/>
              <a:gd name="connsiteX56" fmla="*/ 2219273 w 12191999"/>
              <a:gd name="connsiteY56" fmla="*/ 1313009 h 6877477"/>
              <a:gd name="connsiteX57" fmla="*/ 3200020 w 12191999"/>
              <a:gd name="connsiteY57" fmla="*/ 2293756 h 6877477"/>
              <a:gd name="connsiteX58" fmla="*/ 2219273 w 12191999"/>
              <a:gd name="connsiteY58" fmla="*/ 3274503 h 6877477"/>
              <a:gd name="connsiteX59" fmla="*/ 1238524 w 12191999"/>
              <a:gd name="connsiteY59" fmla="*/ 2293756 h 6877477"/>
              <a:gd name="connsiteX60" fmla="*/ 10741 w 12191999"/>
              <a:gd name="connsiteY60" fmla="*/ 1313009 h 6877477"/>
              <a:gd name="connsiteX61" fmla="*/ 991488 w 12191999"/>
              <a:gd name="connsiteY61" fmla="*/ 2293756 h 6877477"/>
              <a:gd name="connsiteX62" fmla="*/ 10741 w 12191999"/>
              <a:gd name="connsiteY62" fmla="*/ 3274503 h 6877477"/>
              <a:gd name="connsiteX63" fmla="*/ 0 w 12191999"/>
              <a:gd name="connsiteY63" fmla="*/ 3263761 h 6877477"/>
              <a:gd name="connsiteX64" fmla="*/ 0 w 12191999"/>
              <a:gd name="connsiteY64" fmla="*/ 1323750 h 6877477"/>
              <a:gd name="connsiteX65" fmla="*/ 7740598 w 12191999"/>
              <a:gd name="connsiteY65" fmla="*/ 179783 h 6877477"/>
              <a:gd name="connsiteX66" fmla="*/ 8721345 w 12191999"/>
              <a:gd name="connsiteY66" fmla="*/ 1160530 h 6877477"/>
              <a:gd name="connsiteX67" fmla="*/ 7740598 w 12191999"/>
              <a:gd name="connsiteY67" fmla="*/ 2141277 h 6877477"/>
              <a:gd name="connsiteX68" fmla="*/ 6759852 w 12191999"/>
              <a:gd name="connsiteY68" fmla="*/ 1160530 h 6877477"/>
              <a:gd name="connsiteX69" fmla="*/ 5532073 w 12191999"/>
              <a:gd name="connsiteY69" fmla="*/ 179783 h 6877477"/>
              <a:gd name="connsiteX70" fmla="*/ 6512819 w 12191999"/>
              <a:gd name="connsiteY70" fmla="*/ 1160530 h 6877477"/>
              <a:gd name="connsiteX71" fmla="*/ 5532073 w 12191999"/>
              <a:gd name="connsiteY71" fmla="*/ 2141277 h 6877477"/>
              <a:gd name="connsiteX72" fmla="*/ 4551324 w 12191999"/>
              <a:gd name="connsiteY72" fmla="*/ 1160530 h 6877477"/>
              <a:gd name="connsiteX73" fmla="*/ 3323540 w 12191999"/>
              <a:gd name="connsiteY73" fmla="*/ 179783 h 6877477"/>
              <a:gd name="connsiteX74" fmla="*/ 4304287 w 12191999"/>
              <a:gd name="connsiteY74" fmla="*/ 1160530 h 6877477"/>
              <a:gd name="connsiteX75" fmla="*/ 3323540 w 12191999"/>
              <a:gd name="connsiteY75" fmla="*/ 2141277 h 6877477"/>
              <a:gd name="connsiteX76" fmla="*/ 2342792 w 12191999"/>
              <a:gd name="connsiteY76" fmla="*/ 1160530 h 6877477"/>
              <a:gd name="connsiteX77" fmla="*/ 1115008 w 12191999"/>
              <a:gd name="connsiteY77" fmla="*/ 179783 h 6877477"/>
              <a:gd name="connsiteX78" fmla="*/ 2095755 w 12191999"/>
              <a:gd name="connsiteY78" fmla="*/ 1160530 h 6877477"/>
              <a:gd name="connsiteX79" fmla="*/ 1115008 w 12191999"/>
              <a:gd name="connsiteY79" fmla="*/ 2141277 h 6877477"/>
              <a:gd name="connsiteX80" fmla="*/ 134260 w 12191999"/>
              <a:gd name="connsiteY80" fmla="*/ 1160530 h 6877477"/>
              <a:gd name="connsiteX81" fmla="*/ 12182376 w 12191999"/>
              <a:gd name="connsiteY81" fmla="*/ 179782 h 6877477"/>
              <a:gd name="connsiteX82" fmla="*/ 12191999 w 12191999"/>
              <a:gd name="connsiteY82" fmla="*/ 189405 h 6877477"/>
              <a:gd name="connsiteX83" fmla="*/ 12191999 w 12191999"/>
              <a:gd name="connsiteY83" fmla="*/ 2131652 h 6877477"/>
              <a:gd name="connsiteX84" fmla="*/ 12182376 w 12191999"/>
              <a:gd name="connsiteY84" fmla="*/ 2141275 h 6877477"/>
              <a:gd name="connsiteX85" fmla="*/ 11201628 w 12191999"/>
              <a:gd name="connsiteY85" fmla="*/ 1160529 h 6877477"/>
              <a:gd name="connsiteX86" fmla="*/ 9949130 w 12191999"/>
              <a:gd name="connsiteY86" fmla="*/ 179782 h 6877477"/>
              <a:gd name="connsiteX87" fmla="*/ 10929877 w 12191999"/>
              <a:gd name="connsiteY87" fmla="*/ 1160530 h 6877477"/>
              <a:gd name="connsiteX88" fmla="*/ 9949130 w 12191999"/>
              <a:gd name="connsiteY88" fmla="*/ 2141275 h 6877477"/>
              <a:gd name="connsiteX89" fmla="*/ 8968382 w 12191999"/>
              <a:gd name="connsiteY89" fmla="*/ 1160530 h 6877477"/>
              <a:gd name="connsiteX90" fmla="*/ 10098921 w 12191999"/>
              <a:gd name="connsiteY90" fmla="*/ 0 h 6877477"/>
              <a:gd name="connsiteX91" fmla="*/ 12007870 w 12191999"/>
              <a:gd name="connsiteY91" fmla="*/ 0 h 6877477"/>
              <a:gd name="connsiteX92" fmla="*/ 12034143 w 12191999"/>
              <a:gd name="connsiteY92" fmla="*/ 26273 h 6877477"/>
              <a:gd name="connsiteX93" fmla="*/ 11053396 w 12191999"/>
              <a:gd name="connsiteY93" fmla="*/ 1007020 h 6877477"/>
              <a:gd name="connsiteX94" fmla="*/ 10072648 w 12191999"/>
              <a:gd name="connsiteY94" fmla="*/ 26273 h 6877477"/>
              <a:gd name="connsiteX95" fmla="*/ 7890389 w 12191999"/>
              <a:gd name="connsiteY95" fmla="*/ 0 h 6877477"/>
              <a:gd name="connsiteX96" fmla="*/ 9799338 w 12191999"/>
              <a:gd name="connsiteY96" fmla="*/ 0 h 6877477"/>
              <a:gd name="connsiteX97" fmla="*/ 9825611 w 12191999"/>
              <a:gd name="connsiteY97" fmla="*/ 26273 h 6877477"/>
              <a:gd name="connsiteX98" fmla="*/ 8844864 w 12191999"/>
              <a:gd name="connsiteY98" fmla="*/ 1007020 h 6877477"/>
              <a:gd name="connsiteX99" fmla="*/ 7864116 w 12191999"/>
              <a:gd name="connsiteY99" fmla="*/ 26273 h 6877477"/>
              <a:gd name="connsiteX100" fmla="*/ 5681864 w 12191999"/>
              <a:gd name="connsiteY100" fmla="*/ 0 h 6877477"/>
              <a:gd name="connsiteX101" fmla="*/ 7590806 w 12191999"/>
              <a:gd name="connsiteY101" fmla="*/ 0 h 6877477"/>
              <a:gd name="connsiteX102" fmla="*/ 7617079 w 12191999"/>
              <a:gd name="connsiteY102" fmla="*/ 26273 h 6877477"/>
              <a:gd name="connsiteX103" fmla="*/ 6636339 w 12191999"/>
              <a:gd name="connsiteY103" fmla="*/ 1007020 h 6877477"/>
              <a:gd name="connsiteX104" fmla="*/ 5655591 w 12191999"/>
              <a:gd name="connsiteY104" fmla="*/ 26273 h 6877477"/>
              <a:gd name="connsiteX105" fmla="*/ 3473334 w 12191999"/>
              <a:gd name="connsiteY105" fmla="*/ 0 h 6877477"/>
              <a:gd name="connsiteX106" fmla="*/ 5382281 w 12191999"/>
              <a:gd name="connsiteY106" fmla="*/ 0 h 6877477"/>
              <a:gd name="connsiteX107" fmla="*/ 5408554 w 12191999"/>
              <a:gd name="connsiteY107" fmla="*/ 26274 h 6877477"/>
              <a:gd name="connsiteX108" fmla="*/ 4427806 w 12191999"/>
              <a:gd name="connsiteY108" fmla="*/ 1007020 h 6877477"/>
              <a:gd name="connsiteX109" fmla="*/ 3447060 w 12191999"/>
              <a:gd name="connsiteY109" fmla="*/ 26274 h 6877477"/>
              <a:gd name="connsiteX110" fmla="*/ 1264801 w 12191999"/>
              <a:gd name="connsiteY110" fmla="*/ 0 h 6877477"/>
              <a:gd name="connsiteX111" fmla="*/ 3173749 w 12191999"/>
              <a:gd name="connsiteY111" fmla="*/ 0 h 6877477"/>
              <a:gd name="connsiteX112" fmla="*/ 3200023 w 12191999"/>
              <a:gd name="connsiteY112" fmla="*/ 26274 h 6877477"/>
              <a:gd name="connsiteX113" fmla="*/ 2219276 w 12191999"/>
              <a:gd name="connsiteY113" fmla="*/ 1007020 h 6877477"/>
              <a:gd name="connsiteX114" fmla="*/ 1238527 w 12191999"/>
              <a:gd name="connsiteY114" fmla="*/ 26274 h 6877477"/>
              <a:gd name="connsiteX115" fmla="*/ 0 w 12191999"/>
              <a:gd name="connsiteY115" fmla="*/ 0 h 6877477"/>
              <a:gd name="connsiteX116" fmla="*/ 965216 w 12191999"/>
              <a:gd name="connsiteY116" fmla="*/ 0 h 6877477"/>
              <a:gd name="connsiteX117" fmla="*/ 991490 w 12191999"/>
              <a:gd name="connsiteY117" fmla="*/ 26274 h 6877477"/>
              <a:gd name="connsiteX118" fmla="*/ 10744 w 12191999"/>
              <a:gd name="connsiteY118" fmla="*/ 1007021 h 6877477"/>
              <a:gd name="connsiteX119" fmla="*/ 0 w 12191999"/>
              <a:gd name="connsiteY119" fmla="*/ 996277 h 687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2191999" h="6877477">
                <a:moveTo>
                  <a:pt x="11053396" y="5847975"/>
                </a:moveTo>
                <a:lnTo>
                  <a:pt x="12034143" y="6828722"/>
                </a:lnTo>
                <a:lnTo>
                  <a:pt x="11985388" y="6877477"/>
                </a:lnTo>
                <a:lnTo>
                  <a:pt x="10121403" y="6877477"/>
                </a:lnTo>
                <a:lnTo>
                  <a:pt x="10072648" y="6828722"/>
                </a:lnTo>
                <a:close/>
                <a:moveTo>
                  <a:pt x="12182376" y="4716808"/>
                </a:moveTo>
                <a:lnTo>
                  <a:pt x="12191999" y="4726431"/>
                </a:lnTo>
                <a:lnTo>
                  <a:pt x="12191999" y="6668679"/>
                </a:lnTo>
                <a:lnTo>
                  <a:pt x="12182376" y="6678302"/>
                </a:lnTo>
                <a:lnTo>
                  <a:pt x="11201628" y="5697555"/>
                </a:lnTo>
                <a:close/>
                <a:moveTo>
                  <a:pt x="9949130" y="4716808"/>
                </a:moveTo>
                <a:lnTo>
                  <a:pt x="10929877" y="5697555"/>
                </a:lnTo>
                <a:lnTo>
                  <a:pt x="9949130" y="6678302"/>
                </a:lnTo>
                <a:lnTo>
                  <a:pt x="8968382" y="5697555"/>
                </a:lnTo>
                <a:close/>
                <a:moveTo>
                  <a:pt x="11053396" y="3580491"/>
                </a:moveTo>
                <a:lnTo>
                  <a:pt x="12034143" y="4561237"/>
                </a:lnTo>
                <a:lnTo>
                  <a:pt x="11053396" y="5541984"/>
                </a:lnTo>
                <a:lnTo>
                  <a:pt x="10072648" y="4561237"/>
                </a:lnTo>
                <a:close/>
                <a:moveTo>
                  <a:pt x="8844864" y="3580491"/>
                </a:moveTo>
                <a:lnTo>
                  <a:pt x="9825611" y="4561237"/>
                </a:lnTo>
                <a:lnTo>
                  <a:pt x="8844864" y="5541984"/>
                </a:lnTo>
                <a:lnTo>
                  <a:pt x="7864116" y="4561237"/>
                </a:lnTo>
                <a:close/>
                <a:moveTo>
                  <a:pt x="10739" y="3580491"/>
                </a:moveTo>
                <a:lnTo>
                  <a:pt x="991485" y="4561237"/>
                </a:lnTo>
                <a:lnTo>
                  <a:pt x="10739" y="5541984"/>
                </a:lnTo>
                <a:lnTo>
                  <a:pt x="0" y="5531245"/>
                </a:lnTo>
                <a:lnTo>
                  <a:pt x="0" y="3591230"/>
                </a:lnTo>
                <a:close/>
                <a:moveTo>
                  <a:pt x="1115005" y="2448297"/>
                </a:moveTo>
                <a:lnTo>
                  <a:pt x="2095752" y="3429042"/>
                </a:lnTo>
                <a:lnTo>
                  <a:pt x="1115005" y="4409788"/>
                </a:lnTo>
                <a:lnTo>
                  <a:pt x="134258" y="3429042"/>
                </a:lnTo>
                <a:close/>
                <a:moveTo>
                  <a:pt x="12182376" y="2448295"/>
                </a:moveTo>
                <a:lnTo>
                  <a:pt x="12191999" y="2457918"/>
                </a:lnTo>
                <a:lnTo>
                  <a:pt x="12191999" y="4400165"/>
                </a:lnTo>
                <a:lnTo>
                  <a:pt x="12182376" y="4409788"/>
                </a:lnTo>
                <a:lnTo>
                  <a:pt x="11201628" y="3429042"/>
                </a:lnTo>
                <a:close/>
                <a:moveTo>
                  <a:pt x="9949130" y="2448295"/>
                </a:moveTo>
                <a:lnTo>
                  <a:pt x="10929877" y="3429042"/>
                </a:lnTo>
                <a:lnTo>
                  <a:pt x="9949130" y="4409788"/>
                </a:lnTo>
                <a:lnTo>
                  <a:pt x="8968382" y="3429042"/>
                </a:lnTo>
                <a:close/>
                <a:moveTo>
                  <a:pt x="7740598" y="2448295"/>
                </a:moveTo>
                <a:lnTo>
                  <a:pt x="8721345" y="3429042"/>
                </a:lnTo>
                <a:lnTo>
                  <a:pt x="7740598" y="4409788"/>
                </a:lnTo>
                <a:lnTo>
                  <a:pt x="6759852" y="3429042"/>
                </a:lnTo>
                <a:close/>
                <a:moveTo>
                  <a:pt x="11053396" y="1313009"/>
                </a:moveTo>
                <a:lnTo>
                  <a:pt x="12034143" y="2293756"/>
                </a:lnTo>
                <a:lnTo>
                  <a:pt x="11053396" y="3274502"/>
                </a:lnTo>
                <a:lnTo>
                  <a:pt x="10072648" y="2293756"/>
                </a:lnTo>
                <a:close/>
                <a:moveTo>
                  <a:pt x="8844864" y="1313009"/>
                </a:moveTo>
                <a:lnTo>
                  <a:pt x="9825611" y="2293756"/>
                </a:lnTo>
                <a:lnTo>
                  <a:pt x="8844864" y="3274503"/>
                </a:lnTo>
                <a:lnTo>
                  <a:pt x="7864116" y="2293756"/>
                </a:lnTo>
                <a:close/>
                <a:moveTo>
                  <a:pt x="6636337" y="1313009"/>
                </a:moveTo>
                <a:lnTo>
                  <a:pt x="7617079" y="2293756"/>
                </a:lnTo>
                <a:lnTo>
                  <a:pt x="6636337" y="3274503"/>
                </a:lnTo>
                <a:lnTo>
                  <a:pt x="5655588" y="2293756"/>
                </a:lnTo>
                <a:close/>
                <a:moveTo>
                  <a:pt x="2219273" y="1313009"/>
                </a:moveTo>
                <a:lnTo>
                  <a:pt x="3200020" y="2293756"/>
                </a:lnTo>
                <a:lnTo>
                  <a:pt x="2219273" y="3274503"/>
                </a:lnTo>
                <a:lnTo>
                  <a:pt x="1238524" y="2293756"/>
                </a:lnTo>
                <a:close/>
                <a:moveTo>
                  <a:pt x="10741" y="1313009"/>
                </a:moveTo>
                <a:lnTo>
                  <a:pt x="991488" y="2293756"/>
                </a:lnTo>
                <a:lnTo>
                  <a:pt x="10741" y="3274503"/>
                </a:lnTo>
                <a:lnTo>
                  <a:pt x="0" y="3263761"/>
                </a:lnTo>
                <a:lnTo>
                  <a:pt x="0" y="1323750"/>
                </a:lnTo>
                <a:close/>
                <a:moveTo>
                  <a:pt x="7740598" y="179783"/>
                </a:moveTo>
                <a:lnTo>
                  <a:pt x="8721345" y="1160530"/>
                </a:lnTo>
                <a:lnTo>
                  <a:pt x="7740598" y="2141277"/>
                </a:lnTo>
                <a:lnTo>
                  <a:pt x="6759852" y="1160530"/>
                </a:lnTo>
                <a:close/>
                <a:moveTo>
                  <a:pt x="5532073" y="179783"/>
                </a:moveTo>
                <a:lnTo>
                  <a:pt x="6512819" y="1160530"/>
                </a:lnTo>
                <a:lnTo>
                  <a:pt x="5532073" y="2141277"/>
                </a:lnTo>
                <a:lnTo>
                  <a:pt x="4551324" y="1160530"/>
                </a:lnTo>
                <a:close/>
                <a:moveTo>
                  <a:pt x="3323540" y="179783"/>
                </a:moveTo>
                <a:lnTo>
                  <a:pt x="4304287" y="1160530"/>
                </a:lnTo>
                <a:lnTo>
                  <a:pt x="3323540" y="2141277"/>
                </a:lnTo>
                <a:lnTo>
                  <a:pt x="2342792" y="1160530"/>
                </a:lnTo>
                <a:close/>
                <a:moveTo>
                  <a:pt x="1115008" y="179783"/>
                </a:moveTo>
                <a:lnTo>
                  <a:pt x="2095755" y="1160530"/>
                </a:lnTo>
                <a:lnTo>
                  <a:pt x="1115008" y="2141277"/>
                </a:lnTo>
                <a:lnTo>
                  <a:pt x="134260" y="1160530"/>
                </a:lnTo>
                <a:close/>
                <a:moveTo>
                  <a:pt x="12182376" y="179782"/>
                </a:moveTo>
                <a:lnTo>
                  <a:pt x="12191999" y="189405"/>
                </a:lnTo>
                <a:lnTo>
                  <a:pt x="12191999" y="2131652"/>
                </a:lnTo>
                <a:lnTo>
                  <a:pt x="12182376" y="2141275"/>
                </a:lnTo>
                <a:lnTo>
                  <a:pt x="11201628" y="1160529"/>
                </a:lnTo>
                <a:close/>
                <a:moveTo>
                  <a:pt x="9949130" y="179782"/>
                </a:moveTo>
                <a:lnTo>
                  <a:pt x="10929877" y="1160530"/>
                </a:lnTo>
                <a:lnTo>
                  <a:pt x="9949130" y="2141275"/>
                </a:lnTo>
                <a:lnTo>
                  <a:pt x="8968382" y="1160530"/>
                </a:lnTo>
                <a:close/>
                <a:moveTo>
                  <a:pt x="10098921" y="0"/>
                </a:moveTo>
                <a:lnTo>
                  <a:pt x="12007870" y="0"/>
                </a:lnTo>
                <a:lnTo>
                  <a:pt x="12034143" y="26273"/>
                </a:lnTo>
                <a:lnTo>
                  <a:pt x="11053396" y="1007020"/>
                </a:lnTo>
                <a:lnTo>
                  <a:pt x="10072648" y="26273"/>
                </a:lnTo>
                <a:close/>
                <a:moveTo>
                  <a:pt x="7890389" y="0"/>
                </a:moveTo>
                <a:lnTo>
                  <a:pt x="9799338" y="0"/>
                </a:lnTo>
                <a:lnTo>
                  <a:pt x="9825611" y="26273"/>
                </a:lnTo>
                <a:lnTo>
                  <a:pt x="8844864" y="1007020"/>
                </a:lnTo>
                <a:lnTo>
                  <a:pt x="7864116" y="26273"/>
                </a:lnTo>
                <a:close/>
                <a:moveTo>
                  <a:pt x="5681864" y="0"/>
                </a:moveTo>
                <a:lnTo>
                  <a:pt x="7590806" y="0"/>
                </a:lnTo>
                <a:lnTo>
                  <a:pt x="7617079" y="26273"/>
                </a:lnTo>
                <a:lnTo>
                  <a:pt x="6636339" y="1007020"/>
                </a:lnTo>
                <a:lnTo>
                  <a:pt x="5655591" y="26273"/>
                </a:lnTo>
                <a:close/>
                <a:moveTo>
                  <a:pt x="3473334" y="0"/>
                </a:moveTo>
                <a:lnTo>
                  <a:pt x="5382281" y="0"/>
                </a:lnTo>
                <a:lnTo>
                  <a:pt x="5408554" y="26274"/>
                </a:lnTo>
                <a:lnTo>
                  <a:pt x="4427806" y="1007020"/>
                </a:lnTo>
                <a:lnTo>
                  <a:pt x="3447060" y="26274"/>
                </a:lnTo>
                <a:close/>
                <a:moveTo>
                  <a:pt x="1264801" y="0"/>
                </a:moveTo>
                <a:lnTo>
                  <a:pt x="3173749" y="0"/>
                </a:lnTo>
                <a:lnTo>
                  <a:pt x="3200023" y="26274"/>
                </a:lnTo>
                <a:lnTo>
                  <a:pt x="2219276" y="1007020"/>
                </a:lnTo>
                <a:lnTo>
                  <a:pt x="1238527" y="26274"/>
                </a:lnTo>
                <a:close/>
                <a:moveTo>
                  <a:pt x="0" y="0"/>
                </a:moveTo>
                <a:lnTo>
                  <a:pt x="965216" y="0"/>
                </a:lnTo>
                <a:lnTo>
                  <a:pt x="991490" y="26274"/>
                </a:lnTo>
                <a:lnTo>
                  <a:pt x="10744" y="1007021"/>
                </a:lnTo>
                <a:lnTo>
                  <a:pt x="0" y="9962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02468" y="884977"/>
            <a:ext cx="11187065" cy="50880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1791108" y="1155269"/>
            <a:ext cx="3188298" cy="4547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/>
          <p:cNvSpPr/>
          <p:nvPr userDrawn="1"/>
        </p:nvSpPr>
        <p:spPr>
          <a:xfrm>
            <a:off x="6842775" y="17770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rame 2"/>
          <p:cNvSpPr/>
          <p:nvPr userDrawn="1"/>
        </p:nvSpPr>
        <p:spPr>
          <a:xfrm>
            <a:off x="777225" y="17572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그림 개체 틀 6"/>
          <p:cNvSpPr>
            <a:spLocks noGrp="1"/>
          </p:cNvSpPr>
          <p:nvPr>
            <p:ph type="pic" sz="quarter" idx="11" hasCustomPrompt="1"/>
          </p:nvPr>
        </p:nvSpPr>
        <p:spPr>
          <a:xfrm>
            <a:off x="995958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5" name="그림 개체 틀 6"/>
          <p:cNvSpPr>
            <a:spLocks noGrp="1"/>
          </p:cNvSpPr>
          <p:nvPr>
            <p:ph type="pic" sz="quarter" idx="12" hasCustomPrompt="1"/>
          </p:nvPr>
        </p:nvSpPr>
        <p:spPr>
          <a:xfrm>
            <a:off x="6624043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74066"/>
            <a:ext cx="11704301" cy="5909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23314" cy="6858000"/>
          </a:xfrm>
          <a:custGeom>
            <a:avLst/>
            <a:gdLst>
              <a:gd name="connsiteX0" fmla="*/ 0 w 6923314"/>
              <a:gd name="connsiteY0" fmla="*/ 0 h 6858000"/>
              <a:gd name="connsiteX1" fmla="*/ 5208814 w 6923314"/>
              <a:gd name="connsiteY1" fmla="*/ 0 h 6858000"/>
              <a:gd name="connsiteX2" fmla="*/ 6923314 w 6923314"/>
              <a:gd name="connsiteY2" fmla="*/ 6858000 h 6858000"/>
              <a:gd name="connsiteX3" fmla="*/ 1305197 w 6923314"/>
              <a:gd name="connsiteY3" fmla="*/ 6858000 h 6858000"/>
              <a:gd name="connsiteX4" fmla="*/ 0 w 6923314"/>
              <a:gd name="connsiteY4" fmla="*/ 16372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0" y="0"/>
                </a:moveTo>
                <a:lnTo>
                  <a:pt x="5208814" y="0"/>
                </a:lnTo>
                <a:lnTo>
                  <a:pt x="6923314" y="6858000"/>
                </a:lnTo>
                <a:lnTo>
                  <a:pt x="1305197" y="6858000"/>
                </a:lnTo>
                <a:lnTo>
                  <a:pt x="0" y="1637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 userDrawn="1"/>
        </p:nvSpPr>
        <p:spPr>
          <a:xfrm>
            <a:off x="6096000" y="837246"/>
            <a:ext cx="6096000" cy="25917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 userDrawn="1"/>
        </p:nvGrpSpPr>
        <p:grpSpPr>
          <a:xfrm>
            <a:off x="1058291" y="3689597"/>
            <a:ext cx="2892793" cy="3168403"/>
            <a:chOff x="1058291" y="3689597"/>
            <a:chExt cx="2892793" cy="3168403"/>
          </a:xfrm>
        </p:grpSpPr>
        <p:sp>
          <p:nvSpPr>
            <p:cNvPr id="54" name="Freeform: Shape 53"/>
            <p:cNvSpPr/>
            <p:nvPr userDrawn="1"/>
          </p:nvSpPr>
          <p:spPr>
            <a:xfrm>
              <a:off x="1062769" y="3689597"/>
              <a:ext cx="2885112" cy="3168403"/>
            </a:xfrm>
            <a:custGeom>
              <a:avLst/>
              <a:gdLst>
                <a:gd name="connsiteX0" fmla="*/ 380827 w 2885112"/>
                <a:gd name="connsiteY0" fmla="*/ 0 h 3168403"/>
                <a:gd name="connsiteX1" fmla="*/ 2504286 w 2885112"/>
                <a:gd name="connsiteY1" fmla="*/ 0 h 3168403"/>
                <a:gd name="connsiteX2" fmla="*/ 2885112 w 2885112"/>
                <a:gd name="connsiteY2" fmla="*/ 376422 h 3168403"/>
                <a:gd name="connsiteX3" fmla="*/ 2885112 w 2885112"/>
                <a:gd name="connsiteY3" fmla="*/ 3168403 h 3168403"/>
                <a:gd name="connsiteX4" fmla="*/ 0 w 2885112"/>
                <a:gd name="connsiteY4" fmla="*/ 3168403 h 3168403"/>
                <a:gd name="connsiteX5" fmla="*/ 0 w 2885112"/>
                <a:gd name="connsiteY5" fmla="*/ 376422 h 3168403"/>
                <a:gd name="connsiteX6" fmla="*/ 380827 w 2885112"/>
                <a:gd name="connsiteY6" fmla="*/ 0 h 316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85112" h="3168403">
                  <a:moveTo>
                    <a:pt x="380827" y="0"/>
                  </a:moveTo>
                  <a:lnTo>
                    <a:pt x="2504286" y="0"/>
                  </a:lnTo>
                  <a:cubicBezTo>
                    <a:pt x="2714606" y="0"/>
                    <a:pt x="2885112" y="168534"/>
                    <a:pt x="2885112" y="376422"/>
                  </a:cubicBezTo>
                  <a:lnTo>
                    <a:pt x="2885112" y="3168403"/>
                  </a:lnTo>
                  <a:lnTo>
                    <a:pt x="0" y="3168403"/>
                  </a:lnTo>
                  <a:lnTo>
                    <a:pt x="0" y="376422"/>
                  </a:lnTo>
                  <a:cubicBezTo>
                    <a:pt x="57" y="168534"/>
                    <a:pt x="170506" y="0"/>
                    <a:pt x="380827" y="0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5" name="Freeform: Shape 54"/>
            <p:cNvSpPr/>
            <p:nvPr userDrawn="1"/>
          </p:nvSpPr>
          <p:spPr>
            <a:xfrm>
              <a:off x="1101424" y="3719878"/>
              <a:ext cx="2807801" cy="3138121"/>
            </a:xfrm>
            <a:custGeom>
              <a:avLst/>
              <a:gdLst>
                <a:gd name="connsiteX0" fmla="*/ 379798 w 2807801"/>
                <a:gd name="connsiteY0" fmla="*/ 0 h 3138121"/>
                <a:gd name="connsiteX1" fmla="*/ 2428003 w 2807801"/>
                <a:gd name="connsiteY1" fmla="*/ 0 h 3138121"/>
                <a:gd name="connsiteX2" fmla="*/ 2807801 w 2807801"/>
                <a:gd name="connsiteY2" fmla="*/ 376422 h 3138121"/>
                <a:gd name="connsiteX3" fmla="*/ 2807801 w 2807801"/>
                <a:gd name="connsiteY3" fmla="*/ 3138121 h 3138121"/>
                <a:gd name="connsiteX4" fmla="*/ 0 w 2807801"/>
                <a:gd name="connsiteY4" fmla="*/ 3138121 h 3138121"/>
                <a:gd name="connsiteX5" fmla="*/ 0 w 2807801"/>
                <a:gd name="connsiteY5" fmla="*/ 376422 h 3138121"/>
                <a:gd name="connsiteX6" fmla="*/ 379798 w 2807801"/>
                <a:gd name="connsiteY6" fmla="*/ 0 h 313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7801" h="3138121">
                  <a:moveTo>
                    <a:pt x="379798" y="0"/>
                  </a:moveTo>
                  <a:lnTo>
                    <a:pt x="2428003" y="0"/>
                  </a:lnTo>
                  <a:cubicBezTo>
                    <a:pt x="2637756" y="0"/>
                    <a:pt x="2807801" y="168533"/>
                    <a:pt x="2807801" y="376422"/>
                  </a:cubicBezTo>
                  <a:lnTo>
                    <a:pt x="2807801" y="3138121"/>
                  </a:lnTo>
                  <a:lnTo>
                    <a:pt x="0" y="3138121"/>
                  </a:lnTo>
                  <a:lnTo>
                    <a:pt x="0" y="376422"/>
                  </a:lnTo>
                  <a:cubicBezTo>
                    <a:pt x="0" y="168533"/>
                    <a:pt x="170045" y="0"/>
                    <a:pt x="379798" y="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4" name="Graphic 2"/>
            <p:cNvSpPr/>
            <p:nvPr/>
          </p:nvSpPr>
          <p:spPr>
            <a:xfrm>
              <a:off x="1058801" y="4510882"/>
              <a:ext cx="20187" cy="196716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2"/>
            <p:cNvSpPr/>
            <p:nvPr/>
          </p:nvSpPr>
          <p:spPr>
            <a:xfrm>
              <a:off x="1058801" y="4932953"/>
              <a:ext cx="28182" cy="39235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/>
            <p:cNvSpPr/>
            <p:nvPr/>
          </p:nvSpPr>
          <p:spPr>
            <a:xfrm>
              <a:off x="1058858" y="4961137"/>
              <a:ext cx="15935" cy="32856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/>
            <p:cNvSpPr/>
            <p:nvPr/>
          </p:nvSpPr>
          <p:spPr>
            <a:xfrm>
              <a:off x="1058291" y="5456869"/>
              <a:ext cx="28182" cy="39235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/>
            <p:cNvSpPr/>
            <p:nvPr/>
          </p:nvSpPr>
          <p:spPr>
            <a:xfrm>
              <a:off x="1058291" y="5485053"/>
              <a:ext cx="15935" cy="32856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/>
            <p:cNvSpPr/>
            <p:nvPr/>
          </p:nvSpPr>
          <p:spPr>
            <a:xfrm>
              <a:off x="3922902" y="5064570"/>
              <a:ext cx="28182" cy="63500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Graphic 2"/>
            <p:cNvSpPr/>
            <p:nvPr/>
          </p:nvSpPr>
          <p:spPr>
            <a:xfrm>
              <a:off x="3935149" y="5110218"/>
              <a:ext cx="15935" cy="531742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2"/>
            <p:cNvSpPr/>
            <p:nvPr/>
          </p:nvSpPr>
          <p:spPr>
            <a:xfrm>
              <a:off x="3928288" y="6392988"/>
              <a:ext cx="22796" cy="435170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2"/>
            <p:cNvSpPr/>
            <p:nvPr/>
          </p:nvSpPr>
          <p:spPr>
            <a:xfrm>
              <a:off x="3938156" y="6424233"/>
              <a:ext cx="12928" cy="36439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Oval 32"/>
            <p:cNvSpPr>
              <a:spLocks noChangeAspect="1"/>
            </p:cNvSpPr>
            <p:nvPr/>
          </p:nvSpPr>
          <p:spPr>
            <a:xfrm>
              <a:off x="2978879" y="3808481"/>
              <a:ext cx="134198" cy="13419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>
              <a:spLocks noChangeAspect="1"/>
            </p:cNvSpPr>
            <p:nvPr/>
          </p:nvSpPr>
          <p:spPr>
            <a:xfrm>
              <a:off x="2987267" y="3816868"/>
              <a:ext cx="117423" cy="117423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3016958" y="3846560"/>
              <a:ext cx="58040" cy="5804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3030585" y="3860187"/>
              <a:ext cx="30788" cy="30788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Graphic 2"/>
            <p:cNvSpPr/>
            <p:nvPr userDrawn="1"/>
          </p:nvSpPr>
          <p:spPr>
            <a:xfrm flipH="1">
              <a:off x="1060804" y="4534334"/>
              <a:ext cx="10717" cy="149811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" name="Group 60"/>
          <p:cNvGrpSpPr/>
          <p:nvPr userDrawn="1"/>
        </p:nvGrpSpPr>
        <p:grpSpPr>
          <a:xfrm>
            <a:off x="8332411" y="0"/>
            <a:ext cx="2885112" cy="2622090"/>
            <a:chOff x="833153" y="6858000"/>
            <a:chExt cx="2885112" cy="2622090"/>
          </a:xfrm>
        </p:grpSpPr>
        <p:sp>
          <p:nvSpPr>
            <p:cNvPr id="58" name="Freeform: Shape 57"/>
            <p:cNvSpPr/>
            <p:nvPr/>
          </p:nvSpPr>
          <p:spPr>
            <a:xfrm>
              <a:off x="833153" y="6858000"/>
              <a:ext cx="2885112" cy="2622090"/>
            </a:xfrm>
            <a:custGeom>
              <a:avLst/>
              <a:gdLst>
                <a:gd name="connsiteX0" fmla="*/ 0 w 2885112"/>
                <a:gd name="connsiteY0" fmla="*/ 0 h 2622090"/>
                <a:gd name="connsiteX1" fmla="*/ 2885112 w 2885112"/>
                <a:gd name="connsiteY1" fmla="*/ 0 h 2622090"/>
                <a:gd name="connsiteX2" fmla="*/ 2885112 w 2885112"/>
                <a:gd name="connsiteY2" fmla="*/ 2245726 h 2622090"/>
                <a:gd name="connsiteX3" fmla="*/ 2504286 w 2885112"/>
                <a:gd name="connsiteY3" fmla="*/ 2622090 h 2622090"/>
                <a:gd name="connsiteX4" fmla="*/ 380827 w 2885112"/>
                <a:gd name="connsiteY4" fmla="*/ 2622090 h 2622090"/>
                <a:gd name="connsiteX5" fmla="*/ 0 w 2885112"/>
                <a:gd name="connsiteY5" fmla="*/ 2245668 h 262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5112" h="2622090">
                  <a:moveTo>
                    <a:pt x="0" y="0"/>
                  </a:moveTo>
                  <a:lnTo>
                    <a:pt x="2885112" y="0"/>
                  </a:lnTo>
                  <a:lnTo>
                    <a:pt x="2885112" y="2245726"/>
                  </a:lnTo>
                  <a:cubicBezTo>
                    <a:pt x="2885055" y="2453556"/>
                    <a:pt x="2714549" y="2622090"/>
                    <a:pt x="2504286" y="2622090"/>
                  </a:cubicBezTo>
                  <a:lnTo>
                    <a:pt x="380827" y="2622090"/>
                  </a:lnTo>
                  <a:cubicBezTo>
                    <a:pt x="170506" y="2622090"/>
                    <a:pt x="0" y="2453556"/>
                    <a:pt x="0" y="2245668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/>
            <p:cNvSpPr/>
            <p:nvPr/>
          </p:nvSpPr>
          <p:spPr>
            <a:xfrm>
              <a:off x="871808" y="6858000"/>
              <a:ext cx="2807801" cy="2591752"/>
            </a:xfrm>
            <a:custGeom>
              <a:avLst/>
              <a:gdLst>
                <a:gd name="connsiteX0" fmla="*/ 0 w 2807801"/>
                <a:gd name="connsiteY0" fmla="*/ 0 h 2591752"/>
                <a:gd name="connsiteX1" fmla="*/ 2807801 w 2807801"/>
                <a:gd name="connsiteY1" fmla="*/ 0 h 2591752"/>
                <a:gd name="connsiteX2" fmla="*/ 2807801 w 2807801"/>
                <a:gd name="connsiteY2" fmla="*/ 2215388 h 2591752"/>
                <a:gd name="connsiteX3" fmla="*/ 2428061 w 2807801"/>
                <a:gd name="connsiteY3" fmla="*/ 2591752 h 2591752"/>
                <a:gd name="connsiteX4" fmla="*/ 379798 w 2807801"/>
                <a:gd name="connsiteY4" fmla="*/ 2591752 h 2591752"/>
                <a:gd name="connsiteX5" fmla="*/ 0 w 2807801"/>
                <a:gd name="connsiteY5" fmla="*/ 2215332 h 259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07801" h="2591752">
                  <a:moveTo>
                    <a:pt x="0" y="0"/>
                  </a:moveTo>
                  <a:lnTo>
                    <a:pt x="2807801" y="0"/>
                  </a:lnTo>
                  <a:lnTo>
                    <a:pt x="2807801" y="2215388"/>
                  </a:lnTo>
                  <a:cubicBezTo>
                    <a:pt x="2807801" y="2423218"/>
                    <a:pt x="2637756" y="2591752"/>
                    <a:pt x="2428061" y="2591752"/>
                  </a:cubicBezTo>
                  <a:lnTo>
                    <a:pt x="379798" y="2591752"/>
                  </a:lnTo>
                  <a:cubicBezTo>
                    <a:pt x="170045" y="2591752"/>
                    <a:pt x="0" y="2423218"/>
                    <a:pt x="0" y="2215332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67" name="Picture Placeholder 66"/>
          <p:cNvSpPr>
            <a:spLocks noGrp="1"/>
          </p:cNvSpPr>
          <p:nvPr>
            <p:ph type="pic" sz="quarter" idx="15" hasCustomPrompt="1"/>
          </p:nvPr>
        </p:nvSpPr>
        <p:spPr>
          <a:xfrm>
            <a:off x="8438563" y="1"/>
            <a:ext cx="2672808" cy="2493421"/>
          </a:xfrm>
          <a:custGeom>
            <a:avLst/>
            <a:gdLst>
              <a:gd name="connsiteX0" fmla="*/ 0 w 2672808"/>
              <a:gd name="connsiteY0" fmla="*/ 0 h 2493421"/>
              <a:gd name="connsiteX1" fmla="*/ 2672808 w 2672808"/>
              <a:gd name="connsiteY1" fmla="*/ 0 h 2493421"/>
              <a:gd name="connsiteX2" fmla="*/ 2672808 w 2672808"/>
              <a:gd name="connsiteY2" fmla="*/ 2221227 h 2493421"/>
              <a:gd name="connsiteX3" fmla="*/ 2385313 w 2672808"/>
              <a:gd name="connsiteY3" fmla="*/ 2493421 h 2493421"/>
              <a:gd name="connsiteX4" fmla="*/ 287495 w 2672808"/>
              <a:gd name="connsiteY4" fmla="*/ 2493421 h 2493421"/>
              <a:gd name="connsiteX5" fmla="*/ 0 w 2672808"/>
              <a:gd name="connsiteY5" fmla="*/ 2221227 h 24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2808" h="2493421">
                <a:moveTo>
                  <a:pt x="0" y="0"/>
                </a:moveTo>
                <a:lnTo>
                  <a:pt x="2672808" y="0"/>
                </a:lnTo>
                <a:lnTo>
                  <a:pt x="2672808" y="2221227"/>
                </a:lnTo>
                <a:cubicBezTo>
                  <a:pt x="2672808" y="2371557"/>
                  <a:pt x="2544095" y="2493421"/>
                  <a:pt x="2385313" y="2493421"/>
                </a:cubicBezTo>
                <a:lnTo>
                  <a:pt x="287495" y="2493421"/>
                </a:lnTo>
                <a:cubicBezTo>
                  <a:pt x="128714" y="2493421"/>
                  <a:pt x="0" y="2371557"/>
                  <a:pt x="0" y="222122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8" name="Picture Placeholder 67"/>
          <p:cNvSpPr>
            <a:spLocks noGrp="1"/>
          </p:cNvSpPr>
          <p:nvPr>
            <p:ph type="pic" sz="quarter" idx="14" hasCustomPrompt="1"/>
          </p:nvPr>
        </p:nvSpPr>
        <p:spPr>
          <a:xfrm>
            <a:off x="1168921" y="3818265"/>
            <a:ext cx="2672808" cy="3039735"/>
          </a:xfrm>
          <a:custGeom>
            <a:avLst/>
            <a:gdLst>
              <a:gd name="connsiteX0" fmla="*/ 287495 w 2672808"/>
              <a:gd name="connsiteY0" fmla="*/ 0 h 3039735"/>
              <a:gd name="connsiteX1" fmla="*/ 542049 w 2672808"/>
              <a:gd name="connsiteY1" fmla="*/ 0 h 3039735"/>
              <a:gd name="connsiteX2" fmla="*/ 566725 w 2672808"/>
              <a:gd name="connsiteY2" fmla="*/ 23363 h 3039735"/>
              <a:gd name="connsiteX3" fmla="*/ 757670 w 2672808"/>
              <a:gd name="connsiteY3" fmla="*/ 204146 h 3039735"/>
              <a:gd name="connsiteX4" fmla="*/ 1903160 w 2672808"/>
              <a:gd name="connsiteY4" fmla="*/ 204146 h 3039735"/>
              <a:gd name="connsiteX5" fmla="*/ 2094105 w 2672808"/>
              <a:gd name="connsiteY5" fmla="*/ 23363 h 3039735"/>
              <a:gd name="connsiteX6" fmla="*/ 2118781 w 2672808"/>
              <a:gd name="connsiteY6" fmla="*/ 0 h 3039735"/>
              <a:gd name="connsiteX7" fmla="*/ 2385313 w 2672808"/>
              <a:gd name="connsiteY7" fmla="*/ 0 h 3039735"/>
              <a:gd name="connsiteX8" fmla="*/ 2672808 w 2672808"/>
              <a:gd name="connsiteY8" fmla="*/ 272193 h 3039735"/>
              <a:gd name="connsiteX9" fmla="*/ 2672808 w 2672808"/>
              <a:gd name="connsiteY9" fmla="*/ 3039735 h 3039735"/>
              <a:gd name="connsiteX10" fmla="*/ 0 w 2672808"/>
              <a:gd name="connsiteY10" fmla="*/ 3039735 h 3039735"/>
              <a:gd name="connsiteX11" fmla="*/ 0 w 2672808"/>
              <a:gd name="connsiteY11" fmla="*/ 272193 h 3039735"/>
              <a:gd name="connsiteX12" fmla="*/ 287495 w 2672808"/>
              <a:gd name="connsiteY12" fmla="*/ 0 h 3039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72808" h="3039735">
                <a:moveTo>
                  <a:pt x="287495" y="0"/>
                </a:moveTo>
                <a:lnTo>
                  <a:pt x="542049" y="0"/>
                </a:lnTo>
                <a:cubicBezTo>
                  <a:pt x="555645" y="0"/>
                  <a:pt x="566725" y="10435"/>
                  <a:pt x="566725" y="23363"/>
                </a:cubicBezTo>
                <a:cubicBezTo>
                  <a:pt x="566725" y="123224"/>
                  <a:pt x="652255" y="204146"/>
                  <a:pt x="757670" y="204146"/>
                </a:cubicBezTo>
                <a:lnTo>
                  <a:pt x="1903160" y="204146"/>
                </a:lnTo>
                <a:cubicBezTo>
                  <a:pt x="2008635" y="204146"/>
                  <a:pt x="2094105" y="123168"/>
                  <a:pt x="2094105" y="23363"/>
                </a:cubicBezTo>
                <a:cubicBezTo>
                  <a:pt x="2094105" y="10491"/>
                  <a:pt x="2105125" y="0"/>
                  <a:pt x="2118781" y="0"/>
                </a:cubicBezTo>
                <a:lnTo>
                  <a:pt x="2385313" y="0"/>
                </a:lnTo>
                <a:cubicBezTo>
                  <a:pt x="2544095" y="0"/>
                  <a:pt x="2672808" y="121864"/>
                  <a:pt x="2672808" y="272193"/>
                </a:cubicBezTo>
                <a:lnTo>
                  <a:pt x="2672808" y="3039735"/>
                </a:lnTo>
                <a:lnTo>
                  <a:pt x="0" y="3039735"/>
                </a:lnTo>
                <a:lnTo>
                  <a:pt x="0" y="272193"/>
                </a:lnTo>
                <a:cubicBezTo>
                  <a:pt x="0" y="121864"/>
                  <a:pt x="128714" y="0"/>
                  <a:pt x="2874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392" y="2624403"/>
            <a:ext cx="3797608" cy="1381215"/>
          </a:xfrm>
          <a:prstGeom prst="rect">
            <a:avLst/>
          </a:prstGeom>
        </p:spPr>
      </p:pic>
      <p:sp>
        <p:nvSpPr>
          <p:cNvPr id="7" name="Rectangle: Rounded Corners 6"/>
          <p:cNvSpPr/>
          <p:nvPr/>
        </p:nvSpPr>
        <p:spPr>
          <a:xfrm>
            <a:off x="0" y="4005618"/>
            <a:ext cx="12192000" cy="2852382"/>
          </a:xfrm>
          <a:prstGeom prst="roundRect">
            <a:avLst>
              <a:gd name="adj" fmla="val 0"/>
            </a:avLst>
          </a:prstGeom>
          <a:solidFill>
            <a:srgbClr val="0071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Aft>
                <a:spcPts val="1200"/>
              </a:spcAft>
            </a:pPr>
            <a:r>
              <a:rPr lang="en-US" sz="2800" b="1" dirty="0"/>
              <a:t>M2 – AUTOMATED CYBERSECURITY WITH PYTHON</a:t>
            </a:r>
          </a:p>
          <a:p>
            <a:pPr algn="ctr">
              <a:spcAft>
                <a:spcPts val="1200"/>
              </a:spcAft>
            </a:pPr>
            <a:r>
              <a:rPr lang="en-US" sz="3100" b="1" i="1" dirty="0"/>
              <a:t>Secure Remote Administration Simulation</a:t>
            </a:r>
          </a:p>
          <a:p>
            <a:pPr algn="ctr">
              <a:spcAft>
                <a:spcPts val="1200"/>
              </a:spcAft>
            </a:pPr>
            <a:r>
              <a:rPr lang="en-US" sz="3100" b="1" i="1" dirty="0"/>
              <a:t>(Command and Control - C2)</a:t>
            </a:r>
          </a:p>
          <a:p>
            <a:pPr algn="ctr">
              <a:spcAft>
                <a:spcPts val="1200"/>
              </a:spcAft>
            </a:pPr>
            <a:r>
              <a:rPr lang="en-US" sz="3200" b="1" dirty="0"/>
              <a:t>By</a:t>
            </a:r>
            <a:br>
              <a:rPr lang="en-US" sz="3200" b="1" dirty="0"/>
            </a:br>
            <a:r>
              <a:rPr lang="en-US" sz="3200" b="1" dirty="0"/>
              <a:t>OFUNNEKA JENNIFER OKONKWOABUTU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057525"/>
            <a:ext cx="2971800" cy="938568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baseline="30000" dirty="0">
                <a:solidFill>
                  <a:srgbClr val="007179"/>
                </a:solidFill>
              </a:rPr>
              <a:t>27th</a:t>
            </a:r>
            <a:r>
              <a:rPr lang="en-US" sz="2800" b="1" dirty="0">
                <a:solidFill>
                  <a:srgbClr val="007179"/>
                </a:solidFill>
              </a:rPr>
              <a:t>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74473" y="1339"/>
            <a:ext cx="8617527" cy="6856661"/>
          </a:xfrm>
          <a:custGeom>
            <a:avLst/>
            <a:gdLst>
              <a:gd name="connsiteX0" fmla="*/ 0 w 7259782"/>
              <a:gd name="connsiteY0" fmla="*/ 0 h 6856661"/>
              <a:gd name="connsiteX1" fmla="*/ 7259782 w 7259782"/>
              <a:gd name="connsiteY1" fmla="*/ 0 h 6856661"/>
              <a:gd name="connsiteX2" fmla="*/ 7259782 w 7259782"/>
              <a:gd name="connsiteY2" fmla="*/ 6856661 h 6856661"/>
              <a:gd name="connsiteX3" fmla="*/ 0 w 7259782"/>
              <a:gd name="connsiteY3" fmla="*/ 6856661 h 6856661"/>
              <a:gd name="connsiteX4" fmla="*/ 0 w 7259782"/>
              <a:gd name="connsiteY4" fmla="*/ 0 h 6856661"/>
              <a:gd name="connsiteX0-1" fmla="*/ 0 w 7259782"/>
              <a:gd name="connsiteY0-2" fmla="*/ 0 h 6856661"/>
              <a:gd name="connsiteX1-3" fmla="*/ 7259782 w 7259782"/>
              <a:gd name="connsiteY1-4" fmla="*/ 0 h 6856661"/>
              <a:gd name="connsiteX2-5" fmla="*/ 7259782 w 7259782"/>
              <a:gd name="connsiteY2-6" fmla="*/ 6856661 h 6856661"/>
              <a:gd name="connsiteX3-7" fmla="*/ 2309091 w 7259782"/>
              <a:gd name="connsiteY3-8" fmla="*/ 6838188 h 6856661"/>
              <a:gd name="connsiteX4-9" fmla="*/ 0 w 7259782"/>
              <a:gd name="connsiteY4-10" fmla="*/ 0 h 6856661"/>
              <a:gd name="connsiteX0-11" fmla="*/ 0 w 7259782"/>
              <a:gd name="connsiteY0-12" fmla="*/ 0 h 6856661"/>
              <a:gd name="connsiteX1-13" fmla="*/ 7259782 w 7259782"/>
              <a:gd name="connsiteY1-14" fmla="*/ 0 h 6856661"/>
              <a:gd name="connsiteX2-15" fmla="*/ 7259782 w 7259782"/>
              <a:gd name="connsiteY2-16" fmla="*/ 6856661 h 6856661"/>
              <a:gd name="connsiteX3-17" fmla="*/ 2318327 w 7259782"/>
              <a:gd name="connsiteY3-18" fmla="*/ 6856661 h 6856661"/>
              <a:gd name="connsiteX4-19" fmla="*/ 0 w 7259782"/>
              <a:gd name="connsiteY4-20" fmla="*/ 0 h 6856661"/>
              <a:gd name="connsiteX0-21" fmla="*/ 0 w 7259782"/>
              <a:gd name="connsiteY0-22" fmla="*/ 0 h 6856661"/>
              <a:gd name="connsiteX1-23" fmla="*/ 7259782 w 7259782"/>
              <a:gd name="connsiteY1-24" fmla="*/ 0 h 6856661"/>
              <a:gd name="connsiteX2-25" fmla="*/ 7259782 w 7259782"/>
              <a:gd name="connsiteY2-26" fmla="*/ 6856661 h 6856661"/>
              <a:gd name="connsiteX3-27" fmla="*/ 2586182 w 7259782"/>
              <a:gd name="connsiteY3-28" fmla="*/ 6828951 h 6856661"/>
              <a:gd name="connsiteX4-29" fmla="*/ 0 w 7259782"/>
              <a:gd name="connsiteY4-30" fmla="*/ 0 h 6856661"/>
              <a:gd name="connsiteX0-31" fmla="*/ 0 w 7259782"/>
              <a:gd name="connsiteY0-32" fmla="*/ 0 h 6856661"/>
              <a:gd name="connsiteX1-33" fmla="*/ 7259782 w 7259782"/>
              <a:gd name="connsiteY1-34" fmla="*/ 0 h 6856661"/>
              <a:gd name="connsiteX2-35" fmla="*/ 7259782 w 7259782"/>
              <a:gd name="connsiteY2-36" fmla="*/ 6856661 h 6856661"/>
              <a:gd name="connsiteX3-37" fmla="*/ 2807854 w 7259782"/>
              <a:gd name="connsiteY3-38" fmla="*/ 6819715 h 6856661"/>
              <a:gd name="connsiteX4-39" fmla="*/ 0 w 7259782"/>
              <a:gd name="connsiteY4-40" fmla="*/ 0 h 6856661"/>
              <a:gd name="connsiteX0-41" fmla="*/ 0 w 7259782"/>
              <a:gd name="connsiteY0-42" fmla="*/ 0 h 6856661"/>
              <a:gd name="connsiteX1-43" fmla="*/ 7259782 w 7259782"/>
              <a:gd name="connsiteY1-44" fmla="*/ 0 h 6856661"/>
              <a:gd name="connsiteX2-45" fmla="*/ 7259782 w 7259782"/>
              <a:gd name="connsiteY2-46" fmla="*/ 6856661 h 6856661"/>
              <a:gd name="connsiteX3-47" fmla="*/ 2807854 w 7259782"/>
              <a:gd name="connsiteY3-48" fmla="*/ 6847425 h 6856661"/>
              <a:gd name="connsiteX4-49" fmla="*/ 0 w 7259782"/>
              <a:gd name="connsiteY4-50" fmla="*/ 0 h 6856661"/>
              <a:gd name="connsiteX0-51" fmla="*/ 0 w 7259782"/>
              <a:gd name="connsiteY0-52" fmla="*/ 0 h 6856661"/>
              <a:gd name="connsiteX1-53" fmla="*/ 7259782 w 7259782"/>
              <a:gd name="connsiteY1-54" fmla="*/ 0 h 6856661"/>
              <a:gd name="connsiteX2-55" fmla="*/ 7259782 w 7259782"/>
              <a:gd name="connsiteY2-56" fmla="*/ 6856661 h 6856661"/>
              <a:gd name="connsiteX3-57" fmla="*/ 2798618 w 7259782"/>
              <a:gd name="connsiteY3-58" fmla="*/ 6856661 h 6856661"/>
              <a:gd name="connsiteX4-59" fmla="*/ 0 w 7259782"/>
              <a:gd name="connsiteY4-60" fmla="*/ 0 h 68566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259782" h="6856661">
                <a:moveTo>
                  <a:pt x="0" y="0"/>
                </a:moveTo>
                <a:lnTo>
                  <a:pt x="7259782" y="0"/>
                </a:lnTo>
                <a:lnTo>
                  <a:pt x="7259782" y="6856661"/>
                </a:lnTo>
                <a:lnTo>
                  <a:pt x="2798618" y="68566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08945" y="-5576"/>
            <a:ext cx="758305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u="sng" dirty="0">
                <a:solidFill>
                  <a:schemeClr val="bg1"/>
                </a:solidFill>
                <a:cs typeface="Arial" panose="020B0604020202020204" pitchFamily="34" charset="0"/>
              </a:rPr>
              <a:t>Agenda</a:t>
            </a:r>
            <a:endParaRPr lang="ko-KR" altLang="en-US" sz="5400" u="sng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6763559" y="4503904"/>
            <a:ext cx="5219174" cy="1465996"/>
            <a:chOff x="5680459" y="1490186"/>
            <a:chExt cx="5219174" cy="1465996"/>
          </a:xfrm>
        </p:grpSpPr>
        <p:sp>
          <p:nvSpPr>
            <p:cNvPr id="11" name="TextBox 10"/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05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67846" y="2002075"/>
              <a:ext cx="46444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Components</a:t>
              </a: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Logging</a:t>
              </a: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Detection Indicators</a:t>
              </a: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Detection Pipeline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4083" y="1536352"/>
              <a:ext cx="4455550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Architecture of Simulation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098467" y="1054384"/>
            <a:ext cx="6842966" cy="1153437"/>
            <a:chOff x="5680459" y="1490186"/>
            <a:chExt cx="5026212" cy="1153437"/>
          </a:xfrm>
        </p:grpSpPr>
        <p:sp>
          <p:nvSpPr>
            <p:cNvPr id="15" name="TextBox 14"/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01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62271" y="1944906"/>
              <a:ext cx="4644400" cy="698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 Command to Control (C2)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Remote Code Execution (RCE)</a:t>
              </a:r>
              <a:endParaRPr lang="ko-KR" altLang="en-US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Key Concepts Overview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692675" y="2195136"/>
            <a:ext cx="6290059" cy="887441"/>
            <a:chOff x="5680459" y="1490186"/>
            <a:chExt cx="6290059" cy="887441"/>
          </a:xfrm>
        </p:grpSpPr>
        <p:sp>
          <p:nvSpPr>
            <p:cNvPr id="19" name="TextBox 18"/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02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967846" y="2002075"/>
              <a:ext cx="6002672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en-US" altLang="ko-KR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44082" y="1536352"/>
              <a:ext cx="5212537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Attack Flow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004639" y="6034295"/>
            <a:ext cx="5310910" cy="819666"/>
            <a:chOff x="5680459" y="1490186"/>
            <a:chExt cx="4931788" cy="819666"/>
          </a:xfrm>
        </p:grpSpPr>
        <p:sp>
          <p:nvSpPr>
            <p:cNvPr id="23" name="TextBox 22"/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06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67846" y="2002075"/>
              <a:ext cx="464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endParaRPr lang="en-US" altLang="ko-KR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Simulation Demo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06333D-595C-4958-C289-35124E8F3241}"/>
              </a:ext>
            </a:extLst>
          </p:cNvPr>
          <p:cNvSpPr txBox="1"/>
          <p:nvPr/>
        </p:nvSpPr>
        <p:spPr>
          <a:xfrm>
            <a:off x="11327642" y="6306031"/>
            <a:ext cx="407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51DE9A-FE32-FC1D-3389-34AB1177ACBB}"/>
              </a:ext>
            </a:extLst>
          </p:cNvPr>
          <p:cNvGrpSpPr/>
          <p:nvPr/>
        </p:nvGrpSpPr>
        <p:grpSpPr>
          <a:xfrm>
            <a:off x="6170273" y="2941653"/>
            <a:ext cx="5219174" cy="819666"/>
            <a:chOff x="5680459" y="1490186"/>
            <a:chExt cx="5219174" cy="81966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C33423-BA3E-E0DC-4EC7-BDE5A555C8D0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03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269A4B-20DD-69E5-FBF1-B26832F334C4}"/>
                </a:ext>
              </a:extLst>
            </p:cNvPr>
            <p:cNvSpPr txBox="1"/>
            <p:nvPr/>
          </p:nvSpPr>
          <p:spPr>
            <a:xfrm>
              <a:off x="5967846" y="2002075"/>
              <a:ext cx="464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en-US" altLang="ko-KR" sz="1400" dirty="0">
                  <a:solidFill>
                    <a:schemeClr val="bg1"/>
                  </a:solidFill>
                  <a:cs typeface="Arial" panose="020B0604020202020204" pitchFamily="34" charset="0"/>
                </a:rPr>
                <a:t>Components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0E9E60-C8BF-5894-8035-D6B8C29125DE}"/>
                </a:ext>
              </a:extLst>
            </p:cNvPr>
            <p:cNvSpPr txBox="1"/>
            <p:nvPr/>
          </p:nvSpPr>
          <p:spPr>
            <a:xfrm>
              <a:off x="6444083" y="1536352"/>
              <a:ext cx="4455550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Detection Approach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3BDC644-F260-B244-E8FA-954351288E74}"/>
              </a:ext>
            </a:extLst>
          </p:cNvPr>
          <p:cNvGrpSpPr/>
          <p:nvPr/>
        </p:nvGrpSpPr>
        <p:grpSpPr>
          <a:xfrm>
            <a:off x="6471356" y="3810716"/>
            <a:ext cx="5310910" cy="819666"/>
            <a:chOff x="5680459" y="1490186"/>
            <a:chExt cx="4931788" cy="81966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0F9229D-A90E-A2DF-A342-9A17BF46389A}"/>
                </a:ext>
              </a:extLst>
            </p:cNvPr>
            <p:cNvSpPr txBox="1"/>
            <p:nvPr/>
          </p:nvSpPr>
          <p:spPr>
            <a:xfrm>
              <a:off x="5680459" y="1490186"/>
              <a:ext cx="763624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04</a:t>
              </a:r>
              <a:endParaRPr lang="ko-KR" altLang="en-US" sz="36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A04FD2F-7DE4-38EB-63CC-CE8DECF7DEAB}"/>
                </a:ext>
              </a:extLst>
            </p:cNvPr>
            <p:cNvSpPr txBox="1"/>
            <p:nvPr/>
          </p:nvSpPr>
          <p:spPr>
            <a:xfrm>
              <a:off x="5967846" y="2002075"/>
              <a:ext cx="4644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endParaRPr lang="en-US" altLang="ko-KR" sz="1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025336-C186-7780-5722-A744E0201B83}"/>
                </a:ext>
              </a:extLst>
            </p:cNvPr>
            <p:cNvSpPr txBox="1"/>
            <p:nvPr/>
          </p:nvSpPr>
          <p:spPr>
            <a:xfrm>
              <a:off x="6444083" y="1536352"/>
              <a:ext cx="4168164" cy="461665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Mitigation Strategies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162085"/>
            <a:ext cx="11573197" cy="724247"/>
          </a:xfrm>
        </p:spPr>
        <p:txBody>
          <a:bodyPr/>
          <a:lstStyle/>
          <a:p>
            <a:r>
              <a:rPr lang="en-US" u="sng" dirty="0"/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082" y="2197449"/>
            <a:ext cx="3000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Communication channel between attacker and compromised system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5279" y="3536781"/>
            <a:ext cx="3199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SOUTHEASTERN NIGERIA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 rot="17296004">
            <a:off x="6590043" y="2462329"/>
            <a:ext cx="881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Calibri" panose="020F0502020204030204" pitchFamily="34" charset="0"/>
              </a:rPr>
              <a:t>02</a:t>
            </a:r>
            <a:endParaRPr lang="ko-KR" altLang="en-US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96614" y="2086650"/>
            <a:ext cx="3000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Known for strong business networks and economic influence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35540" y="3920058"/>
            <a:ext cx="12161520" cy="0"/>
          </a:xfrm>
          <a:prstGeom prst="line">
            <a:avLst/>
          </a:prstGeom>
          <a:ln w="38100">
            <a:solidFill>
              <a:srgbClr val="0071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3284488" y="1128176"/>
            <a:ext cx="5623027" cy="5603373"/>
            <a:chOff x="2626759" y="1556927"/>
            <a:chExt cx="4139509" cy="4125039"/>
          </a:xfrm>
        </p:grpSpPr>
        <p:sp>
          <p:nvSpPr>
            <p:cNvPr id="19" name="Rounded Rectangle 2"/>
            <p:cNvSpPr/>
            <p:nvPr/>
          </p:nvSpPr>
          <p:spPr>
            <a:xfrm>
              <a:off x="3229303" y="2136064"/>
              <a:ext cx="2952328" cy="2952328"/>
            </a:xfrm>
            <a:prstGeom prst="roundRect">
              <a:avLst>
                <a:gd name="adj" fmla="val 8924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2000"/>
                  </a:schemeClr>
                </a:gs>
              </a:gsLst>
              <a:lin ang="5400000" scaled="1"/>
              <a:tileRect/>
            </a:gradFill>
            <a:ln w="15875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2700" b="1" dirty="0">
                <a:solidFill>
                  <a:schemeClr val="accent6"/>
                </a:solidFill>
              </a:endParaRPr>
            </a:p>
            <a:p>
              <a:pPr algn="ctr"/>
              <a:endParaRPr lang="en-US" altLang="ko-KR" sz="2700" b="1" dirty="0">
                <a:solidFill>
                  <a:schemeClr val="accent6"/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626759" y="2328608"/>
              <a:ext cx="1944996" cy="1759751"/>
              <a:chOff x="2626759" y="2328608"/>
              <a:chExt cx="1944996" cy="1759751"/>
            </a:xfrm>
          </p:grpSpPr>
          <p:sp>
            <p:nvSpPr>
              <p:cNvPr id="41" name="Rounded Rectangle 9"/>
              <p:cNvSpPr/>
              <p:nvPr/>
            </p:nvSpPr>
            <p:spPr>
              <a:xfrm>
                <a:off x="3153941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70000"/>
                    </a:schemeClr>
                  </a:gs>
                  <a:gs pos="100000">
                    <a:schemeClr val="accent1">
                      <a:lumMod val="7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2" name="Isosceles Triangle 20"/>
              <p:cNvSpPr/>
              <p:nvPr/>
            </p:nvSpPr>
            <p:spPr>
              <a:xfrm rot="2775881">
                <a:off x="3014447" y="1940920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 rot="5400000">
              <a:off x="4144458" y="1624437"/>
              <a:ext cx="1944996" cy="1809976"/>
              <a:chOff x="2661328" y="2278383"/>
              <a:chExt cx="1944996" cy="1809976"/>
            </a:xfrm>
            <a:solidFill>
              <a:srgbClr val="5BC5DD"/>
            </a:solidFill>
          </p:grpSpPr>
          <p:sp>
            <p:nvSpPr>
              <p:cNvPr id="39" name="Rounded Rectangle 9"/>
              <p:cNvSpPr/>
              <p:nvPr/>
            </p:nvSpPr>
            <p:spPr>
              <a:xfrm>
                <a:off x="3179867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70000"/>
                    </a:schemeClr>
                  </a:gs>
                  <a:gs pos="100000">
                    <a:schemeClr val="accent2">
                      <a:lumMod val="7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40" name="Isosceles Triangle 20"/>
              <p:cNvSpPr/>
              <p:nvPr/>
            </p:nvSpPr>
            <p:spPr>
              <a:xfrm rot="2775881">
                <a:off x="3049016" y="1890695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 rot="10800000">
              <a:off x="4821272" y="3175138"/>
              <a:ext cx="1944996" cy="1769792"/>
              <a:chOff x="2661327" y="2318567"/>
              <a:chExt cx="1944996" cy="1769792"/>
            </a:xfrm>
            <a:solidFill>
              <a:srgbClr val="FFB850"/>
            </a:solidFill>
          </p:grpSpPr>
          <p:sp>
            <p:nvSpPr>
              <p:cNvPr id="37" name="Rounded Rectangle 9"/>
              <p:cNvSpPr/>
              <p:nvPr/>
            </p:nvSpPr>
            <p:spPr>
              <a:xfrm>
                <a:off x="3179867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70000"/>
                    </a:schemeClr>
                  </a:gs>
                  <a:gs pos="100000">
                    <a:schemeClr val="accent3">
                      <a:lumMod val="7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8" name="Isosceles Triangle 20"/>
              <p:cNvSpPr/>
              <p:nvPr/>
            </p:nvSpPr>
            <p:spPr>
              <a:xfrm rot="2775881">
                <a:off x="3049015" y="1930879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 rot="16200000">
              <a:off x="3358911" y="3844667"/>
              <a:ext cx="1944996" cy="1729601"/>
              <a:chOff x="2644926" y="2358758"/>
              <a:chExt cx="1944996" cy="1729601"/>
            </a:xfrm>
            <a:solidFill>
              <a:srgbClr val="F57627"/>
            </a:solidFill>
          </p:grpSpPr>
          <p:sp>
            <p:nvSpPr>
              <p:cNvPr id="35" name="Rounded Rectangle 9"/>
              <p:cNvSpPr/>
              <p:nvPr/>
            </p:nvSpPr>
            <p:spPr>
              <a:xfrm>
                <a:off x="3162583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4">
                      <a:lumMod val="70000"/>
                    </a:schemeClr>
                  </a:gs>
                  <a:gs pos="0">
                    <a:srgbClr val="F57627">
                      <a:lumMod val="67000"/>
                    </a:srgb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36" name="Isosceles Triangle 20"/>
              <p:cNvSpPr/>
              <p:nvPr/>
            </p:nvSpPr>
            <p:spPr>
              <a:xfrm rot="2775881">
                <a:off x="3032614" y="1971070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 rot="18900000">
              <a:off x="3538348" y="2428284"/>
              <a:ext cx="648786" cy="385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Calibri" panose="020F0502020204030204" pitchFamily="34" charset="0"/>
                </a:rPr>
                <a:t>01</a:t>
              </a:r>
              <a:endParaRPr lang="ko-KR" altLang="en-US" sz="2800" b="1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 rot="18900000">
              <a:off x="5227951" y="4370708"/>
              <a:ext cx="648786" cy="385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Calibri" panose="020F0502020204030204" pitchFamily="34" charset="0"/>
                </a:rPr>
                <a:t>04</a:t>
              </a:r>
              <a:endParaRPr lang="ko-KR" altLang="en-US" sz="2800" b="1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 rot="18900000">
            <a:off x="6867640" y="2334745"/>
            <a:ext cx="881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Calibri" panose="020F0502020204030204" pitchFamily="34" charset="0"/>
              </a:rPr>
              <a:t>02</a:t>
            </a:r>
            <a:endParaRPr lang="ko-KR" altLang="en-US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49" name="Rectangle: Rounded Corners 48"/>
          <p:cNvSpPr/>
          <p:nvPr/>
        </p:nvSpPr>
        <p:spPr>
          <a:xfrm>
            <a:off x="2904836" y="1104865"/>
            <a:ext cx="6785061" cy="5310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Command &amp; Control</a:t>
            </a:r>
          </a:p>
        </p:txBody>
      </p:sp>
      <p:sp>
        <p:nvSpPr>
          <p:cNvPr id="50" name="Rectangle: Rounded Corners 49"/>
          <p:cNvSpPr/>
          <p:nvPr/>
        </p:nvSpPr>
        <p:spPr>
          <a:xfrm>
            <a:off x="2690283" y="6202181"/>
            <a:ext cx="6785061" cy="5310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Remote Code Execution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3775" y="4513784"/>
            <a:ext cx="2805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Ability to execute commands remotely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605663" y="4431896"/>
            <a:ext cx="30002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Influence often operates through informal networks, trust, and social dynamics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rot="18900000">
            <a:off x="4782101" y="4986746"/>
            <a:ext cx="881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Calibri" panose="020F0502020204030204" pitchFamily="34" charset="0"/>
              </a:rPr>
              <a:t>03</a:t>
            </a:r>
            <a:endParaRPr lang="ko-KR" altLang="en-US" sz="28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 rot="16200000">
            <a:off x="-620851" y="4983361"/>
            <a:ext cx="2096882" cy="646362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RCE</a:t>
            </a:r>
          </a:p>
        </p:txBody>
      </p:sp>
      <p:sp>
        <p:nvSpPr>
          <p:cNvPr id="55" name="Rectangle: Rounded Corners 54"/>
          <p:cNvSpPr/>
          <p:nvPr/>
        </p:nvSpPr>
        <p:spPr>
          <a:xfrm rot="16200000">
            <a:off x="-647037" y="2280906"/>
            <a:ext cx="2096882" cy="64636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7952" y="3327491"/>
            <a:ext cx="31997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u="sng">
                <a:solidFill>
                  <a:schemeClr val="accent4"/>
                </a:solidFill>
              </a:rPr>
              <a:t>Secure Remote Administration</a:t>
            </a:r>
            <a:endParaRPr lang="en-US" altLang="ko-KR" sz="2800" b="1" u="sng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5" grpId="0"/>
      <p:bldP spid="49" grpId="0" animBg="1"/>
      <p:bldP spid="50" grpId="0" animBg="1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168059"/>
            <a:ext cx="11573197" cy="724247"/>
          </a:xfrm>
        </p:spPr>
        <p:txBody>
          <a:bodyPr/>
          <a:lstStyle/>
          <a:p>
            <a:r>
              <a:rPr lang="en-US" u="sng" dirty="0"/>
              <a:t>Cultural Specificities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006853" y="2318360"/>
            <a:ext cx="2232000" cy="2232000"/>
            <a:chOff x="6929202" y="1639696"/>
            <a:chExt cx="2232000" cy="2232000"/>
          </a:xfrm>
        </p:grpSpPr>
        <p:sp>
          <p:nvSpPr>
            <p:cNvPr id="4" name="Oval 3"/>
            <p:cNvSpPr/>
            <p:nvPr/>
          </p:nvSpPr>
          <p:spPr>
            <a:xfrm>
              <a:off x="6929202" y="1639696"/>
              <a:ext cx="2232000" cy="2232000"/>
            </a:xfrm>
            <a:prstGeom prst="ellipse">
              <a:avLst/>
            </a:prstGeom>
            <a:solidFill>
              <a:schemeClr val="bg1">
                <a:lumMod val="8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7037202" y="1747696"/>
              <a:ext cx="2016000" cy="2016000"/>
            </a:xfrm>
            <a:prstGeom prst="ellipse">
              <a:avLst/>
            </a:prstGeom>
            <a:solidFill>
              <a:schemeClr val="bg1">
                <a:lumMod val="8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" name="Right Arrow 19"/>
          <p:cNvSpPr/>
          <p:nvPr/>
        </p:nvSpPr>
        <p:spPr>
          <a:xfrm>
            <a:off x="4303323" y="1448447"/>
            <a:ext cx="3592713" cy="3681835"/>
          </a:xfrm>
          <a:custGeom>
            <a:avLst/>
            <a:gdLst>
              <a:gd name="connsiteX0" fmla="*/ 1605124 w 3176186"/>
              <a:gd name="connsiteY0" fmla="*/ 1349556 h 3254975"/>
              <a:gd name="connsiteX1" fmla="*/ 1215939 w 3176186"/>
              <a:gd name="connsiteY1" fmla="*/ 1738741 h 3254975"/>
              <a:gd name="connsiteX2" fmla="*/ 1605124 w 3176186"/>
              <a:gd name="connsiteY2" fmla="*/ 2127926 h 3254975"/>
              <a:gd name="connsiteX3" fmla="*/ 1994309 w 3176186"/>
              <a:gd name="connsiteY3" fmla="*/ 1738741 h 3254975"/>
              <a:gd name="connsiteX4" fmla="*/ 1605124 w 3176186"/>
              <a:gd name="connsiteY4" fmla="*/ 1349556 h 3254975"/>
              <a:gd name="connsiteX5" fmla="*/ 1257037 w 3176186"/>
              <a:gd name="connsiteY5" fmla="*/ 0 h 3254975"/>
              <a:gd name="connsiteX6" fmla="*/ 1564306 w 3176186"/>
              <a:gd name="connsiteY6" fmla="*/ 407758 h 3254975"/>
              <a:gd name="connsiteX7" fmla="*/ 1385549 w 3176186"/>
              <a:gd name="connsiteY7" fmla="*/ 382636 h 3254975"/>
              <a:gd name="connsiteX8" fmla="*/ 1295073 w 3176186"/>
              <a:gd name="connsiteY8" fmla="*/ 1026408 h 3254975"/>
              <a:gd name="connsiteX9" fmla="*/ 1605125 w 3176186"/>
              <a:gd name="connsiteY9" fmla="*/ 960370 h 3254975"/>
              <a:gd name="connsiteX10" fmla="*/ 1682815 w 3176186"/>
              <a:gd name="connsiteY10" fmla="*/ 964293 h 3254975"/>
              <a:gd name="connsiteX11" fmla="*/ 2815159 w 3176186"/>
              <a:gd name="connsiteY11" fmla="*/ 964293 h 3254975"/>
              <a:gd name="connsiteX12" fmla="*/ 2815159 w 3176186"/>
              <a:gd name="connsiteY12" fmla="*/ 783779 h 3254975"/>
              <a:gd name="connsiteX13" fmla="*/ 3176186 w 3176186"/>
              <a:gd name="connsiteY13" fmla="*/ 1144806 h 3254975"/>
              <a:gd name="connsiteX14" fmla="*/ 2815159 w 3176186"/>
              <a:gd name="connsiteY14" fmla="*/ 1505833 h 3254975"/>
              <a:gd name="connsiteX15" fmla="*/ 2815159 w 3176186"/>
              <a:gd name="connsiteY15" fmla="*/ 1325320 h 3254975"/>
              <a:gd name="connsiteX16" fmla="*/ 2262381 w 3176186"/>
              <a:gd name="connsiteY16" fmla="*/ 1325320 h 3254975"/>
              <a:gd name="connsiteX17" fmla="*/ 2372257 w 3176186"/>
              <a:gd name="connsiteY17" fmla="*/ 1612055 h 3254975"/>
              <a:gd name="connsiteX18" fmla="*/ 2376543 w 3176186"/>
              <a:gd name="connsiteY18" fmla="*/ 1610662 h 3254975"/>
              <a:gd name="connsiteX19" fmla="*/ 2728027 w 3176186"/>
              <a:gd name="connsiteY19" fmla="*/ 2692416 h 3254975"/>
              <a:gd name="connsiteX20" fmla="*/ 2899706 w 3176186"/>
              <a:gd name="connsiteY20" fmla="*/ 2636635 h 3254975"/>
              <a:gd name="connsiteX21" fmla="*/ 2667912 w 3176186"/>
              <a:gd name="connsiteY21" fmla="*/ 3091555 h 3254975"/>
              <a:gd name="connsiteX22" fmla="*/ 2212991 w 3176186"/>
              <a:gd name="connsiteY22" fmla="*/ 2859761 h 3254975"/>
              <a:gd name="connsiteX23" fmla="*/ 2384669 w 3176186"/>
              <a:gd name="connsiteY23" fmla="*/ 2803980 h 3254975"/>
              <a:gd name="connsiteX24" fmla="*/ 2199905 w 3176186"/>
              <a:gd name="connsiteY24" fmla="*/ 2235333 h 3254975"/>
              <a:gd name="connsiteX25" fmla="*/ 1942157 w 3176186"/>
              <a:gd name="connsiteY25" fmla="*/ 2439955 h 3254975"/>
              <a:gd name="connsiteX26" fmla="*/ 1942462 w 3176186"/>
              <a:gd name="connsiteY26" fmla="*/ 2440375 h 3254975"/>
              <a:gd name="connsiteX27" fmla="*/ 1022266 w 3176186"/>
              <a:gd name="connsiteY27" fmla="*/ 3108936 h 3254975"/>
              <a:gd name="connsiteX28" fmla="*/ 1128370 w 3176186"/>
              <a:gd name="connsiteY28" fmla="*/ 3254975 h 3254975"/>
              <a:gd name="connsiteX29" fmla="*/ 624086 w 3176186"/>
              <a:gd name="connsiteY29" fmla="*/ 3175104 h 3254975"/>
              <a:gd name="connsiteX30" fmla="*/ 703957 w 3176186"/>
              <a:gd name="connsiteY30" fmla="*/ 2670821 h 3254975"/>
              <a:gd name="connsiteX31" fmla="*/ 810060 w 3176186"/>
              <a:gd name="connsiteY31" fmla="*/ 2816859 h 3254975"/>
              <a:gd name="connsiteX32" fmla="*/ 1305419 w 3176186"/>
              <a:gd name="connsiteY32" fmla="*/ 2456959 h 3254975"/>
              <a:gd name="connsiteX33" fmla="*/ 1097326 w 3176186"/>
              <a:gd name="connsiteY33" fmla="*/ 2326940 h 3254975"/>
              <a:gd name="connsiteX34" fmla="*/ 185974 w 3176186"/>
              <a:gd name="connsiteY34" fmla="*/ 1664804 h 3254975"/>
              <a:gd name="connsiteX35" fmla="*/ 79871 w 3176186"/>
              <a:gd name="connsiteY35" fmla="*/ 1810843 h 3254975"/>
              <a:gd name="connsiteX36" fmla="*/ 0 w 3176186"/>
              <a:gd name="connsiteY36" fmla="*/ 1306559 h 3254975"/>
              <a:gd name="connsiteX37" fmla="*/ 504283 w 3176186"/>
              <a:gd name="connsiteY37" fmla="*/ 1226689 h 3254975"/>
              <a:gd name="connsiteX38" fmla="*/ 398181 w 3176186"/>
              <a:gd name="connsiteY38" fmla="*/ 1372727 h 3254975"/>
              <a:gd name="connsiteX39" fmla="*/ 829415 w 3176186"/>
              <a:gd name="connsiteY39" fmla="*/ 1686037 h 3254975"/>
              <a:gd name="connsiteX40" fmla="*/ 882077 w 3176186"/>
              <a:gd name="connsiteY40" fmla="*/ 1460480 h 3254975"/>
              <a:gd name="connsiteX41" fmla="*/ 1028036 w 3176186"/>
              <a:gd name="connsiteY41" fmla="*/ 332391 h 3254975"/>
              <a:gd name="connsiteX42" fmla="*/ 849279 w 3176186"/>
              <a:gd name="connsiteY42" fmla="*/ 307268 h 3254975"/>
              <a:gd name="connsiteX43" fmla="*/ 1257037 w 3176186"/>
              <a:gd name="connsiteY43" fmla="*/ 0 h 325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176186" h="3254975">
                <a:moveTo>
                  <a:pt x="1605124" y="1349556"/>
                </a:moveTo>
                <a:cubicBezTo>
                  <a:pt x="1390183" y="1349556"/>
                  <a:pt x="1215939" y="1523800"/>
                  <a:pt x="1215939" y="1738741"/>
                </a:cubicBezTo>
                <a:cubicBezTo>
                  <a:pt x="1215939" y="1953682"/>
                  <a:pt x="1390183" y="2127926"/>
                  <a:pt x="1605124" y="2127926"/>
                </a:cubicBezTo>
                <a:cubicBezTo>
                  <a:pt x="1820065" y="2127926"/>
                  <a:pt x="1994309" y="1953682"/>
                  <a:pt x="1994309" y="1738741"/>
                </a:cubicBezTo>
                <a:cubicBezTo>
                  <a:pt x="1994309" y="1523800"/>
                  <a:pt x="1820065" y="1349556"/>
                  <a:pt x="1605124" y="1349556"/>
                </a:cubicBezTo>
                <a:close/>
                <a:moveTo>
                  <a:pt x="1257037" y="0"/>
                </a:moveTo>
                <a:lnTo>
                  <a:pt x="1564306" y="407758"/>
                </a:lnTo>
                <a:lnTo>
                  <a:pt x="1385549" y="382636"/>
                </a:lnTo>
                <a:lnTo>
                  <a:pt x="1295073" y="1026408"/>
                </a:lnTo>
                <a:cubicBezTo>
                  <a:pt x="1389570" y="983381"/>
                  <a:pt x="1494660" y="960370"/>
                  <a:pt x="1605125" y="960370"/>
                </a:cubicBezTo>
                <a:lnTo>
                  <a:pt x="1682815" y="964293"/>
                </a:lnTo>
                <a:lnTo>
                  <a:pt x="2815159" y="964293"/>
                </a:lnTo>
                <a:lnTo>
                  <a:pt x="2815159" y="783779"/>
                </a:lnTo>
                <a:lnTo>
                  <a:pt x="3176186" y="1144806"/>
                </a:lnTo>
                <a:lnTo>
                  <a:pt x="2815159" y="1505833"/>
                </a:lnTo>
                <a:lnTo>
                  <a:pt x="2815159" y="1325320"/>
                </a:lnTo>
                <a:lnTo>
                  <a:pt x="2262381" y="1325320"/>
                </a:lnTo>
                <a:cubicBezTo>
                  <a:pt x="2317795" y="1410538"/>
                  <a:pt x="2355974" y="1507654"/>
                  <a:pt x="2372257" y="1612055"/>
                </a:cubicBezTo>
                <a:lnTo>
                  <a:pt x="2376543" y="1610662"/>
                </a:lnTo>
                <a:lnTo>
                  <a:pt x="2728027" y="2692416"/>
                </a:lnTo>
                <a:lnTo>
                  <a:pt x="2899706" y="2636635"/>
                </a:lnTo>
                <a:lnTo>
                  <a:pt x="2667912" y="3091555"/>
                </a:lnTo>
                <a:lnTo>
                  <a:pt x="2212991" y="2859761"/>
                </a:lnTo>
                <a:lnTo>
                  <a:pt x="2384669" y="2803980"/>
                </a:lnTo>
                <a:lnTo>
                  <a:pt x="2199905" y="2235333"/>
                </a:lnTo>
                <a:cubicBezTo>
                  <a:pt x="2130386" y="2321260"/>
                  <a:pt x="2042482" y="2391310"/>
                  <a:pt x="1942157" y="2439955"/>
                </a:cubicBezTo>
                <a:lnTo>
                  <a:pt x="1942462" y="2440375"/>
                </a:lnTo>
                <a:lnTo>
                  <a:pt x="1022266" y="3108936"/>
                </a:lnTo>
                <a:lnTo>
                  <a:pt x="1128370" y="3254975"/>
                </a:lnTo>
                <a:lnTo>
                  <a:pt x="624086" y="3175104"/>
                </a:lnTo>
                <a:lnTo>
                  <a:pt x="703957" y="2670821"/>
                </a:lnTo>
                <a:lnTo>
                  <a:pt x="810060" y="2816859"/>
                </a:lnTo>
                <a:lnTo>
                  <a:pt x="1305419" y="2456959"/>
                </a:lnTo>
                <a:cubicBezTo>
                  <a:pt x="1228817" y="2425055"/>
                  <a:pt x="1158426" y="2381246"/>
                  <a:pt x="1097326" y="2326940"/>
                </a:cubicBezTo>
                <a:lnTo>
                  <a:pt x="185974" y="1664804"/>
                </a:lnTo>
                <a:lnTo>
                  <a:pt x="79871" y="1810843"/>
                </a:lnTo>
                <a:lnTo>
                  <a:pt x="0" y="1306559"/>
                </a:lnTo>
                <a:lnTo>
                  <a:pt x="504283" y="1226689"/>
                </a:lnTo>
                <a:lnTo>
                  <a:pt x="398181" y="1372727"/>
                </a:lnTo>
                <a:lnTo>
                  <a:pt x="829415" y="1686037"/>
                </a:lnTo>
                <a:cubicBezTo>
                  <a:pt x="834556" y="1606591"/>
                  <a:pt x="851648" y="1530410"/>
                  <a:pt x="882077" y="1460480"/>
                </a:cubicBezTo>
                <a:lnTo>
                  <a:pt x="1028036" y="332391"/>
                </a:lnTo>
                <a:lnTo>
                  <a:pt x="849279" y="307268"/>
                </a:lnTo>
                <a:lnTo>
                  <a:pt x="125703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80254" y="3144902"/>
            <a:ext cx="857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441882" y="4596446"/>
            <a:ext cx="3316459" cy="487159"/>
            <a:chOff x="80902" y="1129566"/>
            <a:chExt cx="3303444" cy="487159"/>
          </a:xfrm>
        </p:grpSpPr>
        <p:sp>
          <p:nvSpPr>
            <p:cNvPr id="9" name="TextBox 8"/>
            <p:cNvSpPr txBox="1"/>
            <p:nvPr/>
          </p:nvSpPr>
          <p:spPr>
            <a:xfrm>
              <a:off x="80902" y="1129566"/>
              <a:ext cx="330344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Respect is visible and performative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2915" y="1339726"/>
              <a:ext cx="32914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(greetings, tone, public behavior)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85783" y="2405640"/>
            <a:ext cx="3304399" cy="1072649"/>
            <a:chOff x="92915" y="1037233"/>
            <a:chExt cx="3291431" cy="1072649"/>
          </a:xfrm>
        </p:grpSpPr>
        <p:sp>
          <p:nvSpPr>
            <p:cNvPr id="12" name="TextBox 11"/>
            <p:cNvSpPr txBox="1"/>
            <p:nvPr/>
          </p:nvSpPr>
          <p:spPr>
            <a:xfrm>
              <a:off x="1274153" y="1037233"/>
              <a:ext cx="211019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Hierarchy exists </a:t>
              </a:r>
              <a:r>
                <a:rPr lang="en-US" altLang="ko-KR" sz="1200" b="1" dirty="0">
                  <a:solidFill>
                    <a:srgbClr val="FF0000"/>
                  </a:solidFill>
                  <a:cs typeface="Arial" panose="020B0604020202020204" pitchFamily="34" charset="0"/>
                </a:rPr>
                <a:t>but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Authority must be earned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2915" y="1463551"/>
              <a:ext cx="32914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PDI, Ascription, Power Distance</a:t>
              </a:r>
              <a:b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</a:b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Elders and senior staff shape acceptance of ideas and decisions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178360" y="1120240"/>
            <a:ext cx="3304398" cy="726417"/>
            <a:chOff x="80902" y="1129566"/>
            <a:chExt cx="3303444" cy="726417"/>
          </a:xfrm>
        </p:grpSpPr>
        <p:sp>
          <p:nvSpPr>
            <p:cNvPr id="15" name="TextBox 14"/>
            <p:cNvSpPr txBox="1"/>
            <p:nvPr/>
          </p:nvSpPr>
          <p:spPr>
            <a:xfrm>
              <a:off x="80902" y="1129566"/>
              <a:ext cx="330344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Relationships drive business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2915" y="1394318"/>
              <a:ext cx="32914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Particularism, In-Group Collectivism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Invest time in personal trust and networks.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098500" y="2354361"/>
            <a:ext cx="3304398" cy="955229"/>
            <a:chOff x="80902" y="1037233"/>
            <a:chExt cx="3303444" cy="955229"/>
          </a:xfrm>
        </p:grpSpPr>
        <p:sp>
          <p:nvSpPr>
            <p:cNvPr id="18" name="TextBox 17"/>
            <p:cNvSpPr txBox="1"/>
            <p:nvPr/>
          </p:nvSpPr>
          <p:spPr>
            <a:xfrm>
              <a:off x="80902" y="1037233"/>
              <a:ext cx="3303442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Indirect and Expressive communication is normal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2915" y="1530797"/>
              <a:ext cx="32914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(Affective, Emotional Communication) → Convey meaning subtly or through stories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570206" y="4596446"/>
            <a:ext cx="3304398" cy="544309"/>
            <a:chOff x="80902" y="1129566"/>
            <a:chExt cx="3303444" cy="544309"/>
          </a:xfrm>
        </p:grpSpPr>
        <p:sp>
          <p:nvSpPr>
            <p:cNvPr id="21" name="TextBox 20"/>
            <p:cNvSpPr txBox="1"/>
            <p:nvPr/>
          </p:nvSpPr>
          <p:spPr>
            <a:xfrm>
              <a:off x="80902" y="1129566"/>
              <a:ext cx="330344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Strong informal influence networks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2915" y="1396876"/>
              <a:ext cx="32914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(not visible on organizational charts)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3" name="Rectangle 130"/>
          <p:cNvSpPr/>
          <p:nvPr/>
        </p:nvSpPr>
        <p:spPr>
          <a:xfrm>
            <a:off x="5283092" y="4643949"/>
            <a:ext cx="244706" cy="245817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Rectangle 9"/>
          <p:cNvSpPr/>
          <p:nvPr/>
        </p:nvSpPr>
        <p:spPr>
          <a:xfrm>
            <a:off x="7062092" y="4385904"/>
            <a:ext cx="258465" cy="25804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ectangle 16"/>
          <p:cNvSpPr/>
          <p:nvPr/>
        </p:nvSpPr>
        <p:spPr>
          <a:xfrm>
            <a:off x="7296214" y="2648137"/>
            <a:ext cx="273993" cy="180072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Round Same Side Corner Rectangle 36"/>
          <p:cNvSpPr>
            <a:spLocks noChangeAspect="1"/>
          </p:cNvSpPr>
          <p:nvPr/>
        </p:nvSpPr>
        <p:spPr>
          <a:xfrm>
            <a:off x="5533812" y="1737610"/>
            <a:ext cx="275302" cy="217658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7" name="Oval 21"/>
          <p:cNvSpPr>
            <a:spLocks noChangeAspect="1"/>
          </p:cNvSpPr>
          <p:nvPr/>
        </p:nvSpPr>
        <p:spPr>
          <a:xfrm>
            <a:off x="4521008" y="3036177"/>
            <a:ext cx="265503" cy="26772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: Rounded Corners 29"/>
          <p:cNvSpPr/>
          <p:nvPr/>
        </p:nvSpPr>
        <p:spPr>
          <a:xfrm>
            <a:off x="4303323" y="5429983"/>
            <a:ext cx="4016568" cy="611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Strong entrepreneurial mindset </a:t>
            </a:r>
            <a:r>
              <a:rPr lang="en-US" dirty="0"/>
              <a:t>(people think independently)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95850"/>
            <a:ext cx="12192000" cy="196215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flipH="1">
            <a:off x="-352425" y="5115222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ko-KR" sz="5400" spc="3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301409"/>
            <a:ext cx="11573197" cy="724247"/>
          </a:xfrm>
        </p:spPr>
        <p:txBody>
          <a:bodyPr/>
          <a:lstStyle/>
          <a:p>
            <a:r>
              <a:rPr lang="en-US" u="sng" dirty="0"/>
              <a:t>Relationship Dynamics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223794" y="1848164"/>
            <a:ext cx="3744414" cy="3744416"/>
            <a:chOff x="2699794" y="1988840"/>
            <a:chExt cx="3744414" cy="3744416"/>
          </a:xfrm>
        </p:grpSpPr>
        <p:sp>
          <p:nvSpPr>
            <p:cNvPr id="4" name="Block Arc 20"/>
            <p:cNvSpPr/>
            <p:nvPr/>
          </p:nvSpPr>
          <p:spPr>
            <a:xfrm rot="5400000">
              <a:off x="4570246" y="2375755"/>
              <a:ext cx="2260846" cy="1487016"/>
            </a:xfrm>
            <a:custGeom>
              <a:avLst/>
              <a:gdLst/>
              <a:ahLst/>
              <a:cxnLst/>
              <a:rect l="l" t="t" r="r" b="b"/>
              <a:pathLst>
                <a:path w="2260846" h="1487016">
                  <a:moveTo>
                    <a:pt x="126" y="1487016"/>
                  </a:moveTo>
                  <a:cubicBezTo>
                    <a:pt x="-4997" y="1096104"/>
                    <a:pt x="146037" y="719300"/>
                    <a:pt x="419742" y="440151"/>
                  </a:cubicBezTo>
                  <a:cubicBezTo>
                    <a:pt x="693447" y="161002"/>
                    <a:pt x="1067203" y="2576"/>
                    <a:pt x="1458140" y="0"/>
                  </a:cubicBezTo>
                  <a:lnTo>
                    <a:pt x="1460343" y="334356"/>
                  </a:lnTo>
                  <a:lnTo>
                    <a:pt x="2018530" y="334356"/>
                  </a:lnTo>
                  <a:lnTo>
                    <a:pt x="2018530" y="213198"/>
                  </a:lnTo>
                  <a:lnTo>
                    <a:pt x="2260846" y="455514"/>
                  </a:lnTo>
                  <a:lnTo>
                    <a:pt x="2018530" y="697830"/>
                  </a:lnTo>
                  <a:lnTo>
                    <a:pt x="2018530" y="576672"/>
                  </a:lnTo>
                  <a:lnTo>
                    <a:pt x="1461940" y="576672"/>
                  </a:lnTo>
                  <a:cubicBezTo>
                    <a:pt x="1462705" y="692809"/>
                    <a:pt x="1463470" y="808946"/>
                    <a:pt x="1464235" y="925083"/>
                  </a:cubicBezTo>
                  <a:cubicBezTo>
                    <a:pt x="1319690" y="926035"/>
                    <a:pt x="1181497" y="984612"/>
                    <a:pt x="1080298" y="1087824"/>
                  </a:cubicBezTo>
                  <a:cubicBezTo>
                    <a:pt x="979099" y="1191036"/>
                    <a:pt x="923255" y="1330356"/>
                    <a:pt x="925149" y="14748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21"/>
            <p:cNvSpPr/>
            <p:nvPr/>
          </p:nvSpPr>
          <p:spPr>
            <a:xfrm rot="10800000">
              <a:off x="4167603" y="4223716"/>
              <a:ext cx="2276605" cy="1509539"/>
            </a:xfrm>
            <a:custGeom>
              <a:avLst/>
              <a:gdLst/>
              <a:ahLst/>
              <a:cxnLst/>
              <a:rect l="l" t="t" r="r" b="b"/>
              <a:pathLst>
                <a:path w="2276605" h="1509539">
                  <a:moveTo>
                    <a:pt x="593" y="1509539"/>
                  </a:moveTo>
                  <a:cubicBezTo>
                    <a:pt x="-10743" y="1110932"/>
                    <a:pt x="140588" y="724868"/>
                    <a:pt x="419780" y="440143"/>
                  </a:cubicBezTo>
                  <a:cubicBezTo>
                    <a:pt x="698972" y="155419"/>
                    <a:pt x="1081993" y="-3457"/>
                    <a:pt x="1480746" y="57"/>
                  </a:cubicBezTo>
                  <a:lnTo>
                    <a:pt x="1478073" y="303452"/>
                  </a:lnTo>
                  <a:lnTo>
                    <a:pt x="2034289" y="303452"/>
                  </a:lnTo>
                  <a:lnTo>
                    <a:pt x="2034289" y="182294"/>
                  </a:lnTo>
                  <a:lnTo>
                    <a:pt x="2276605" y="424610"/>
                  </a:lnTo>
                  <a:lnTo>
                    <a:pt x="2034289" y="666926"/>
                  </a:lnTo>
                  <a:lnTo>
                    <a:pt x="2034289" y="545768"/>
                  </a:lnTo>
                  <a:lnTo>
                    <a:pt x="1475937" y="545768"/>
                  </a:lnTo>
                  <a:lnTo>
                    <a:pt x="1472760" y="906248"/>
                  </a:lnTo>
                  <a:cubicBezTo>
                    <a:pt x="1320197" y="904903"/>
                    <a:pt x="1173654" y="965689"/>
                    <a:pt x="1066835" y="1074625"/>
                  </a:cubicBezTo>
                  <a:cubicBezTo>
                    <a:pt x="960016" y="1183560"/>
                    <a:pt x="902117" y="1331268"/>
                    <a:pt x="906454" y="14837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22"/>
            <p:cNvSpPr/>
            <p:nvPr/>
          </p:nvSpPr>
          <p:spPr>
            <a:xfrm rot="16200000">
              <a:off x="2295412" y="3861064"/>
              <a:ext cx="2276605" cy="1467779"/>
            </a:xfrm>
            <a:custGeom>
              <a:avLst/>
              <a:gdLst/>
              <a:ahLst/>
              <a:cxnLst/>
              <a:rect l="l" t="t" r="r" b="b"/>
              <a:pathLst>
                <a:path w="2276605" h="1467779">
                  <a:moveTo>
                    <a:pt x="2276605" y="442016"/>
                  </a:moveTo>
                  <a:lnTo>
                    <a:pt x="2034289" y="684332"/>
                  </a:lnTo>
                  <a:lnTo>
                    <a:pt x="2034289" y="563174"/>
                  </a:lnTo>
                  <a:lnTo>
                    <a:pt x="1461851" y="563174"/>
                  </a:lnTo>
                  <a:cubicBezTo>
                    <a:pt x="1462645" y="683810"/>
                    <a:pt x="1463440" y="804446"/>
                    <a:pt x="1464235" y="925082"/>
                  </a:cubicBezTo>
                  <a:cubicBezTo>
                    <a:pt x="1165908" y="927048"/>
                    <a:pt x="925103" y="1169444"/>
                    <a:pt x="925103" y="1467778"/>
                  </a:cubicBezTo>
                  <a:lnTo>
                    <a:pt x="0" y="1467779"/>
                  </a:lnTo>
                  <a:cubicBezTo>
                    <a:pt x="0" y="660904"/>
                    <a:pt x="651282" y="5316"/>
                    <a:pt x="1458140" y="0"/>
                  </a:cubicBezTo>
                  <a:lnTo>
                    <a:pt x="1460254" y="320858"/>
                  </a:lnTo>
                  <a:lnTo>
                    <a:pt x="2034289" y="320858"/>
                  </a:lnTo>
                  <a:lnTo>
                    <a:pt x="2034289" y="1997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7" name="Rounded Rectangle 9"/>
            <p:cNvSpPr/>
            <p:nvPr/>
          </p:nvSpPr>
          <p:spPr>
            <a:xfrm>
              <a:off x="3771050" y="3068111"/>
              <a:ext cx="1584000" cy="1584176"/>
            </a:xfrm>
            <a:prstGeom prst="roundRect">
              <a:avLst>
                <a:gd name="adj" fmla="val 30355"/>
              </a:avLst>
            </a:prstGeom>
            <a:solidFill>
              <a:schemeClr val="accent6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8" name="Up Arrow 23"/>
            <p:cNvSpPr/>
            <p:nvPr/>
          </p:nvSpPr>
          <p:spPr>
            <a:xfrm rot="5400000">
              <a:off x="3094948" y="1593716"/>
              <a:ext cx="1486295" cy="2276604"/>
            </a:xfrm>
            <a:custGeom>
              <a:avLst/>
              <a:gdLst/>
              <a:ahLst/>
              <a:cxnLst/>
              <a:rect l="l" t="t" r="r" b="b"/>
              <a:pathLst>
                <a:path w="1486295" h="2276604">
                  <a:moveTo>
                    <a:pt x="0" y="818464"/>
                  </a:moveTo>
                  <a:lnTo>
                    <a:pt x="327724" y="816305"/>
                  </a:lnTo>
                  <a:lnTo>
                    <a:pt x="327724" y="242316"/>
                  </a:lnTo>
                  <a:lnTo>
                    <a:pt x="206566" y="242316"/>
                  </a:lnTo>
                  <a:lnTo>
                    <a:pt x="448882" y="0"/>
                  </a:lnTo>
                  <a:lnTo>
                    <a:pt x="691198" y="242316"/>
                  </a:lnTo>
                  <a:lnTo>
                    <a:pt x="570040" y="242316"/>
                  </a:lnTo>
                  <a:lnTo>
                    <a:pt x="570040" y="814708"/>
                  </a:lnTo>
                  <a:cubicBezTo>
                    <a:pt x="688388" y="813929"/>
                    <a:pt x="806735" y="813149"/>
                    <a:pt x="925083" y="812370"/>
                  </a:cubicBezTo>
                  <a:cubicBezTo>
                    <a:pt x="926035" y="956869"/>
                    <a:pt x="984574" y="1095021"/>
                    <a:pt x="1087729" y="1196214"/>
                  </a:cubicBezTo>
                  <a:cubicBezTo>
                    <a:pt x="1190884" y="1297406"/>
                    <a:pt x="1330135" y="1353282"/>
                    <a:pt x="1474625" y="1351460"/>
                  </a:cubicBezTo>
                  <a:lnTo>
                    <a:pt x="1486295" y="2276488"/>
                  </a:lnTo>
                  <a:cubicBezTo>
                    <a:pt x="1095506" y="2281418"/>
                    <a:pt x="718886" y="2130296"/>
                    <a:pt x="439894" y="1856610"/>
                  </a:cubicBezTo>
                  <a:cubicBezTo>
                    <a:pt x="160901" y="1582924"/>
                    <a:pt x="2575" y="1209276"/>
                    <a:pt x="0" y="8184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054255" y="2074058"/>
            <a:ext cx="3327107" cy="1052252"/>
            <a:chOff x="2079598" y="4324401"/>
            <a:chExt cx="4492794" cy="1052252"/>
          </a:xfrm>
        </p:grpSpPr>
        <p:sp>
          <p:nvSpPr>
            <p:cNvPr id="11" name="TextBox 10"/>
            <p:cNvSpPr txBox="1"/>
            <p:nvPr/>
          </p:nvSpPr>
          <p:spPr>
            <a:xfrm>
              <a:off x="2098431" y="4730322"/>
              <a:ext cx="44282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Society and workplaces are hierarchical; Seniors have earned authority, juniors show respect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79598" y="4324401"/>
              <a:ext cx="4492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Hierarchy exists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8126211" y="4013365"/>
            <a:ext cx="3327107" cy="511470"/>
            <a:chOff x="2079598" y="4324401"/>
            <a:chExt cx="4492794" cy="511470"/>
          </a:xfrm>
        </p:grpSpPr>
        <p:sp>
          <p:nvSpPr>
            <p:cNvPr id="14" name="TextBox 13"/>
            <p:cNvSpPr txBox="1"/>
            <p:nvPr/>
          </p:nvSpPr>
          <p:spPr>
            <a:xfrm>
              <a:off x="2098431" y="4558872"/>
              <a:ext cx="44282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Indirect and emotional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79598" y="4324401"/>
              <a:ext cx="4492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Communications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96234" y="2112793"/>
            <a:ext cx="3800578" cy="880802"/>
            <a:chOff x="1441973" y="4324401"/>
            <a:chExt cx="5130419" cy="880802"/>
          </a:xfrm>
        </p:grpSpPr>
        <p:sp>
          <p:nvSpPr>
            <p:cNvPr id="17" name="TextBox 16"/>
            <p:cNvSpPr txBox="1"/>
            <p:nvPr/>
          </p:nvSpPr>
          <p:spPr>
            <a:xfrm>
              <a:off x="1441973" y="4558872"/>
              <a:ext cx="50846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Respect flows through age, status, and behavior.</a:t>
              </a:r>
              <a:b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</a:b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Elders and authority must be respected </a:t>
              </a:r>
              <a:b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</a:b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079598" y="4324401"/>
              <a:ext cx="4492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Social Norms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95878" y="4013365"/>
            <a:ext cx="3328230" cy="880802"/>
            <a:chOff x="2079598" y="4324401"/>
            <a:chExt cx="4492794" cy="880802"/>
          </a:xfrm>
        </p:grpSpPr>
        <p:sp>
          <p:nvSpPr>
            <p:cNvPr id="20" name="TextBox 19"/>
            <p:cNvSpPr txBox="1"/>
            <p:nvPr/>
          </p:nvSpPr>
          <p:spPr>
            <a:xfrm>
              <a:off x="2098432" y="4558872"/>
              <a:ext cx="44282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Work and personal life often overlap;</a:t>
              </a:r>
            </a:p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Loyalty is earned, not automatic and community is key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79598" y="4324401"/>
              <a:ext cx="4492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Relationships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2" name="Isosceles Triangle 8"/>
          <p:cNvSpPr/>
          <p:nvPr/>
        </p:nvSpPr>
        <p:spPr>
          <a:xfrm rot="16200000">
            <a:off x="7152899" y="4473113"/>
            <a:ext cx="400465" cy="477460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Oval 7"/>
          <p:cNvSpPr/>
          <p:nvPr/>
        </p:nvSpPr>
        <p:spPr>
          <a:xfrm>
            <a:off x="6995558" y="2367298"/>
            <a:ext cx="424718" cy="42471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Rectangle 16"/>
          <p:cNvSpPr/>
          <p:nvPr/>
        </p:nvSpPr>
        <p:spPr>
          <a:xfrm>
            <a:off x="4754196" y="4652660"/>
            <a:ext cx="463325" cy="304504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Donut 24"/>
          <p:cNvSpPr/>
          <p:nvPr/>
        </p:nvSpPr>
        <p:spPr>
          <a:xfrm>
            <a:off x="5805326" y="3016656"/>
            <a:ext cx="581348" cy="586080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Oval 21"/>
          <p:cNvSpPr>
            <a:spLocks noChangeAspect="1"/>
          </p:cNvSpPr>
          <p:nvPr/>
        </p:nvSpPr>
        <p:spPr>
          <a:xfrm>
            <a:off x="4733230" y="2376921"/>
            <a:ext cx="448968" cy="452717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Rectangle: Rounded Corners 28"/>
          <p:cNvSpPr/>
          <p:nvPr/>
        </p:nvSpPr>
        <p:spPr>
          <a:xfrm>
            <a:off x="3369873" y="6230246"/>
            <a:ext cx="5707452" cy="486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To help leaders </a:t>
            </a:r>
            <a:r>
              <a:rPr lang="en-US" b="1" i="1" dirty="0"/>
              <a:t>build strong relationships quickly</a:t>
            </a:r>
            <a:r>
              <a:rPr lang="en-US" i="1" dirty="0"/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7771" y="3646792"/>
            <a:ext cx="17707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3"/>
                </a:solidFill>
              </a:rPr>
              <a:t>Driven by entrepreneurial mindset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215684"/>
            <a:ext cx="11573197" cy="724247"/>
          </a:xfrm>
        </p:spPr>
        <p:txBody>
          <a:bodyPr/>
          <a:lstStyle/>
          <a:p>
            <a:pPr lvl="0">
              <a:defRPr/>
            </a:pPr>
            <a:r>
              <a:rPr lang="en-US" u="sng" dirty="0">
                <a:solidFill>
                  <a:srgbClr val="1B5251">
                    <a:lumMod val="85000"/>
                    <a:lumOff val="15000"/>
                  </a:srgbClr>
                </a:solidFill>
              </a:rPr>
              <a:t>Organizational Dynamics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356674" y="1754526"/>
            <a:ext cx="3486149" cy="2833560"/>
            <a:chOff x="2676526" y="2041913"/>
            <a:chExt cx="3486148" cy="2833560"/>
          </a:xfrm>
        </p:grpSpPr>
        <p:grpSp>
          <p:nvGrpSpPr>
            <p:cNvPr id="4" name="Group 3"/>
            <p:cNvGrpSpPr/>
            <p:nvPr/>
          </p:nvGrpSpPr>
          <p:grpSpPr>
            <a:xfrm>
              <a:off x="2745022" y="2041913"/>
              <a:ext cx="3417652" cy="2755290"/>
              <a:chOff x="2745022" y="2041913"/>
              <a:chExt cx="3417652" cy="2755290"/>
            </a:xfrm>
            <a:solidFill>
              <a:srgbClr val="FAB117"/>
            </a:solidFill>
          </p:grpSpPr>
          <p:sp>
            <p:nvSpPr>
              <p:cNvPr id="6" name="Freeform 3"/>
              <p:cNvSpPr/>
              <p:nvPr/>
            </p:nvSpPr>
            <p:spPr>
              <a:xfrm>
                <a:off x="2901403" y="2041913"/>
                <a:ext cx="3261271" cy="1993269"/>
              </a:xfrm>
              <a:custGeom>
                <a:avLst/>
                <a:gdLst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962025 w 3228975"/>
                  <a:gd name="connsiteY4" fmla="*/ 19050 h 1866900"/>
                  <a:gd name="connsiteX5" fmla="*/ 2105025 w 3228975"/>
                  <a:gd name="connsiteY5" fmla="*/ 9525 h 1866900"/>
                  <a:gd name="connsiteX6" fmla="*/ 3228975 w 3228975"/>
                  <a:gd name="connsiteY6" fmla="*/ 476250 h 1866900"/>
                  <a:gd name="connsiteX7" fmla="*/ 3219450 w 3228975"/>
                  <a:gd name="connsiteY7" fmla="*/ 1866900 h 1866900"/>
                  <a:gd name="connsiteX8" fmla="*/ 3086100 w 3228975"/>
                  <a:gd name="connsiteY8" fmla="*/ 1847850 h 1866900"/>
                  <a:gd name="connsiteX9" fmla="*/ 2095500 w 3228975"/>
                  <a:gd name="connsiteY9" fmla="*/ 771525 h 1866900"/>
                  <a:gd name="connsiteX10" fmla="*/ 1095375 w 3228975"/>
                  <a:gd name="connsiteY10" fmla="*/ 571500 h 1866900"/>
                  <a:gd name="connsiteX11" fmla="*/ 0 w 3228975"/>
                  <a:gd name="connsiteY11" fmla="*/ 790575 h 1866900"/>
                  <a:gd name="connsiteX0-1" fmla="*/ 0 w 3228975"/>
                  <a:gd name="connsiteY0-2" fmla="*/ 790575 h 1866900"/>
                  <a:gd name="connsiteX1-3" fmla="*/ 0 w 3228975"/>
                  <a:gd name="connsiteY1-4" fmla="*/ 790575 h 1866900"/>
                  <a:gd name="connsiteX2-5" fmla="*/ 85725 w 3228975"/>
                  <a:gd name="connsiteY2-6" fmla="*/ 742950 h 1866900"/>
                  <a:gd name="connsiteX3-7" fmla="*/ 866775 w 3228975"/>
                  <a:gd name="connsiteY3-8" fmla="*/ 0 h 1866900"/>
                  <a:gd name="connsiteX4-9" fmla="*/ 2105025 w 3228975"/>
                  <a:gd name="connsiteY4-10" fmla="*/ 9525 h 1866900"/>
                  <a:gd name="connsiteX5-11" fmla="*/ 3228975 w 3228975"/>
                  <a:gd name="connsiteY5-12" fmla="*/ 476250 h 1866900"/>
                  <a:gd name="connsiteX6-13" fmla="*/ 3219450 w 3228975"/>
                  <a:gd name="connsiteY6-14" fmla="*/ 1866900 h 1866900"/>
                  <a:gd name="connsiteX7-15" fmla="*/ 3086100 w 3228975"/>
                  <a:gd name="connsiteY7-16" fmla="*/ 1847850 h 1866900"/>
                  <a:gd name="connsiteX8-17" fmla="*/ 2095500 w 3228975"/>
                  <a:gd name="connsiteY8-18" fmla="*/ 771525 h 1866900"/>
                  <a:gd name="connsiteX9-19" fmla="*/ 1095375 w 3228975"/>
                  <a:gd name="connsiteY9-20" fmla="*/ 571500 h 1866900"/>
                  <a:gd name="connsiteX10-21" fmla="*/ 0 w 3228975"/>
                  <a:gd name="connsiteY10-22" fmla="*/ 790575 h 1866900"/>
                  <a:gd name="connsiteX0-23" fmla="*/ 0 w 3228975"/>
                  <a:gd name="connsiteY0-24" fmla="*/ 790575 h 1866900"/>
                  <a:gd name="connsiteX1-25" fmla="*/ 0 w 3228975"/>
                  <a:gd name="connsiteY1-26" fmla="*/ 790575 h 1866900"/>
                  <a:gd name="connsiteX2-27" fmla="*/ 85725 w 3228975"/>
                  <a:gd name="connsiteY2-28" fmla="*/ 742950 h 1866900"/>
                  <a:gd name="connsiteX3-29" fmla="*/ 866775 w 3228975"/>
                  <a:gd name="connsiteY3-30" fmla="*/ 0 h 1866900"/>
                  <a:gd name="connsiteX4-31" fmla="*/ 2105025 w 3228975"/>
                  <a:gd name="connsiteY4-32" fmla="*/ 9525 h 1866900"/>
                  <a:gd name="connsiteX5-33" fmla="*/ 3228975 w 3228975"/>
                  <a:gd name="connsiteY5-34" fmla="*/ 476250 h 1866900"/>
                  <a:gd name="connsiteX6-35" fmla="*/ 3219450 w 3228975"/>
                  <a:gd name="connsiteY6-36" fmla="*/ 1866900 h 1866900"/>
                  <a:gd name="connsiteX7-37" fmla="*/ 3086100 w 3228975"/>
                  <a:gd name="connsiteY7-38" fmla="*/ 1847850 h 1866900"/>
                  <a:gd name="connsiteX8-39" fmla="*/ 2095500 w 3228975"/>
                  <a:gd name="connsiteY8-40" fmla="*/ 771525 h 1866900"/>
                  <a:gd name="connsiteX9-41" fmla="*/ 1095375 w 3228975"/>
                  <a:gd name="connsiteY9-42" fmla="*/ 571500 h 1866900"/>
                  <a:gd name="connsiteX10-43" fmla="*/ 0 w 3228975"/>
                  <a:gd name="connsiteY10-44" fmla="*/ 790575 h 1866900"/>
                  <a:gd name="connsiteX0-45" fmla="*/ 0 w 3228975"/>
                  <a:gd name="connsiteY0-46" fmla="*/ 790575 h 1866900"/>
                  <a:gd name="connsiteX1-47" fmla="*/ 0 w 3228975"/>
                  <a:gd name="connsiteY1-48" fmla="*/ 790575 h 1866900"/>
                  <a:gd name="connsiteX2-49" fmla="*/ 85725 w 3228975"/>
                  <a:gd name="connsiteY2-50" fmla="*/ 742950 h 1866900"/>
                  <a:gd name="connsiteX3-51" fmla="*/ 866775 w 3228975"/>
                  <a:gd name="connsiteY3-52" fmla="*/ 0 h 1866900"/>
                  <a:gd name="connsiteX4-53" fmla="*/ 2105025 w 3228975"/>
                  <a:gd name="connsiteY4-54" fmla="*/ 9525 h 1866900"/>
                  <a:gd name="connsiteX5-55" fmla="*/ 3228975 w 3228975"/>
                  <a:gd name="connsiteY5-56" fmla="*/ 476250 h 1866900"/>
                  <a:gd name="connsiteX6-57" fmla="*/ 3219450 w 3228975"/>
                  <a:gd name="connsiteY6-58" fmla="*/ 1866900 h 1866900"/>
                  <a:gd name="connsiteX7-59" fmla="*/ 3086100 w 3228975"/>
                  <a:gd name="connsiteY7-60" fmla="*/ 1847850 h 1866900"/>
                  <a:gd name="connsiteX8-61" fmla="*/ 2095500 w 3228975"/>
                  <a:gd name="connsiteY8-62" fmla="*/ 771525 h 1866900"/>
                  <a:gd name="connsiteX9-63" fmla="*/ 1095375 w 3228975"/>
                  <a:gd name="connsiteY9-64" fmla="*/ 571500 h 1866900"/>
                  <a:gd name="connsiteX10-65" fmla="*/ 0 w 3228975"/>
                  <a:gd name="connsiteY10-66" fmla="*/ 790575 h 1866900"/>
                  <a:gd name="connsiteX0-67" fmla="*/ 0 w 3228975"/>
                  <a:gd name="connsiteY0-68" fmla="*/ 790575 h 1866900"/>
                  <a:gd name="connsiteX1-69" fmla="*/ 0 w 3228975"/>
                  <a:gd name="connsiteY1-70" fmla="*/ 790575 h 1866900"/>
                  <a:gd name="connsiteX2-71" fmla="*/ 866775 w 3228975"/>
                  <a:gd name="connsiteY2-72" fmla="*/ 0 h 1866900"/>
                  <a:gd name="connsiteX3-73" fmla="*/ 2105025 w 3228975"/>
                  <a:gd name="connsiteY3-74" fmla="*/ 9525 h 1866900"/>
                  <a:gd name="connsiteX4-75" fmla="*/ 3228975 w 3228975"/>
                  <a:gd name="connsiteY4-76" fmla="*/ 476250 h 1866900"/>
                  <a:gd name="connsiteX5-77" fmla="*/ 3219450 w 3228975"/>
                  <a:gd name="connsiteY5-78" fmla="*/ 1866900 h 1866900"/>
                  <a:gd name="connsiteX6-79" fmla="*/ 3086100 w 3228975"/>
                  <a:gd name="connsiteY6-80" fmla="*/ 1847850 h 1866900"/>
                  <a:gd name="connsiteX7-81" fmla="*/ 2095500 w 3228975"/>
                  <a:gd name="connsiteY7-82" fmla="*/ 771525 h 1866900"/>
                  <a:gd name="connsiteX8-83" fmla="*/ 1095375 w 3228975"/>
                  <a:gd name="connsiteY8-84" fmla="*/ 571500 h 1866900"/>
                  <a:gd name="connsiteX9-85" fmla="*/ 0 w 3228975"/>
                  <a:gd name="connsiteY9-86" fmla="*/ 790575 h 1866900"/>
                  <a:gd name="connsiteX0-87" fmla="*/ 0 w 3228975"/>
                  <a:gd name="connsiteY0-88" fmla="*/ 790575 h 1866900"/>
                  <a:gd name="connsiteX1-89" fmla="*/ 0 w 3228975"/>
                  <a:gd name="connsiteY1-90" fmla="*/ 790575 h 1866900"/>
                  <a:gd name="connsiteX2-91" fmla="*/ 866775 w 3228975"/>
                  <a:gd name="connsiteY2-92" fmla="*/ 0 h 1866900"/>
                  <a:gd name="connsiteX3-93" fmla="*/ 2105025 w 3228975"/>
                  <a:gd name="connsiteY3-94" fmla="*/ 9525 h 1866900"/>
                  <a:gd name="connsiteX4-95" fmla="*/ 3228975 w 3228975"/>
                  <a:gd name="connsiteY4-96" fmla="*/ 476250 h 1866900"/>
                  <a:gd name="connsiteX5-97" fmla="*/ 3219450 w 3228975"/>
                  <a:gd name="connsiteY5-98" fmla="*/ 1866900 h 1866900"/>
                  <a:gd name="connsiteX6-99" fmla="*/ 3086100 w 3228975"/>
                  <a:gd name="connsiteY6-100" fmla="*/ 1847850 h 1866900"/>
                  <a:gd name="connsiteX7-101" fmla="*/ 2095500 w 3228975"/>
                  <a:gd name="connsiteY7-102" fmla="*/ 771525 h 1866900"/>
                  <a:gd name="connsiteX8-103" fmla="*/ 1095375 w 3228975"/>
                  <a:gd name="connsiteY8-104" fmla="*/ 571500 h 1866900"/>
                  <a:gd name="connsiteX9-105" fmla="*/ 0 w 3228975"/>
                  <a:gd name="connsiteY9-106" fmla="*/ 790575 h 1866900"/>
                  <a:gd name="connsiteX0-107" fmla="*/ 253889 w 3254264"/>
                  <a:gd name="connsiteY0-108" fmla="*/ 1143000 h 1866900"/>
                  <a:gd name="connsiteX1-109" fmla="*/ 25289 w 3254264"/>
                  <a:gd name="connsiteY1-110" fmla="*/ 790575 h 1866900"/>
                  <a:gd name="connsiteX2-111" fmla="*/ 892064 w 3254264"/>
                  <a:gd name="connsiteY2-112" fmla="*/ 0 h 1866900"/>
                  <a:gd name="connsiteX3-113" fmla="*/ 2130314 w 3254264"/>
                  <a:gd name="connsiteY3-114" fmla="*/ 9525 h 1866900"/>
                  <a:gd name="connsiteX4-115" fmla="*/ 3254264 w 3254264"/>
                  <a:gd name="connsiteY4-116" fmla="*/ 476250 h 1866900"/>
                  <a:gd name="connsiteX5-117" fmla="*/ 3244739 w 3254264"/>
                  <a:gd name="connsiteY5-118" fmla="*/ 1866900 h 1866900"/>
                  <a:gd name="connsiteX6-119" fmla="*/ 3111389 w 3254264"/>
                  <a:gd name="connsiteY6-120" fmla="*/ 1847850 h 1866900"/>
                  <a:gd name="connsiteX7-121" fmla="*/ 2120789 w 3254264"/>
                  <a:gd name="connsiteY7-122" fmla="*/ 771525 h 1866900"/>
                  <a:gd name="connsiteX8-123" fmla="*/ 1120664 w 3254264"/>
                  <a:gd name="connsiteY8-124" fmla="*/ 571500 h 1866900"/>
                  <a:gd name="connsiteX9-125" fmla="*/ 253889 w 3254264"/>
                  <a:gd name="connsiteY9-126" fmla="*/ 1143000 h 1866900"/>
                  <a:gd name="connsiteX0-127" fmla="*/ 1097065 w 3230665"/>
                  <a:gd name="connsiteY0-128" fmla="*/ 571500 h 1866900"/>
                  <a:gd name="connsiteX1-129" fmla="*/ 1690 w 3230665"/>
                  <a:gd name="connsiteY1-130" fmla="*/ 790575 h 1866900"/>
                  <a:gd name="connsiteX2-131" fmla="*/ 868465 w 3230665"/>
                  <a:gd name="connsiteY2-132" fmla="*/ 0 h 1866900"/>
                  <a:gd name="connsiteX3-133" fmla="*/ 2106715 w 3230665"/>
                  <a:gd name="connsiteY3-134" fmla="*/ 9525 h 1866900"/>
                  <a:gd name="connsiteX4-135" fmla="*/ 3230665 w 3230665"/>
                  <a:gd name="connsiteY4-136" fmla="*/ 476250 h 1866900"/>
                  <a:gd name="connsiteX5-137" fmla="*/ 3221140 w 3230665"/>
                  <a:gd name="connsiteY5-138" fmla="*/ 1866900 h 1866900"/>
                  <a:gd name="connsiteX6-139" fmla="*/ 3087790 w 3230665"/>
                  <a:gd name="connsiteY6-140" fmla="*/ 1847850 h 1866900"/>
                  <a:gd name="connsiteX7-141" fmla="*/ 2097190 w 3230665"/>
                  <a:gd name="connsiteY7-142" fmla="*/ 771525 h 1866900"/>
                  <a:gd name="connsiteX8-143" fmla="*/ 1097065 w 3230665"/>
                  <a:gd name="connsiteY8-144" fmla="*/ 571500 h 1866900"/>
                  <a:gd name="connsiteX0-145" fmla="*/ 1099783 w 3233383"/>
                  <a:gd name="connsiteY0-146" fmla="*/ 571500 h 1866900"/>
                  <a:gd name="connsiteX1-147" fmla="*/ 4408 w 3233383"/>
                  <a:gd name="connsiteY1-148" fmla="*/ 790575 h 1866900"/>
                  <a:gd name="connsiteX2-149" fmla="*/ 871183 w 3233383"/>
                  <a:gd name="connsiteY2-150" fmla="*/ 0 h 1866900"/>
                  <a:gd name="connsiteX3-151" fmla="*/ 2109433 w 3233383"/>
                  <a:gd name="connsiteY3-152" fmla="*/ 9525 h 1866900"/>
                  <a:gd name="connsiteX4-153" fmla="*/ 3233383 w 3233383"/>
                  <a:gd name="connsiteY4-154" fmla="*/ 476250 h 1866900"/>
                  <a:gd name="connsiteX5-155" fmla="*/ 3223858 w 3233383"/>
                  <a:gd name="connsiteY5-156" fmla="*/ 1866900 h 1866900"/>
                  <a:gd name="connsiteX6-157" fmla="*/ 3090508 w 3233383"/>
                  <a:gd name="connsiteY6-158" fmla="*/ 1847850 h 1866900"/>
                  <a:gd name="connsiteX7-159" fmla="*/ 2099908 w 3233383"/>
                  <a:gd name="connsiteY7-160" fmla="*/ 771525 h 1866900"/>
                  <a:gd name="connsiteX8-161" fmla="*/ 1099783 w 3233383"/>
                  <a:gd name="connsiteY8-162" fmla="*/ 571500 h 1866900"/>
                  <a:gd name="connsiteX0-163" fmla="*/ 1099783 w 3233383"/>
                  <a:gd name="connsiteY0-164" fmla="*/ 571500 h 1866900"/>
                  <a:gd name="connsiteX1-165" fmla="*/ 4408 w 3233383"/>
                  <a:gd name="connsiteY1-166" fmla="*/ 790575 h 1866900"/>
                  <a:gd name="connsiteX2-167" fmla="*/ 871183 w 3233383"/>
                  <a:gd name="connsiteY2-168" fmla="*/ 0 h 1866900"/>
                  <a:gd name="connsiteX3-169" fmla="*/ 2109433 w 3233383"/>
                  <a:gd name="connsiteY3-170" fmla="*/ 9525 h 1866900"/>
                  <a:gd name="connsiteX4-171" fmla="*/ 3233383 w 3233383"/>
                  <a:gd name="connsiteY4-172" fmla="*/ 476250 h 1866900"/>
                  <a:gd name="connsiteX5-173" fmla="*/ 3223858 w 3233383"/>
                  <a:gd name="connsiteY5-174" fmla="*/ 1866900 h 1866900"/>
                  <a:gd name="connsiteX6-175" fmla="*/ 3090508 w 3233383"/>
                  <a:gd name="connsiteY6-176" fmla="*/ 1847850 h 1866900"/>
                  <a:gd name="connsiteX7-177" fmla="*/ 2099908 w 3233383"/>
                  <a:gd name="connsiteY7-178" fmla="*/ 771525 h 1866900"/>
                  <a:gd name="connsiteX8-179" fmla="*/ 1099783 w 3233383"/>
                  <a:gd name="connsiteY8-180" fmla="*/ 571500 h 1866900"/>
                  <a:gd name="connsiteX0-181" fmla="*/ 1099427 w 3233027"/>
                  <a:gd name="connsiteY0-182" fmla="*/ 571500 h 1866900"/>
                  <a:gd name="connsiteX1-183" fmla="*/ 4052 w 3233027"/>
                  <a:gd name="connsiteY1-184" fmla="*/ 790575 h 1866900"/>
                  <a:gd name="connsiteX2-185" fmla="*/ 870827 w 3233027"/>
                  <a:gd name="connsiteY2-186" fmla="*/ 0 h 1866900"/>
                  <a:gd name="connsiteX3-187" fmla="*/ 2109077 w 3233027"/>
                  <a:gd name="connsiteY3-188" fmla="*/ 9525 h 1866900"/>
                  <a:gd name="connsiteX4-189" fmla="*/ 3233027 w 3233027"/>
                  <a:gd name="connsiteY4-190" fmla="*/ 476250 h 1866900"/>
                  <a:gd name="connsiteX5-191" fmla="*/ 3223502 w 3233027"/>
                  <a:gd name="connsiteY5-192" fmla="*/ 1866900 h 1866900"/>
                  <a:gd name="connsiteX6-193" fmla="*/ 3090152 w 3233027"/>
                  <a:gd name="connsiteY6-194" fmla="*/ 1847850 h 1866900"/>
                  <a:gd name="connsiteX7-195" fmla="*/ 2099552 w 3233027"/>
                  <a:gd name="connsiteY7-196" fmla="*/ 771525 h 1866900"/>
                  <a:gd name="connsiteX8-197" fmla="*/ 1099427 w 3233027"/>
                  <a:gd name="connsiteY8-198" fmla="*/ 571500 h 1866900"/>
                  <a:gd name="connsiteX0-199" fmla="*/ 1118366 w 3251966"/>
                  <a:gd name="connsiteY0-200" fmla="*/ 571500 h 1866900"/>
                  <a:gd name="connsiteX1-201" fmla="*/ 3941 w 3251966"/>
                  <a:gd name="connsiteY1-202" fmla="*/ 809625 h 1866900"/>
                  <a:gd name="connsiteX2-203" fmla="*/ 889766 w 3251966"/>
                  <a:gd name="connsiteY2-204" fmla="*/ 0 h 1866900"/>
                  <a:gd name="connsiteX3-205" fmla="*/ 2128016 w 3251966"/>
                  <a:gd name="connsiteY3-206" fmla="*/ 9525 h 1866900"/>
                  <a:gd name="connsiteX4-207" fmla="*/ 3251966 w 3251966"/>
                  <a:gd name="connsiteY4-208" fmla="*/ 476250 h 1866900"/>
                  <a:gd name="connsiteX5-209" fmla="*/ 3242441 w 3251966"/>
                  <a:gd name="connsiteY5-210" fmla="*/ 1866900 h 1866900"/>
                  <a:gd name="connsiteX6-211" fmla="*/ 3109091 w 3251966"/>
                  <a:gd name="connsiteY6-212" fmla="*/ 1847850 h 1866900"/>
                  <a:gd name="connsiteX7-213" fmla="*/ 2118491 w 3251966"/>
                  <a:gd name="connsiteY7-214" fmla="*/ 771525 h 1866900"/>
                  <a:gd name="connsiteX8-215" fmla="*/ 1118366 w 3251966"/>
                  <a:gd name="connsiteY8-216" fmla="*/ 571500 h 1866900"/>
                  <a:gd name="connsiteX0-217" fmla="*/ 1119025 w 3252625"/>
                  <a:gd name="connsiteY0-218" fmla="*/ 571500 h 1866900"/>
                  <a:gd name="connsiteX1-219" fmla="*/ 4600 w 3252625"/>
                  <a:gd name="connsiteY1-220" fmla="*/ 809625 h 1866900"/>
                  <a:gd name="connsiteX2-221" fmla="*/ 890425 w 3252625"/>
                  <a:gd name="connsiteY2-222" fmla="*/ 0 h 1866900"/>
                  <a:gd name="connsiteX3-223" fmla="*/ 2128675 w 3252625"/>
                  <a:gd name="connsiteY3-224" fmla="*/ 9525 h 1866900"/>
                  <a:gd name="connsiteX4-225" fmla="*/ 3252625 w 3252625"/>
                  <a:gd name="connsiteY4-226" fmla="*/ 476250 h 1866900"/>
                  <a:gd name="connsiteX5-227" fmla="*/ 3243100 w 3252625"/>
                  <a:gd name="connsiteY5-228" fmla="*/ 1866900 h 1866900"/>
                  <a:gd name="connsiteX6-229" fmla="*/ 3109750 w 3252625"/>
                  <a:gd name="connsiteY6-230" fmla="*/ 1847850 h 1866900"/>
                  <a:gd name="connsiteX7-231" fmla="*/ 2119150 w 3252625"/>
                  <a:gd name="connsiteY7-232" fmla="*/ 771525 h 1866900"/>
                  <a:gd name="connsiteX8-233" fmla="*/ 1119025 w 3252625"/>
                  <a:gd name="connsiteY8-234" fmla="*/ 571500 h 1866900"/>
                  <a:gd name="connsiteX0-235" fmla="*/ 1118146 w 3251746"/>
                  <a:gd name="connsiteY0-236" fmla="*/ 571500 h 1866900"/>
                  <a:gd name="connsiteX1-237" fmla="*/ 3721 w 3251746"/>
                  <a:gd name="connsiteY1-238" fmla="*/ 809625 h 1866900"/>
                  <a:gd name="connsiteX2-239" fmla="*/ 889546 w 3251746"/>
                  <a:gd name="connsiteY2-240" fmla="*/ 0 h 1866900"/>
                  <a:gd name="connsiteX3-241" fmla="*/ 2127796 w 3251746"/>
                  <a:gd name="connsiteY3-242" fmla="*/ 9525 h 1866900"/>
                  <a:gd name="connsiteX4-243" fmla="*/ 3251746 w 3251746"/>
                  <a:gd name="connsiteY4-244" fmla="*/ 476250 h 1866900"/>
                  <a:gd name="connsiteX5-245" fmla="*/ 3242221 w 3251746"/>
                  <a:gd name="connsiteY5-246" fmla="*/ 1866900 h 1866900"/>
                  <a:gd name="connsiteX6-247" fmla="*/ 3108871 w 3251746"/>
                  <a:gd name="connsiteY6-248" fmla="*/ 1847850 h 1866900"/>
                  <a:gd name="connsiteX7-249" fmla="*/ 2118271 w 3251746"/>
                  <a:gd name="connsiteY7-250" fmla="*/ 771525 h 1866900"/>
                  <a:gd name="connsiteX8-251" fmla="*/ 1118146 w 3251746"/>
                  <a:gd name="connsiteY8-252" fmla="*/ 571500 h 1866900"/>
                  <a:gd name="connsiteX0-253" fmla="*/ 1118146 w 3251746"/>
                  <a:gd name="connsiteY0-254" fmla="*/ 589645 h 1885045"/>
                  <a:gd name="connsiteX1-255" fmla="*/ 3721 w 3251746"/>
                  <a:gd name="connsiteY1-256" fmla="*/ 827770 h 1885045"/>
                  <a:gd name="connsiteX2-257" fmla="*/ 889546 w 3251746"/>
                  <a:gd name="connsiteY2-258" fmla="*/ 18145 h 1885045"/>
                  <a:gd name="connsiteX3-259" fmla="*/ 2127796 w 3251746"/>
                  <a:gd name="connsiteY3-260" fmla="*/ 27670 h 1885045"/>
                  <a:gd name="connsiteX4-261" fmla="*/ 3251746 w 3251746"/>
                  <a:gd name="connsiteY4-262" fmla="*/ 494395 h 1885045"/>
                  <a:gd name="connsiteX5-263" fmla="*/ 3242221 w 3251746"/>
                  <a:gd name="connsiteY5-264" fmla="*/ 1885045 h 1885045"/>
                  <a:gd name="connsiteX6-265" fmla="*/ 3108871 w 3251746"/>
                  <a:gd name="connsiteY6-266" fmla="*/ 1865995 h 1885045"/>
                  <a:gd name="connsiteX7-267" fmla="*/ 2118271 w 3251746"/>
                  <a:gd name="connsiteY7-268" fmla="*/ 789670 h 1885045"/>
                  <a:gd name="connsiteX8-269" fmla="*/ 1118146 w 3251746"/>
                  <a:gd name="connsiteY8-270" fmla="*/ 589645 h 1885045"/>
                  <a:gd name="connsiteX0-271" fmla="*/ 1118146 w 3251746"/>
                  <a:gd name="connsiteY0-272" fmla="*/ 606037 h 1901437"/>
                  <a:gd name="connsiteX1-273" fmla="*/ 3721 w 3251746"/>
                  <a:gd name="connsiteY1-274" fmla="*/ 844162 h 1901437"/>
                  <a:gd name="connsiteX2-275" fmla="*/ 889546 w 3251746"/>
                  <a:gd name="connsiteY2-276" fmla="*/ 34537 h 1901437"/>
                  <a:gd name="connsiteX3-277" fmla="*/ 2127796 w 3251746"/>
                  <a:gd name="connsiteY3-278" fmla="*/ 44062 h 1901437"/>
                  <a:gd name="connsiteX4-279" fmla="*/ 3251746 w 3251746"/>
                  <a:gd name="connsiteY4-280" fmla="*/ 510787 h 1901437"/>
                  <a:gd name="connsiteX5-281" fmla="*/ 3242221 w 3251746"/>
                  <a:gd name="connsiteY5-282" fmla="*/ 1901437 h 1901437"/>
                  <a:gd name="connsiteX6-283" fmla="*/ 3108871 w 3251746"/>
                  <a:gd name="connsiteY6-284" fmla="*/ 1882387 h 1901437"/>
                  <a:gd name="connsiteX7-285" fmla="*/ 2118271 w 3251746"/>
                  <a:gd name="connsiteY7-286" fmla="*/ 806062 h 1901437"/>
                  <a:gd name="connsiteX8-287" fmla="*/ 1118146 w 3251746"/>
                  <a:gd name="connsiteY8-288" fmla="*/ 606037 h 1901437"/>
                  <a:gd name="connsiteX0-289" fmla="*/ 1118146 w 3251746"/>
                  <a:gd name="connsiteY0-290" fmla="*/ 606037 h 1901437"/>
                  <a:gd name="connsiteX1-291" fmla="*/ 3721 w 3251746"/>
                  <a:gd name="connsiteY1-292" fmla="*/ 844162 h 1901437"/>
                  <a:gd name="connsiteX2-293" fmla="*/ 889546 w 3251746"/>
                  <a:gd name="connsiteY2-294" fmla="*/ 34537 h 1901437"/>
                  <a:gd name="connsiteX3-295" fmla="*/ 2127796 w 3251746"/>
                  <a:gd name="connsiteY3-296" fmla="*/ 44062 h 1901437"/>
                  <a:gd name="connsiteX4-297" fmla="*/ 3251746 w 3251746"/>
                  <a:gd name="connsiteY4-298" fmla="*/ 510787 h 1901437"/>
                  <a:gd name="connsiteX5-299" fmla="*/ 3242221 w 3251746"/>
                  <a:gd name="connsiteY5-300" fmla="*/ 1901437 h 1901437"/>
                  <a:gd name="connsiteX6-301" fmla="*/ 3108871 w 3251746"/>
                  <a:gd name="connsiteY6-302" fmla="*/ 1882387 h 1901437"/>
                  <a:gd name="connsiteX7-303" fmla="*/ 2118271 w 3251746"/>
                  <a:gd name="connsiteY7-304" fmla="*/ 806062 h 1901437"/>
                  <a:gd name="connsiteX8-305" fmla="*/ 1118146 w 3251746"/>
                  <a:gd name="connsiteY8-306" fmla="*/ 606037 h 1901437"/>
                  <a:gd name="connsiteX0-307" fmla="*/ 1118146 w 3251746"/>
                  <a:gd name="connsiteY0-308" fmla="*/ 606037 h 1901437"/>
                  <a:gd name="connsiteX1-309" fmla="*/ 3721 w 3251746"/>
                  <a:gd name="connsiteY1-310" fmla="*/ 844162 h 1901437"/>
                  <a:gd name="connsiteX2-311" fmla="*/ 889546 w 3251746"/>
                  <a:gd name="connsiteY2-312" fmla="*/ 34537 h 1901437"/>
                  <a:gd name="connsiteX3-313" fmla="*/ 2127796 w 3251746"/>
                  <a:gd name="connsiteY3-314" fmla="*/ 44062 h 1901437"/>
                  <a:gd name="connsiteX4-315" fmla="*/ 3251746 w 3251746"/>
                  <a:gd name="connsiteY4-316" fmla="*/ 510787 h 1901437"/>
                  <a:gd name="connsiteX5-317" fmla="*/ 3242221 w 3251746"/>
                  <a:gd name="connsiteY5-318" fmla="*/ 1901437 h 1901437"/>
                  <a:gd name="connsiteX6-319" fmla="*/ 3108871 w 3251746"/>
                  <a:gd name="connsiteY6-320" fmla="*/ 1882387 h 1901437"/>
                  <a:gd name="connsiteX7-321" fmla="*/ 2118271 w 3251746"/>
                  <a:gd name="connsiteY7-322" fmla="*/ 806062 h 1901437"/>
                  <a:gd name="connsiteX8-323" fmla="*/ 1118146 w 3251746"/>
                  <a:gd name="connsiteY8-324" fmla="*/ 606037 h 1901437"/>
                  <a:gd name="connsiteX0-325" fmla="*/ 1118146 w 3251746"/>
                  <a:gd name="connsiteY0-326" fmla="*/ 606037 h 1901437"/>
                  <a:gd name="connsiteX1-327" fmla="*/ 3721 w 3251746"/>
                  <a:gd name="connsiteY1-328" fmla="*/ 844162 h 1901437"/>
                  <a:gd name="connsiteX2-329" fmla="*/ 889546 w 3251746"/>
                  <a:gd name="connsiteY2-330" fmla="*/ 34537 h 1901437"/>
                  <a:gd name="connsiteX3-331" fmla="*/ 2127796 w 3251746"/>
                  <a:gd name="connsiteY3-332" fmla="*/ 44062 h 1901437"/>
                  <a:gd name="connsiteX4-333" fmla="*/ 3251746 w 3251746"/>
                  <a:gd name="connsiteY4-334" fmla="*/ 510787 h 1901437"/>
                  <a:gd name="connsiteX5-335" fmla="*/ 3242221 w 3251746"/>
                  <a:gd name="connsiteY5-336" fmla="*/ 1901437 h 1901437"/>
                  <a:gd name="connsiteX6-337" fmla="*/ 3080296 w 3251746"/>
                  <a:gd name="connsiteY6-338" fmla="*/ 1863337 h 1901437"/>
                  <a:gd name="connsiteX7-339" fmla="*/ 2118271 w 3251746"/>
                  <a:gd name="connsiteY7-340" fmla="*/ 806062 h 1901437"/>
                  <a:gd name="connsiteX8-341" fmla="*/ 1118146 w 3251746"/>
                  <a:gd name="connsiteY8-342" fmla="*/ 606037 h 1901437"/>
                  <a:gd name="connsiteX0-343" fmla="*/ 1118146 w 3251746"/>
                  <a:gd name="connsiteY0-344" fmla="*/ 606037 h 1901437"/>
                  <a:gd name="connsiteX1-345" fmla="*/ 3721 w 3251746"/>
                  <a:gd name="connsiteY1-346" fmla="*/ 844162 h 1901437"/>
                  <a:gd name="connsiteX2-347" fmla="*/ 889546 w 3251746"/>
                  <a:gd name="connsiteY2-348" fmla="*/ 34537 h 1901437"/>
                  <a:gd name="connsiteX3-349" fmla="*/ 2127796 w 3251746"/>
                  <a:gd name="connsiteY3-350" fmla="*/ 44062 h 1901437"/>
                  <a:gd name="connsiteX4-351" fmla="*/ 3251746 w 3251746"/>
                  <a:gd name="connsiteY4-352" fmla="*/ 510787 h 1901437"/>
                  <a:gd name="connsiteX5-353" fmla="*/ 3242221 w 3251746"/>
                  <a:gd name="connsiteY5-354" fmla="*/ 1901437 h 1901437"/>
                  <a:gd name="connsiteX6-355" fmla="*/ 3080296 w 3251746"/>
                  <a:gd name="connsiteY6-356" fmla="*/ 1863337 h 1901437"/>
                  <a:gd name="connsiteX7-357" fmla="*/ 2118271 w 3251746"/>
                  <a:gd name="connsiteY7-358" fmla="*/ 806062 h 1901437"/>
                  <a:gd name="connsiteX8-359" fmla="*/ 1118146 w 3251746"/>
                  <a:gd name="connsiteY8-360" fmla="*/ 606037 h 1901437"/>
                  <a:gd name="connsiteX0-361" fmla="*/ 1118146 w 3251746"/>
                  <a:gd name="connsiteY0-362" fmla="*/ 606037 h 1901437"/>
                  <a:gd name="connsiteX1-363" fmla="*/ 3721 w 3251746"/>
                  <a:gd name="connsiteY1-364" fmla="*/ 844162 h 1901437"/>
                  <a:gd name="connsiteX2-365" fmla="*/ 889546 w 3251746"/>
                  <a:gd name="connsiteY2-366" fmla="*/ 34537 h 1901437"/>
                  <a:gd name="connsiteX3-367" fmla="*/ 2127796 w 3251746"/>
                  <a:gd name="connsiteY3-368" fmla="*/ 44062 h 1901437"/>
                  <a:gd name="connsiteX4-369" fmla="*/ 3251746 w 3251746"/>
                  <a:gd name="connsiteY4-370" fmla="*/ 510787 h 1901437"/>
                  <a:gd name="connsiteX5-371" fmla="*/ 3242221 w 3251746"/>
                  <a:gd name="connsiteY5-372" fmla="*/ 1901437 h 1901437"/>
                  <a:gd name="connsiteX6-373" fmla="*/ 3080296 w 3251746"/>
                  <a:gd name="connsiteY6-374" fmla="*/ 1863337 h 1901437"/>
                  <a:gd name="connsiteX7-375" fmla="*/ 2118271 w 3251746"/>
                  <a:gd name="connsiteY7-376" fmla="*/ 806062 h 1901437"/>
                  <a:gd name="connsiteX8-377" fmla="*/ 1118146 w 3251746"/>
                  <a:gd name="connsiteY8-378" fmla="*/ 606037 h 1901437"/>
                  <a:gd name="connsiteX0-379" fmla="*/ 1118146 w 3251746"/>
                  <a:gd name="connsiteY0-380" fmla="*/ 606037 h 1901437"/>
                  <a:gd name="connsiteX1-381" fmla="*/ 3721 w 3251746"/>
                  <a:gd name="connsiteY1-382" fmla="*/ 844162 h 1901437"/>
                  <a:gd name="connsiteX2-383" fmla="*/ 889546 w 3251746"/>
                  <a:gd name="connsiteY2-384" fmla="*/ 34537 h 1901437"/>
                  <a:gd name="connsiteX3-385" fmla="*/ 2127796 w 3251746"/>
                  <a:gd name="connsiteY3-386" fmla="*/ 44062 h 1901437"/>
                  <a:gd name="connsiteX4-387" fmla="*/ 3251746 w 3251746"/>
                  <a:gd name="connsiteY4-388" fmla="*/ 510787 h 1901437"/>
                  <a:gd name="connsiteX5-389" fmla="*/ 3242221 w 3251746"/>
                  <a:gd name="connsiteY5-390" fmla="*/ 1901437 h 1901437"/>
                  <a:gd name="connsiteX6-391" fmla="*/ 3080296 w 3251746"/>
                  <a:gd name="connsiteY6-392" fmla="*/ 1863337 h 1901437"/>
                  <a:gd name="connsiteX7-393" fmla="*/ 2118271 w 3251746"/>
                  <a:gd name="connsiteY7-394" fmla="*/ 806062 h 1901437"/>
                  <a:gd name="connsiteX8-395" fmla="*/ 1118146 w 3251746"/>
                  <a:gd name="connsiteY8-396" fmla="*/ 606037 h 1901437"/>
                  <a:gd name="connsiteX0-397" fmla="*/ 1118146 w 3251746"/>
                  <a:gd name="connsiteY0-398" fmla="*/ 606037 h 1901437"/>
                  <a:gd name="connsiteX1-399" fmla="*/ 3721 w 3251746"/>
                  <a:gd name="connsiteY1-400" fmla="*/ 844162 h 1901437"/>
                  <a:gd name="connsiteX2-401" fmla="*/ 889546 w 3251746"/>
                  <a:gd name="connsiteY2-402" fmla="*/ 34537 h 1901437"/>
                  <a:gd name="connsiteX3-403" fmla="*/ 2127796 w 3251746"/>
                  <a:gd name="connsiteY3-404" fmla="*/ 44062 h 1901437"/>
                  <a:gd name="connsiteX4-405" fmla="*/ 3251746 w 3251746"/>
                  <a:gd name="connsiteY4-406" fmla="*/ 510787 h 1901437"/>
                  <a:gd name="connsiteX5-407" fmla="*/ 3242221 w 3251746"/>
                  <a:gd name="connsiteY5-408" fmla="*/ 1901437 h 1901437"/>
                  <a:gd name="connsiteX6-409" fmla="*/ 3080296 w 3251746"/>
                  <a:gd name="connsiteY6-410" fmla="*/ 1863337 h 1901437"/>
                  <a:gd name="connsiteX7-411" fmla="*/ 2118271 w 3251746"/>
                  <a:gd name="connsiteY7-412" fmla="*/ 806062 h 1901437"/>
                  <a:gd name="connsiteX8-413" fmla="*/ 1118146 w 3251746"/>
                  <a:gd name="connsiteY8-414" fmla="*/ 606037 h 1901437"/>
                  <a:gd name="connsiteX0-415" fmla="*/ 1118146 w 3251746"/>
                  <a:gd name="connsiteY0-416" fmla="*/ 606037 h 1901437"/>
                  <a:gd name="connsiteX1-417" fmla="*/ 3721 w 3251746"/>
                  <a:gd name="connsiteY1-418" fmla="*/ 844162 h 1901437"/>
                  <a:gd name="connsiteX2-419" fmla="*/ 889546 w 3251746"/>
                  <a:gd name="connsiteY2-420" fmla="*/ 34537 h 1901437"/>
                  <a:gd name="connsiteX3-421" fmla="*/ 2127796 w 3251746"/>
                  <a:gd name="connsiteY3-422" fmla="*/ 44062 h 1901437"/>
                  <a:gd name="connsiteX4-423" fmla="*/ 3251746 w 3251746"/>
                  <a:gd name="connsiteY4-424" fmla="*/ 510787 h 1901437"/>
                  <a:gd name="connsiteX5-425" fmla="*/ 3242221 w 3251746"/>
                  <a:gd name="connsiteY5-426" fmla="*/ 1901437 h 1901437"/>
                  <a:gd name="connsiteX6-427" fmla="*/ 2994571 w 3251746"/>
                  <a:gd name="connsiteY6-428" fmla="*/ 1777612 h 1901437"/>
                  <a:gd name="connsiteX7-429" fmla="*/ 2118271 w 3251746"/>
                  <a:gd name="connsiteY7-430" fmla="*/ 806062 h 1901437"/>
                  <a:gd name="connsiteX8-431" fmla="*/ 1118146 w 3251746"/>
                  <a:gd name="connsiteY8-432" fmla="*/ 606037 h 1901437"/>
                  <a:gd name="connsiteX0-433" fmla="*/ 1118146 w 3251746"/>
                  <a:gd name="connsiteY0-434" fmla="*/ 606037 h 1901437"/>
                  <a:gd name="connsiteX1-435" fmla="*/ 3721 w 3251746"/>
                  <a:gd name="connsiteY1-436" fmla="*/ 844162 h 1901437"/>
                  <a:gd name="connsiteX2-437" fmla="*/ 889546 w 3251746"/>
                  <a:gd name="connsiteY2-438" fmla="*/ 34537 h 1901437"/>
                  <a:gd name="connsiteX3-439" fmla="*/ 2127796 w 3251746"/>
                  <a:gd name="connsiteY3-440" fmla="*/ 44062 h 1901437"/>
                  <a:gd name="connsiteX4-441" fmla="*/ 3251746 w 3251746"/>
                  <a:gd name="connsiteY4-442" fmla="*/ 510787 h 1901437"/>
                  <a:gd name="connsiteX5-443" fmla="*/ 3242221 w 3251746"/>
                  <a:gd name="connsiteY5-444" fmla="*/ 1901437 h 1901437"/>
                  <a:gd name="connsiteX6-445" fmla="*/ 2994571 w 3251746"/>
                  <a:gd name="connsiteY6-446" fmla="*/ 1777612 h 1901437"/>
                  <a:gd name="connsiteX7-447" fmla="*/ 2118271 w 3251746"/>
                  <a:gd name="connsiteY7-448" fmla="*/ 806062 h 1901437"/>
                  <a:gd name="connsiteX8-449" fmla="*/ 1118146 w 3251746"/>
                  <a:gd name="connsiteY8-450" fmla="*/ 606037 h 1901437"/>
                  <a:gd name="connsiteX0-451" fmla="*/ 1118146 w 3251746"/>
                  <a:gd name="connsiteY0-452" fmla="*/ 606037 h 1921976"/>
                  <a:gd name="connsiteX1-453" fmla="*/ 3721 w 3251746"/>
                  <a:gd name="connsiteY1-454" fmla="*/ 844162 h 1921976"/>
                  <a:gd name="connsiteX2-455" fmla="*/ 889546 w 3251746"/>
                  <a:gd name="connsiteY2-456" fmla="*/ 34537 h 1921976"/>
                  <a:gd name="connsiteX3-457" fmla="*/ 2127796 w 3251746"/>
                  <a:gd name="connsiteY3-458" fmla="*/ 44062 h 1921976"/>
                  <a:gd name="connsiteX4-459" fmla="*/ 3251746 w 3251746"/>
                  <a:gd name="connsiteY4-460" fmla="*/ 510787 h 1921976"/>
                  <a:gd name="connsiteX5-461" fmla="*/ 3242221 w 3251746"/>
                  <a:gd name="connsiteY5-462" fmla="*/ 1901437 h 1921976"/>
                  <a:gd name="connsiteX6-463" fmla="*/ 2994571 w 3251746"/>
                  <a:gd name="connsiteY6-464" fmla="*/ 1777612 h 1921976"/>
                  <a:gd name="connsiteX7-465" fmla="*/ 2118271 w 3251746"/>
                  <a:gd name="connsiteY7-466" fmla="*/ 806062 h 1921976"/>
                  <a:gd name="connsiteX8-467" fmla="*/ 1118146 w 3251746"/>
                  <a:gd name="connsiteY8-468" fmla="*/ 606037 h 1921976"/>
                  <a:gd name="connsiteX0-469" fmla="*/ 1118146 w 3242221"/>
                  <a:gd name="connsiteY0-470" fmla="*/ 606037 h 1921976"/>
                  <a:gd name="connsiteX1-471" fmla="*/ 3721 w 3242221"/>
                  <a:gd name="connsiteY1-472" fmla="*/ 844162 h 1921976"/>
                  <a:gd name="connsiteX2-473" fmla="*/ 889546 w 3242221"/>
                  <a:gd name="connsiteY2-474" fmla="*/ 34537 h 1921976"/>
                  <a:gd name="connsiteX3-475" fmla="*/ 2127796 w 3242221"/>
                  <a:gd name="connsiteY3-476" fmla="*/ 44062 h 1921976"/>
                  <a:gd name="connsiteX4-477" fmla="*/ 3242221 w 3242221"/>
                  <a:gd name="connsiteY4-478" fmla="*/ 615562 h 1921976"/>
                  <a:gd name="connsiteX5-479" fmla="*/ 3242221 w 3242221"/>
                  <a:gd name="connsiteY5-480" fmla="*/ 1901437 h 1921976"/>
                  <a:gd name="connsiteX6-481" fmla="*/ 2994571 w 3242221"/>
                  <a:gd name="connsiteY6-482" fmla="*/ 1777612 h 1921976"/>
                  <a:gd name="connsiteX7-483" fmla="*/ 2118271 w 3242221"/>
                  <a:gd name="connsiteY7-484" fmla="*/ 806062 h 1921976"/>
                  <a:gd name="connsiteX8-485" fmla="*/ 1118146 w 3242221"/>
                  <a:gd name="connsiteY8-486" fmla="*/ 606037 h 1921976"/>
                  <a:gd name="connsiteX0-487" fmla="*/ 1118146 w 3242221"/>
                  <a:gd name="connsiteY0-488" fmla="*/ 606037 h 1921976"/>
                  <a:gd name="connsiteX1-489" fmla="*/ 3721 w 3242221"/>
                  <a:gd name="connsiteY1-490" fmla="*/ 844162 h 1921976"/>
                  <a:gd name="connsiteX2-491" fmla="*/ 889546 w 3242221"/>
                  <a:gd name="connsiteY2-492" fmla="*/ 34537 h 1921976"/>
                  <a:gd name="connsiteX3-493" fmla="*/ 2127796 w 3242221"/>
                  <a:gd name="connsiteY3-494" fmla="*/ 44062 h 1921976"/>
                  <a:gd name="connsiteX4-495" fmla="*/ 3242221 w 3242221"/>
                  <a:gd name="connsiteY4-496" fmla="*/ 615562 h 1921976"/>
                  <a:gd name="connsiteX5-497" fmla="*/ 3242221 w 3242221"/>
                  <a:gd name="connsiteY5-498" fmla="*/ 1901437 h 1921976"/>
                  <a:gd name="connsiteX6-499" fmla="*/ 2994571 w 3242221"/>
                  <a:gd name="connsiteY6-500" fmla="*/ 1777612 h 1921976"/>
                  <a:gd name="connsiteX7-501" fmla="*/ 2118271 w 3242221"/>
                  <a:gd name="connsiteY7-502" fmla="*/ 806062 h 1921976"/>
                  <a:gd name="connsiteX8-503" fmla="*/ 1118146 w 3242221"/>
                  <a:gd name="connsiteY8-504" fmla="*/ 606037 h 1921976"/>
                  <a:gd name="connsiteX0-505" fmla="*/ 1118146 w 3261271"/>
                  <a:gd name="connsiteY0-506" fmla="*/ 606037 h 1993269"/>
                  <a:gd name="connsiteX1-507" fmla="*/ 3721 w 3261271"/>
                  <a:gd name="connsiteY1-508" fmla="*/ 844162 h 1993269"/>
                  <a:gd name="connsiteX2-509" fmla="*/ 889546 w 3261271"/>
                  <a:gd name="connsiteY2-510" fmla="*/ 34537 h 1993269"/>
                  <a:gd name="connsiteX3-511" fmla="*/ 2127796 w 3261271"/>
                  <a:gd name="connsiteY3-512" fmla="*/ 44062 h 1993269"/>
                  <a:gd name="connsiteX4-513" fmla="*/ 3242221 w 3261271"/>
                  <a:gd name="connsiteY4-514" fmla="*/ 615562 h 1993269"/>
                  <a:gd name="connsiteX5-515" fmla="*/ 3261271 w 3261271"/>
                  <a:gd name="connsiteY5-516" fmla="*/ 1987162 h 1993269"/>
                  <a:gd name="connsiteX6-517" fmla="*/ 2994571 w 3261271"/>
                  <a:gd name="connsiteY6-518" fmla="*/ 1777612 h 1993269"/>
                  <a:gd name="connsiteX7-519" fmla="*/ 2118271 w 3261271"/>
                  <a:gd name="connsiteY7-520" fmla="*/ 806062 h 1993269"/>
                  <a:gd name="connsiteX8-521" fmla="*/ 1118146 w 3261271"/>
                  <a:gd name="connsiteY8-522" fmla="*/ 606037 h 19932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</a:cxnLst>
                <a:rect l="l" t="t" r="r" b="b"/>
                <a:pathLst>
                  <a:path w="3261271" h="1993269">
                    <a:moveTo>
                      <a:pt x="1118146" y="606037"/>
                    </a:moveTo>
                    <a:cubicBezTo>
                      <a:pt x="816521" y="761612"/>
                      <a:pt x="308521" y="1206112"/>
                      <a:pt x="3721" y="844162"/>
                    </a:cubicBezTo>
                    <a:cubicBezTo>
                      <a:pt x="-62359" y="765692"/>
                      <a:pt x="772071" y="98037"/>
                      <a:pt x="889546" y="34537"/>
                    </a:cubicBezTo>
                    <a:cubicBezTo>
                      <a:pt x="1007021" y="-9913"/>
                      <a:pt x="2000796" y="-16263"/>
                      <a:pt x="2127796" y="44062"/>
                    </a:cubicBezTo>
                    <a:cubicBezTo>
                      <a:pt x="2616746" y="180587"/>
                      <a:pt x="2915196" y="345687"/>
                      <a:pt x="3242221" y="615562"/>
                    </a:cubicBezTo>
                    <a:lnTo>
                      <a:pt x="3261271" y="1987162"/>
                    </a:lnTo>
                    <a:cubicBezTo>
                      <a:pt x="3159671" y="2012562"/>
                      <a:pt x="3134271" y="1961762"/>
                      <a:pt x="2994571" y="1777612"/>
                    </a:cubicBezTo>
                    <a:cubicBezTo>
                      <a:pt x="2616746" y="1444237"/>
                      <a:pt x="2343696" y="1148962"/>
                      <a:pt x="2118271" y="806062"/>
                    </a:cubicBezTo>
                    <a:cubicBezTo>
                      <a:pt x="1756321" y="777487"/>
                      <a:pt x="1432471" y="720337"/>
                      <a:pt x="1118146" y="6060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7" name="Rounded Rectangle 4"/>
              <p:cNvSpPr/>
              <p:nvPr/>
            </p:nvSpPr>
            <p:spPr>
              <a:xfrm rot="2002203">
                <a:off x="2745022" y="3807001"/>
                <a:ext cx="339508" cy="61214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8" name="Rounded Rectangle 11"/>
              <p:cNvSpPr/>
              <p:nvPr/>
            </p:nvSpPr>
            <p:spPr>
              <a:xfrm rot="2002203">
                <a:off x="3276558" y="3627997"/>
                <a:ext cx="339508" cy="93469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9" name="Rounded Rectangle 12"/>
              <p:cNvSpPr/>
              <p:nvPr/>
            </p:nvSpPr>
            <p:spPr>
              <a:xfrm rot="2002203">
                <a:off x="3656813" y="3935485"/>
                <a:ext cx="339508" cy="72431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0" name="Rounded Rectangle 13"/>
              <p:cNvSpPr/>
              <p:nvPr/>
            </p:nvSpPr>
            <p:spPr>
              <a:xfrm rot="2002203">
                <a:off x="4082895" y="4229792"/>
                <a:ext cx="339508" cy="56741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5" name="Freeform 14"/>
            <p:cNvSpPr/>
            <p:nvPr/>
          </p:nvSpPr>
          <p:spPr>
            <a:xfrm>
              <a:off x="2676526" y="2590800"/>
              <a:ext cx="3152217" cy="2284673"/>
            </a:xfrm>
            <a:custGeom>
              <a:avLst/>
              <a:gdLst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-1" fmla="*/ 323850 w 3152217"/>
                <a:gd name="connsiteY0-2" fmla="*/ 0 h 2217998"/>
                <a:gd name="connsiteX1-3" fmla="*/ 95250 w 3152217"/>
                <a:gd name="connsiteY1-4" fmla="*/ 209550 h 2217998"/>
                <a:gd name="connsiteX2-5" fmla="*/ 1352550 w 3152217"/>
                <a:gd name="connsiteY2-6" fmla="*/ 85725 h 2217998"/>
                <a:gd name="connsiteX3-7" fmla="*/ 2219325 w 3152217"/>
                <a:gd name="connsiteY3-8" fmla="*/ 295275 h 2217998"/>
                <a:gd name="connsiteX4-9" fmla="*/ 2724150 w 3152217"/>
                <a:gd name="connsiteY4-10" fmla="*/ 781050 h 2217998"/>
                <a:gd name="connsiteX5-11" fmla="*/ 2720489 w 3152217"/>
                <a:gd name="connsiteY5-12" fmla="*/ 785957 h 2217998"/>
                <a:gd name="connsiteX6-13" fmla="*/ 3152217 w 3152217"/>
                <a:gd name="connsiteY6-14" fmla="*/ 1217685 h 2217998"/>
                <a:gd name="connsiteX7-15" fmla="*/ 3152217 w 3152217"/>
                <a:gd name="connsiteY7-16" fmla="*/ 1429902 h 2217998"/>
                <a:gd name="connsiteX8-17" fmla="*/ 2940000 w 3152217"/>
                <a:gd name="connsiteY8-18" fmla="*/ 1429902 h 2217998"/>
                <a:gd name="connsiteX9-19" fmla="*/ 2539107 w 3152217"/>
                <a:gd name="connsiteY9-20" fmla="*/ 1029008 h 2217998"/>
                <a:gd name="connsiteX10-21" fmla="*/ 2474399 w 3152217"/>
                <a:gd name="connsiteY10-22" fmla="*/ 1115717 h 2217998"/>
                <a:gd name="connsiteX11-23" fmla="*/ 2907621 w 3152217"/>
                <a:gd name="connsiteY11-24" fmla="*/ 1548940 h 2217998"/>
                <a:gd name="connsiteX12-25" fmla="*/ 2907621 w 3152217"/>
                <a:gd name="connsiteY12-26" fmla="*/ 1761157 h 2217998"/>
                <a:gd name="connsiteX13-27" fmla="*/ 2695404 w 3152217"/>
                <a:gd name="connsiteY13-28" fmla="*/ 1761157 h 2217998"/>
                <a:gd name="connsiteX14-29" fmla="*/ 2293017 w 3152217"/>
                <a:gd name="connsiteY14-30" fmla="*/ 1358769 h 2217998"/>
                <a:gd name="connsiteX15-31" fmla="*/ 2228234 w 3152217"/>
                <a:gd name="connsiteY15-32" fmla="*/ 1445578 h 2217998"/>
                <a:gd name="connsiteX16-33" fmla="*/ 2648161 w 3152217"/>
                <a:gd name="connsiteY16-34" fmla="*/ 1865505 h 2217998"/>
                <a:gd name="connsiteX17-35" fmla="*/ 2648161 w 3152217"/>
                <a:gd name="connsiteY17-36" fmla="*/ 2077722 h 2217998"/>
                <a:gd name="connsiteX18-37" fmla="*/ 2435944 w 3152217"/>
                <a:gd name="connsiteY18-38" fmla="*/ 2077722 h 2217998"/>
                <a:gd name="connsiteX19-39" fmla="*/ 2046853 w 3152217"/>
                <a:gd name="connsiteY19-40" fmla="*/ 1688629 h 2217998"/>
                <a:gd name="connsiteX20-41" fmla="*/ 1966688 w 3152217"/>
                <a:gd name="connsiteY20-42" fmla="*/ 1796050 h 2217998"/>
                <a:gd name="connsiteX21-43" fmla="*/ 1987859 w 3152217"/>
                <a:gd name="connsiteY21-44" fmla="*/ 1774879 h 2217998"/>
                <a:gd name="connsiteX22-45" fmla="*/ 2218760 w 3152217"/>
                <a:gd name="connsiteY22-46" fmla="*/ 2005781 h 2217998"/>
                <a:gd name="connsiteX23-47" fmla="*/ 2218760 w 3152217"/>
                <a:gd name="connsiteY23-48" fmla="*/ 2217998 h 2217998"/>
                <a:gd name="connsiteX24-49" fmla="*/ 2006543 w 3152217"/>
                <a:gd name="connsiteY24-50" fmla="*/ 2217998 h 2217998"/>
                <a:gd name="connsiteX25-51" fmla="*/ 1803401 w 3152217"/>
                <a:gd name="connsiteY25-52" fmla="*/ 2014854 h 2217998"/>
                <a:gd name="connsiteX26-53" fmla="*/ 1771650 w 3152217"/>
                <a:gd name="connsiteY26-54" fmla="*/ 2057400 h 2217998"/>
                <a:gd name="connsiteX27-55" fmla="*/ 1798691 w 3152217"/>
                <a:gd name="connsiteY27-56" fmla="*/ 2010144 h 2217998"/>
                <a:gd name="connsiteX28-57" fmla="*/ 1775643 w 3152217"/>
                <a:gd name="connsiteY28-58" fmla="*/ 1987096 h 2217998"/>
                <a:gd name="connsiteX29-59" fmla="*/ 1848068 w 3152217"/>
                <a:gd name="connsiteY29-60" fmla="*/ 1914670 h 2217998"/>
                <a:gd name="connsiteX30-61" fmla="*/ 1533525 w 3152217"/>
                <a:gd name="connsiteY30-62" fmla="*/ 1485900 h 2217998"/>
                <a:gd name="connsiteX31-63" fmla="*/ 1219200 w 3152217"/>
                <a:gd name="connsiteY31-64" fmla="*/ 1181100 h 2217998"/>
                <a:gd name="connsiteX32-65" fmla="*/ 571500 w 3152217"/>
                <a:gd name="connsiteY32-66" fmla="*/ 1295400 h 2217998"/>
                <a:gd name="connsiteX33-67" fmla="*/ 0 w 3152217"/>
                <a:gd name="connsiteY33-68" fmla="*/ 1266825 h 2217998"/>
                <a:gd name="connsiteX34-69" fmla="*/ 9525 w 3152217"/>
                <a:gd name="connsiteY34-70" fmla="*/ 28575 h 2217998"/>
                <a:gd name="connsiteX35-71" fmla="*/ 323850 w 3152217"/>
                <a:gd name="connsiteY35-72" fmla="*/ 0 h 2217998"/>
                <a:gd name="connsiteX0-73" fmla="*/ 323850 w 3152217"/>
                <a:gd name="connsiteY0-74" fmla="*/ 0 h 2217998"/>
                <a:gd name="connsiteX1-75" fmla="*/ 95250 w 3152217"/>
                <a:gd name="connsiteY1-76" fmla="*/ 209550 h 2217998"/>
                <a:gd name="connsiteX2-77" fmla="*/ 1352550 w 3152217"/>
                <a:gd name="connsiteY2-78" fmla="*/ 85725 h 2217998"/>
                <a:gd name="connsiteX3-79" fmla="*/ 2219325 w 3152217"/>
                <a:gd name="connsiteY3-80" fmla="*/ 295275 h 2217998"/>
                <a:gd name="connsiteX4-81" fmla="*/ 2724150 w 3152217"/>
                <a:gd name="connsiteY4-82" fmla="*/ 781050 h 2217998"/>
                <a:gd name="connsiteX5-83" fmla="*/ 2720489 w 3152217"/>
                <a:gd name="connsiteY5-84" fmla="*/ 785957 h 2217998"/>
                <a:gd name="connsiteX6-85" fmla="*/ 3152217 w 3152217"/>
                <a:gd name="connsiteY6-86" fmla="*/ 1217685 h 2217998"/>
                <a:gd name="connsiteX7-87" fmla="*/ 3152217 w 3152217"/>
                <a:gd name="connsiteY7-88" fmla="*/ 1429902 h 2217998"/>
                <a:gd name="connsiteX8-89" fmla="*/ 2940000 w 3152217"/>
                <a:gd name="connsiteY8-90" fmla="*/ 1429902 h 2217998"/>
                <a:gd name="connsiteX9-91" fmla="*/ 2539107 w 3152217"/>
                <a:gd name="connsiteY9-92" fmla="*/ 1029008 h 2217998"/>
                <a:gd name="connsiteX10-93" fmla="*/ 2474399 w 3152217"/>
                <a:gd name="connsiteY10-94" fmla="*/ 1115717 h 2217998"/>
                <a:gd name="connsiteX11-95" fmla="*/ 2907621 w 3152217"/>
                <a:gd name="connsiteY11-96" fmla="*/ 1548940 h 2217998"/>
                <a:gd name="connsiteX12-97" fmla="*/ 2907621 w 3152217"/>
                <a:gd name="connsiteY12-98" fmla="*/ 1761157 h 2217998"/>
                <a:gd name="connsiteX13-99" fmla="*/ 2695404 w 3152217"/>
                <a:gd name="connsiteY13-100" fmla="*/ 1761157 h 2217998"/>
                <a:gd name="connsiteX14-101" fmla="*/ 2293017 w 3152217"/>
                <a:gd name="connsiteY14-102" fmla="*/ 1358769 h 2217998"/>
                <a:gd name="connsiteX15-103" fmla="*/ 2228234 w 3152217"/>
                <a:gd name="connsiteY15-104" fmla="*/ 1445578 h 2217998"/>
                <a:gd name="connsiteX16-105" fmla="*/ 2648161 w 3152217"/>
                <a:gd name="connsiteY16-106" fmla="*/ 1865505 h 2217998"/>
                <a:gd name="connsiteX17-107" fmla="*/ 2648161 w 3152217"/>
                <a:gd name="connsiteY17-108" fmla="*/ 2077722 h 2217998"/>
                <a:gd name="connsiteX18-109" fmla="*/ 2435944 w 3152217"/>
                <a:gd name="connsiteY18-110" fmla="*/ 2077722 h 2217998"/>
                <a:gd name="connsiteX19-111" fmla="*/ 2046853 w 3152217"/>
                <a:gd name="connsiteY19-112" fmla="*/ 1688629 h 2217998"/>
                <a:gd name="connsiteX20-113" fmla="*/ 1966688 w 3152217"/>
                <a:gd name="connsiteY20-114" fmla="*/ 1796050 h 2217998"/>
                <a:gd name="connsiteX21-115" fmla="*/ 1987859 w 3152217"/>
                <a:gd name="connsiteY21-116" fmla="*/ 1774879 h 2217998"/>
                <a:gd name="connsiteX22-117" fmla="*/ 2218760 w 3152217"/>
                <a:gd name="connsiteY22-118" fmla="*/ 2005781 h 2217998"/>
                <a:gd name="connsiteX23-119" fmla="*/ 2218760 w 3152217"/>
                <a:gd name="connsiteY23-120" fmla="*/ 2217998 h 2217998"/>
                <a:gd name="connsiteX24-121" fmla="*/ 2006543 w 3152217"/>
                <a:gd name="connsiteY24-122" fmla="*/ 2217998 h 2217998"/>
                <a:gd name="connsiteX25-123" fmla="*/ 1803401 w 3152217"/>
                <a:gd name="connsiteY25-124" fmla="*/ 2014854 h 2217998"/>
                <a:gd name="connsiteX26-125" fmla="*/ 1798691 w 3152217"/>
                <a:gd name="connsiteY26-126" fmla="*/ 2010144 h 2217998"/>
                <a:gd name="connsiteX27-127" fmla="*/ 1775643 w 3152217"/>
                <a:gd name="connsiteY27-128" fmla="*/ 1987096 h 2217998"/>
                <a:gd name="connsiteX28-129" fmla="*/ 1848068 w 3152217"/>
                <a:gd name="connsiteY28-130" fmla="*/ 1914670 h 2217998"/>
                <a:gd name="connsiteX29-131" fmla="*/ 1533525 w 3152217"/>
                <a:gd name="connsiteY29-132" fmla="*/ 1485900 h 2217998"/>
                <a:gd name="connsiteX30-133" fmla="*/ 1219200 w 3152217"/>
                <a:gd name="connsiteY30-134" fmla="*/ 1181100 h 2217998"/>
                <a:gd name="connsiteX31-135" fmla="*/ 571500 w 3152217"/>
                <a:gd name="connsiteY31-136" fmla="*/ 1295400 h 2217998"/>
                <a:gd name="connsiteX32-137" fmla="*/ 0 w 3152217"/>
                <a:gd name="connsiteY32-138" fmla="*/ 1266825 h 2217998"/>
                <a:gd name="connsiteX33-139" fmla="*/ 9525 w 3152217"/>
                <a:gd name="connsiteY33-140" fmla="*/ 28575 h 2217998"/>
                <a:gd name="connsiteX34-141" fmla="*/ 323850 w 3152217"/>
                <a:gd name="connsiteY34-142" fmla="*/ 0 h 2217998"/>
                <a:gd name="connsiteX0-143" fmla="*/ 323850 w 3152217"/>
                <a:gd name="connsiteY0-144" fmla="*/ 0 h 2217998"/>
                <a:gd name="connsiteX1-145" fmla="*/ 95250 w 3152217"/>
                <a:gd name="connsiteY1-146" fmla="*/ 209550 h 2217998"/>
                <a:gd name="connsiteX2-147" fmla="*/ 1352550 w 3152217"/>
                <a:gd name="connsiteY2-148" fmla="*/ 85725 h 2217998"/>
                <a:gd name="connsiteX3-149" fmla="*/ 2219325 w 3152217"/>
                <a:gd name="connsiteY3-150" fmla="*/ 295275 h 2217998"/>
                <a:gd name="connsiteX4-151" fmla="*/ 2724150 w 3152217"/>
                <a:gd name="connsiteY4-152" fmla="*/ 781050 h 2217998"/>
                <a:gd name="connsiteX5-153" fmla="*/ 2720489 w 3152217"/>
                <a:gd name="connsiteY5-154" fmla="*/ 785957 h 2217998"/>
                <a:gd name="connsiteX6-155" fmla="*/ 3152217 w 3152217"/>
                <a:gd name="connsiteY6-156" fmla="*/ 1217685 h 2217998"/>
                <a:gd name="connsiteX7-157" fmla="*/ 3152217 w 3152217"/>
                <a:gd name="connsiteY7-158" fmla="*/ 1429902 h 2217998"/>
                <a:gd name="connsiteX8-159" fmla="*/ 2940000 w 3152217"/>
                <a:gd name="connsiteY8-160" fmla="*/ 1429902 h 2217998"/>
                <a:gd name="connsiteX9-161" fmla="*/ 2539107 w 3152217"/>
                <a:gd name="connsiteY9-162" fmla="*/ 1029008 h 2217998"/>
                <a:gd name="connsiteX10-163" fmla="*/ 2474399 w 3152217"/>
                <a:gd name="connsiteY10-164" fmla="*/ 1115717 h 2217998"/>
                <a:gd name="connsiteX11-165" fmla="*/ 2907621 w 3152217"/>
                <a:gd name="connsiteY11-166" fmla="*/ 1548940 h 2217998"/>
                <a:gd name="connsiteX12-167" fmla="*/ 2907621 w 3152217"/>
                <a:gd name="connsiteY12-168" fmla="*/ 1761157 h 2217998"/>
                <a:gd name="connsiteX13-169" fmla="*/ 2695404 w 3152217"/>
                <a:gd name="connsiteY13-170" fmla="*/ 1761157 h 2217998"/>
                <a:gd name="connsiteX14-171" fmla="*/ 2293017 w 3152217"/>
                <a:gd name="connsiteY14-172" fmla="*/ 1358769 h 2217998"/>
                <a:gd name="connsiteX15-173" fmla="*/ 2228234 w 3152217"/>
                <a:gd name="connsiteY15-174" fmla="*/ 1445578 h 2217998"/>
                <a:gd name="connsiteX16-175" fmla="*/ 2648161 w 3152217"/>
                <a:gd name="connsiteY16-176" fmla="*/ 1865505 h 2217998"/>
                <a:gd name="connsiteX17-177" fmla="*/ 2648161 w 3152217"/>
                <a:gd name="connsiteY17-178" fmla="*/ 2077722 h 2217998"/>
                <a:gd name="connsiteX18-179" fmla="*/ 2435944 w 3152217"/>
                <a:gd name="connsiteY18-180" fmla="*/ 2077722 h 2217998"/>
                <a:gd name="connsiteX19-181" fmla="*/ 2046853 w 3152217"/>
                <a:gd name="connsiteY19-182" fmla="*/ 1688629 h 2217998"/>
                <a:gd name="connsiteX20-183" fmla="*/ 1966688 w 3152217"/>
                <a:gd name="connsiteY20-184" fmla="*/ 1796050 h 2217998"/>
                <a:gd name="connsiteX21-185" fmla="*/ 1987859 w 3152217"/>
                <a:gd name="connsiteY21-186" fmla="*/ 1774879 h 2217998"/>
                <a:gd name="connsiteX22-187" fmla="*/ 2218760 w 3152217"/>
                <a:gd name="connsiteY22-188" fmla="*/ 2005781 h 2217998"/>
                <a:gd name="connsiteX23-189" fmla="*/ 2218760 w 3152217"/>
                <a:gd name="connsiteY23-190" fmla="*/ 2217998 h 2217998"/>
                <a:gd name="connsiteX24-191" fmla="*/ 2006543 w 3152217"/>
                <a:gd name="connsiteY24-192" fmla="*/ 2217998 h 2217998"/>
                <a:gd name="connsiteX25-193" fmla="*/ 1798691 w 3152217"/>
                <a:gd name="connsiteY25-194" fmla="*/ 2010144 h 2217998"/>
                <a:gd name="connsiteX26-195" fmla="*/ 1775643 w 3152217"/>
                <a:gd name="connsiteY26-196" fmla="*/ 1987096 h 2217998"/>
                <a:gd name="connsiteX27-197" fmla="*/ 1848068 w 3152217"/>
                <a:gd name="connsiteY27-198" fmla="*/ 1914670 h 2217998"/>
                <a:gd name="connsiteX28-199" fmla="*/ 1533525 w 3152217"/>
                <a:gd name="connsiteY28-200" fmla="*/ 1485900 h 2217998"/>
                <a:gd name="connsiteX29-201" fmla="*/ 1219200 w 3152217"/>
                <a:gd name="connsiteY29-202" fmla="*/ 1181100 h 2217998"/>
                <a:gd name="connsiteX30-203" fmla="*/ 571500 w 3152217"/>
                <a:gd name="connsiteY30-204" fmla="*/ 1295400 h 2217998"/>
                <a:gd name="connsiteX31-205" fmla="*/ 0 w 3152217"/>
                <a:gd name="connsiteY31-206" fmla="*/ 1266825 h 2217998"/>
                <a:gd name="connsiteX32-207" fmla="*/ 9525 w 3152217"/>
                <a:gd name="connsiteY32-208" fmla="*/ 28575 h 2217998"/>
                <a:gd name="connsiteX33-209" fmla="*/ 323850 w 3152217"/>
                <a:gd name="connsiteY33-210" fmla="*/ 0 h 2217998"/>
                <a:gd name="connsiteX0-211" fmla="*/ 323850 w 3152217"/>
                <a:gd name="connsiteY0-212" fmla="*/ 0 h 2217998"/>
                <a:gd name="connsiteX1-213" fmla="*/ 95250 w 3152217"/>
                <a:gd name="connsiteY1-214" fmla="*/ 209550 h 2217998"/>
                <a:gd name="connsiteX2-215" fmla="*/ 1352550 w 3152217"/>
                <a:gd name="connsiteY2-216" fmla="*/ 85725 h 2217998"/>
                <a:gd name="connsiteX3-217" fmla="*/ 2219325 w 3152217"/>
                <a:gd name="connsiteY3-218" fmla="*/ 295275 h 2217998"/>
                <a:gd name="connsiteX4-219" fmla="*/ 2724150 w 3152217"/>
                <a:gd name="connsiteY4-220" fmla="*/ 781050 h 2217998"/>
                <a:gd name="connsiteX5-221" fmla="*/ 2720489 w 3152217"/>
                <a:gd name="connsiteY5-222" fmla="*/ 785957 h 2217998"/>
                <a:gd name="connsiteX6-223" fmla="*/ 3152217 w 3152217"/>
                <a:gd name="connsiteY6-224" fmla="*/ 1217685 h 2217998"/>
                <a:gd name="connsiteX7-225" fmla="*/ 3152217 w 3152217"/>
                <a:gd name="connsiteY7-226" fmla="*/ 1429902 h 2217998"/>
                <a:gd name="connsiteX8-227" fmla="*/ 2940000 w 3152217"/>
                <a:gd name="connsiteY8-228" fmla="*/ 1429902 h 2217998"/>
                <a:gd name="connsiteX9-229" fmla="*/ 2539107 w 3152217"/>
                <a:gd name="connsiteY9-230" fmla="*/ 1029008 h 2217998"/>
                <a:gd name="connsiteX10-231" fmla="*/ 2474399 w 3152217"/>
                <a:gd name="connsiteY10-232" fmla="*/ 1115717 h 2217998"/>
                <a:gd name="connsiteX11-233" fmla="*/ 2907621 w 3152217"/>
                <a:gd name="connsiteY11-234" fmla="*/ 1548940 h 2217998"/>
                <a:gd name="connsiteX12-235" fmla="*/ 2907621 w 3152217"/>
                <a:gd name="connsiteY12-236" fmla="*/ 1761157 h 2217998"/>
                <a:gd name="connsiteX13-237" fmla="*/ 2695404 w 3152217"/>
                <a:gd name="connsiteY13-238" fmla="*/ 1761157 h 2217998"/>
                <a:gd name="connsiteX14-239" fmla="*/ 2293017 w 3152217"/>
                <a:gd name="connsiteY14-240" fmla="*/ 1358769 h 2217998"/>
                <a:gd name="connsiteX15-241" fmla="*/ 2228234 w 3152217"/>
                <a:gd name="connsiteY15-242" fmla="*/ 1445578 h 2217998"/>
                <a:gd name="connsiteX16-243" fmla="*/ 2648161 w 3152217"/>
                <a:gd name="connsiteY16-244" fmla="*/ 1865505 h 2217998"/>
                <a:gd name="connsiteX17-245" fmla="*/ 2648161 w 3152217"/>
                <a:gd name="connsiteY17-246" fmla="*/ 2077722 h 2217998"/>
                <a:gd name="connsiteX18-247" fmla="*/ 2435944 w 3152217"/>
                <a:gd name="connsiteY18-248" fmla="*/ 2077722 h 2217998"/>
                <a:gd name="connsiteX19-249" fmla="*/ 2046853 w 3152217"/>
                <a:gd name="connsiteY19-250" fmla="*/ 1688629 h 2217998"/>
                <a:gd name="connsiteX20-251" fmla="*/ 1966688 w 3152217"/>
                <a:gd name="connsiteY20-252" fmla="*/ 1796050 h 2217998"/>
                <a:gd name="connsiteX21-253" fmla="*/ 1987859 w 3152217"/>
                <a:gd name="connsiteY21-254" fmla="*/ 1774879 h 2217998"/>
                <a:gd name="connsiteX22-255" fmla="*/ 2218760 w 3152217"/>
                <a:gd name="connsiteY22-256" fmla="*/ 2005781 h 2217998"/>
                <a:gd name="connsiteX23-257" fmla="*/ 2218760 w 3152217"/>
                <a:gd name="connsiteY23-258" fmla="*/ 2217998 h 2217998"/>
                <a:gd name="connsiteX24-259" fmla="*/ 2006543 w 3152217"/>
                <a:gd name="connsiteY24-260" fmla="*/ 2217998 h 2217998"/>
                <a:gd name="connsiteX25-261" fmla="*/ 1798691 w 3152217"/>
                <a:gd name="connsiteY25-262" fmla="*/ 2010144 h 2217998"/>
                <a:gd name="connsiteX26-263" fmla="*/ 1775643 w 3152217"/>
                <a:gd name="connsiteY26-264" fmla="*/ 1987096 h 2217998"/>
                <a:gd name="connsiteX27-265" fmla="*/ 1848068 w 3152217"/>
                <a:gd name="connsiteY27-266" fmla="*/ 1914670 h 2217998"/>
                <a:gd name="connsiteX28-267" fmla="*/ 1533525 w 3152217"/>
                <a:gd name="connsiteY28-268" fmla="*/ 1485900 h 2217998"/>
                <a:gd name="connsiteX29-269" fmla="*/ 1219200 w 3152217"/>
                <a:gd name="connsiteY29-270" fmla="*/ 1181100 h 2217998"/>
                <a:gd name="connsiteX30-271" fmla="*/ 571500 w 3152217"/>
                <a:gd name="connsiteY30-272" fmla="*/ 1295400 h 2217998"/>
                <a:gd name="connsiteX31-273" fmla="*/ 0 w 3152217"/>
                <a:gd name="connsiteY31-274" fmla="*/ 1266825 h 2217998"/>
                <a:gd name="connsiteX32-275" fmla="*/ 9525 w 3152217"/>
                <a:gd name="connsiteY32-276" fmla="*/ 28575 h 2217998"/>
                <a:gd name="connsiteX33-277" fmla="*/ 323850 w 3152217"/>
                <a:gd name="connsiteY33-278" fmla="*/ 0 h 2217998"/>
                <a:gd name="connsiteX0-279" fmla="*/ 323850 w 3152217"/>
                <a:gd name="connsiteY0-280" fmla="*/ 0 h 2217998"/>
                <a:gd name="connsiteX1-281" fmla="*/ 95250 w 3152217"/>
                <a:gd name="connsiteY1-282" fmla="*/ 209550 h 2217998"/>
                <a:gd name="connsiteX2-283" fmla="*/ 1352550 w 3152217"/>
                <a:gd name="connsiteY2-284" fmla="*/ 85725 h 2217998"/>
                <a:gd name="connsiteX3-285" fmla="*/ 2219325 w 3152217"/>
                <a:gd name="connsiteY3-286" fmla="*/ 295275 h 2217998"/>
                <a:gd name="connsiteX4-287" fmla="*/ 2724150 w 3152217"/>
                <a:gd name="connsiteY4-288" fmla="*/ 781050 h 2217998"/>
                <a:gd name="connsiteX5-289" fmla="*/ 2720489 w 3152217"/>
                <a:gd name="connsiteY5-290" fmla="*/ 785957 h 2217998"/>
                <a:gd name="connsiteX6-291" fmla="*/ 3152217 w 3152217"/>
                <a:gd name="connsiteY6-292" fmla="*/ 1217685 h 2217998"/>
                <a:gd name="connsiteX7-293" fmla="*/ 3152217 w 3152217"/>
                <a:gd name="connsiteY7-294" fmla="*/ 1429902 h 2217998"/>
                <a:gd name="connsiteX8-295" fmla="*/ 2940000 w 3152217"/>
                <a:gd name="connsiteY8-296" fmla="*/ 1429902 h 2217998"/>
                <a:gd name="connsiteX9-297" fmla="*/ 2539107 w 3152217"/>
                <a:gd name="connsiteY9-298" fmla="*/ 1029008 h 2217998"/>
                <a:gd name="connsiteX10-299" fmla="*/ 2474399 w 3152217"/>
                <a:gd name="connsiteY10-300" fmla="*/ 1115717 h 2217998"/>
                <a:gd name="connsiteX11-301" fmla="*/ 2907621 w 3152217"/>
                <a:gd name="connsiteY11-302" fmla="*/ 1548940 h 2217998"/>
                <a:gd name="connsiteX12-303" fmla="*/ 2907621 w 3152217"/>
                <a:gd name="connsiteY12-304" fmla="*/ 1761157 h 2217998"/>
                <a:gd name="connsiteX13-305" fmla="*/ 2695404 w 3152217"/>
                <a:gd name="connsiteY13-306" fmla="*/ 1761157 h 2217998"/>
                <a:gd name="connsiteX14-307" fmla="*/ 2293017 w 3152217"/>
                <a:gd name="connsiteY14-308" fmla="*/ 1358769 h 2217998"/>
                <a:gd name="connsiteX15-309" fmla="*/ 2228234 w 3152217"/>
                <a:gd name="connsiteY15-310" fmla="*/ 1445578 h 2217998"/>
                <a:gd name="connsiteX16-311" fmla="*/ 2648161 w 3152217"/>
                <a:gd name="connsiteY16-312" fmla="*/ 1865505 h 2217998"/>
                <a:gd name="connsiteX17-313" fmla="*/ 2648161 w 3152217"/>
                <a:gd name="connsiteY17-314" fmla="*/ 2077722 h 2217998"/>
                <a:gd name="connsiteX18-315" fmla="*/ 2435944 w 3152217"/>
                <a:gd name="connsiteY18-316" fmla="*/ 2077722 h 2217998"/>
                <a:gd name="connsiteX19-317" fmla="*/ 2046853 w 3152217"/>
                <a:gd name="connsiteY19-318" fmla="*/ 1688629 h 2217998"/>
                <a:gd name="connsiteX20-319" fmla="*/ 1987859 w 3152217"/>
                <a:gd name="connsiteY20-320" fmla="*/ 1774879 h 2217998"/>
                <a:gd name="connsiteX21-321" fmla="*/ 2218760 w 3152217"/>
                <a:gd name="connsiteY21-322" fmla="*/ 2005781 h 2217998"/>
                <a:gd name="connsiteX22-323" fmla="*/ 2218760 w 3152217"/>
                <a:gd name="connsiteY22-324" fmla="*/ 2217998 h 2217998"/>
                <a:gd name="connsiteX23-325" fmla="*/ 2006543 w 3152217"/>
                <a:gd name="connsiteY23-326" fmla="*/ 2217998 h 2217998"/>
                <a:gd name="connsiteX24-327" fmla="*/ 1798691 w 3152217"/>
                <a:gd name="connsiteY24-328" fmla="*/ 2010144 h 2217998"/>
                <a:gd name="connsiteX25-329" fmla="*/ 1775643 w 3152217"/>
                <a:gd name="connsiteY25-330" fmla="*/ 1987096 h 2217998"/>
                <a:gd name="connsiteX26-331" fmla="*/ 1848068 w 3152217"/>
                <a:gd name="connsiteY26-332" fmla="*/ 1914670 h 2217998"/>
                <a:gd name="connsiteX27-333" fmla="*/ 1533525 w 3152217"/>
                <a:gd name="connsiteY27-334" fmla="*/ 1485900 h 2217998"/>
                <a:gd name="connsiteX28-335" fmla="*/ 1219200 w 3152217"/>
                <a:gd name="connsiteY28-336" fmla="*/ 1181100 h 2217998"/>
                <a:gd name="connsiteX29-337" fmla="*/ 571500 w 3152217"/>
                <a:gd name="connsiteY29-338" fmla="*/ 1295400 h 2217998"/>
                <a:gd name="connsiteX30-339" fmla="*/ 0 w 3152217"/>
                <a:gd name="connsiteY30-340" fmla="*/ 1266825 h 2217998"/>
                <a:gd name="connsiteX31-341" fmla="*/ 9525 w 3152217"/>
                <a:gd name="connsiteY31-342" fmla="*/ 28575 h 2217998"/>
                <a:gd name="connsiteX32-343" fmla="*/ 323850 w 3152217"/>
                <a:gd name="connsiteY32-344" fmla="*/ 0 h 2217998"/>
                <a:gd name="connsiteX0-345" fmla="*/ 323850 w 3152217"/>
                <a:gd name="connsiteY0-346" fmla="*/ 0 h 2217998"/>
                <a:gd name="connsiteX1-347" fmla="*/ 95250 w 3152217"/>
                <a:gd name="connsiteY1-348" fmla="*/ 209550 h 2217998"/>
                <a:gd name="connsiteX2-349" fmla="*/ 1352550 w 3152217"/>
                <a:gd name="connsiteY2-350" fmla="*/ 85725 h 2217998"/>
                <a:gd name="connsiteX3-351" fmla="*/ 2219325 w 3152217"/>
                <a:gd name="connsiteY3-352" fmla="*/ 295275 h 2217998"/>
                <a:gd name="connsiteX4-353" fmla="*/ 2724150 w 3152217"/>
                <a:gd name="connsiteY4-354" fmla="*/ 781050 h 2217998"/>
                <a:gd name="connsiteX5-355" fmla="*/ 2720489 w 3152217"/>
                <a:gd name="connsiteY5-356" fmla="*/ 785957 h 2217998"/>
                <a:gd name="connsiteX6-357" fmla="*/ 3152217 w 3152217"/>
                <a:gd name="connsiteY6-358" fmla="*/ 1217685 h 2217998"/>
                <a:gd name="connsiteX7-359" fmla="*/ 3152217 w 3152217"/>
                <a:gd name="connsiteY7-360" fmla="*/ 1429902 h 2217998"/>
                <a:gd name="connsiteX8-361" fmla="*/ 2940000 w 3152217"/>
                <a:gd name="connsiteY8-362" fmla="*/ 1429902 h 2217998"/>
                <a:gd name="connsiteX9-363" fmla="*/ 2539107 w 3152217"/>
                <a:gd name="connsiteY9-364" fmla="*/ 1029008 h 2217998"/>
                <a:gd name="connsiteX10-365" fmla="*/ 2474399 w 3152217"/>
                <a:gd name="connsiteY10-366" fmla="*/ 1115717 h 2217998"/>
                <a:gd name="connsiteX11-367" fmla="*/ 2907621 w 3152217"/>
                <a:gd name="connsiteY11-368" fmla="*/ 1548940 h 2217998"/>
                <a:gd name="connsiteX12-369" fmla="*/ 2907621 w 3152217"/>
                <a:gd name="connsiteY12-370" fmla="*/ 1761157 h 2217998"/>
                <a:gd name="connsiteX13-371" fmla="*/ 2695404 w 3152217"/>
                <a:gd name="connsiteY13-372" fmla="*/ 1761157 h 2217998"/>
                <a:gd name="connsiteX14-373" fmla="*/ 2293017 w 3152217"/>
                <a:gd name="connsiteY14-374" fmla="*/ 1358769 h 2217998"/>
                <a:gd name="connsiteX15-375" fmla="*/ 2228234 w 3152217"/>
                <a:gd name="connsiteY15-376" fmla="*/ 1445578 h 2217998"/>
                <a:gd name="connsiteX16-377" fmla="*/ 2648161 w 3152217"/>
                <a:gd name="connsiteY16-378" fmla="*/ 1865505 h 2217998"/>
                <a:gd name="connsiteX17-379" fmla="*/ 2648161 w 3152217"/>
                <a:gd name="connsiteY17-380" fmla="*/ 2077722 h 2217998"/>
                <a:gd name="connsiteX18-381" fmla="*/ 2435944 w 3152217"/>
                <a:gd name="connsiteY18-382" fmla="*/ 2077722 h 2217998"/>
                <a:gd name="connsiteX19-383" fmla="*/ 2046853 w 3152217"/>
                <a:gd name="connsiteY19-384" fmla="*/ 1688629 h 2217998"/>
                <a:gd name="connsiteX20-385" fmla="*/ 1987859 w 3152217"/>
                <a:gd name="connsiteY20-386" fmla="*/ 1774879 h 2217998"/>
                <a:gd name="connsiteX21-387" fmla="*/ 2218760 w 3152217"/>
                <a:gd name="connsiteY21-388" fmla="*/ 2005781 h 2217998"/>
                <a:gd name="connsiteX22-389" fmla="*/ 2218760 w 3152217"/>
                <a:gd name="connsiteY22-390" fmla="*/ 2217998 h 2217998"/>
                <a:gd name="connsiteX23-391" fmla="*/ 2006543 w 3152217"/>
                <a:gd name="connsiteY23-392" fmla="*/ 2217998 h 2217998"/>
                <a:gd name="connsiteX24-393" fmla="*/ 1798691 w 3152217"/>
                <a:gd name="connsiteY24-394" fmla="*/ 2010144 h 2217998"/>
                <a:gd name="connsiteX25-395" fmla="*/ 1775643 w 3152217"/>
                <a:gd name="connsiteY25-396" fmla="*/ 1987096 h 2217998"/>
                <a:gd name="connsiteX26-397" fmla="*/ 1848068 w 3152217"/>
                <a:gd name="connsiteY26-398" fmla="*/ 1911865 h 2217998"/>
                <a:gd name="connsiteX27-399" fmla="*/ 1533525 w 3152217"/>
                <a:gd name="connsiteY27-400" fmla="*/ 1485900 h 2217998"/>
                <a:gd name="connsiteX28-401" fmla="*/ 1219200 w 3152217"/>
                <a:gd name="connsiteY28-402" fmla="*/ 1181100 h 2217998"/>
                <a:gd name="connsiteX29-403" fmla="*/ 571500 w 3152217"/>
                <a:gd name="connsiteY29-404" fmla="*/ 1295400 h 2217998"/>
                <a:gd name="connsiteX30-405" fmla="*/ 0 w 3152217"/>
                <a:gd name="connsiteY30-406" fmla="*/ 1266825 h 2217998"/>
                <a:gd name="connsiteX31-407" fmla="*/ 9525 w 3152217"/>
                <a:gd name="connsiteY31-408" fmla="*/ 28575 h 2217998"/>
                <a:gd name="connsiteX32-409" fmla="*/ 323850 w 3152217"/>
                <a:gd name="connsiteY32-410" fmla="*/ 0 h 2217998"/>
                <a:gd name="connsiteX0-411" fmla="*/ 323850 w 3152217"/>
                <a:gd name="connsiteY0-412" fmla="*/ 0 h 2217998"/>
                <a:gd name="connsiteX1-413" fmla="*/ 95250 w 3152217"/>
                <a:gd name="connsiteY1-414" fmla="*/ 209550 h 2217998"/>
                <a:gd name="connsiteX2-415" fmla="*/ 1352550 w 3152217"/>
                <a:gd name="connsiteY2-416" fmla="*/ 85725 h 2217998"/>
                <a:gd name="connsiteX3-417" fmla="*/ 2219325 w 3152217"/>
                <a:gd name="connsiteY3-418" fmla="*/ 295275 h 2217998"/>
                <a:gd name="connsiteX4-419" fmla="*/ 2724150 w 3152217"/>
                <a:gd name="connsiteY4-420" fmla="*/ 781050 h 2217998"/>
                <a:gd name="connsiteX5-421" fmla="*/ 2720489 w 3152217"/>
                <a:gd name="connsiteY5-422" fmla="*/ 785957 h 2217998"/>
                <a:gd name="connsiteX6-423" fmla="*/ 3152217 w 3152217"/>
                <a:gd name="connsiteY6-424" fmla="*/ 1217685 h 2217998"/>
                <a:gd name="connsiteX7-425" fmla="*/ 3152217 w 3152217"/>
                <a:gd name="connsiteY7-426" fmla="*/ 1429902 h 2217998"/>
                <a:gd name="connsiteX8-427" fmla="*/ 2940000 w 3152217"/>
                <a:gd name="connsiteY8-428" fmla="*/ 1429902 h 2217998"/>
                <a:gd name="connsiteX9-429" fmla="*/ 2539107 w 3152217"/>
                <a:gd name="connsiteY9-430" fmla="*/ 1029008 h 2217998"/>
                <a:gd name="connsiteX10-431" fmla="*/ 2474399 w 3152217"/>
                <a:gd name="connsiteY10-432" fmla="*/ 1115717 h 2217998"/>
                <a:gd name="connsiteX11-433" fmla="*/ 2907621 w 3152217"/>
                <a:gd name="connsiteY11-434" fmla="*/ 1548940 h 2217998"/>
                <a:gd name="connsiteX12-435" fmla="*/ 2907621 w 3152217"/>
                <a:gd name="connsiteY12-436" fmla="*/ 1761157 h 2217998"/>
                <a:gd name="connsiteX13-437" fmla="*/ 2695404 w 3152217"/>
                <a:gd name="connsiteY13-438" fmla="*/ 1761157 h 2217998"/>
                <a:gd name="connsiteX14-439" fmla="*/ 2293017 w 3152217"/>
                <a:gd name="connsiteY14-440" fmla="*/ 1358769 h 2217998"/>
                <a:gd name="connsiteX15-441" fmla="*/ 2228234 w 3152217"/>
                <a:gd name="connsiteY15-442" fmla="*/ 1445578 h 2217998"/>
                <a:gd name="connsiteX16-443" fmla="*/ 2648161 w 3152217"/>
                <a:gd name="connsiteY16-444" fmla="*/ 1865505 h 2217998"/>
                <a:gd name="connsiteX17-445" fmla="*/ 2648161 w 3152217"/>
                <a:gd name="connsiteY17-446" fmla="*/ 2077722 h 2217998"/>
                <a:gd name="connsiteX18-447" fmla="*/ 2435944 w 3152217"/>
                <a:gd name="connsiteY18-448" fmla="*/ 2077722 h 2217998"/>
                <a:gd name="connsiteX19-449" fmla="*/ 2046853 w 3152217"/>
                <a:gd name="connsiteY19-450" fmla="*/ 1688629 h 2217998"/>
                <a:gd name="connsiteX20-451" fmla="*/ 1987859 w 3152217"/>
                <a:gd name="connsiteY20-452" fmla="*/ 1774879 h 2217998"/>
                <a:gd name="connsiteX21-453" fmla="*/ 2218760 w 3152217"/>
                <a:gd name="connsiteY21-454" fmla="*/ 2005781 h 2217998"/>
                <a:gd name="connsiteX22-455" fmla="*/ 2218760 w 3152217"/>
                <a:gd name="connsiteY22-456" fmla="*/ 2217998 h 2217998"/>
                <a:gd name="connsiteX23-457" fmla="*/ 2006543 w 3152217"/>
                <a:gd name="connsiteY23-458" fmla="*/ 2217998 h 2217998"/>
                <a:gd name="connsiteX24-459" fmla="*/ 1798691 w 3152217"/>
                <a:gd name="connsiteY24-460" fmla="*/ 2010144 h 2217998"/>
                <a:gd name="connsiteX25-461" fmla="*/ 1775643 w 3152217"/>
                <a:gd name="connsiteY25-462" fmla="*/ 1987096 h 2217998"/>
                <a:gd name="connsiteX26-463" fmla="*/ 1848068 w 3152217"/>
                <a:gd name="connsiteY26-464" fmla="*/ 1911865 h 2217998"/>
                <a:gd name="connsiteX27-465" fmla="*/ 1533525 w 3152217"/>
                <a:gd name="connsiteY27-466" fmla="*/ 1485900 h 2217998"/>
                <a:gd name="connsiteX28-467" fmla="*/ 1219200 w 3152217"/>
                <a:gd name="connsiteY28-468" fmla="*/ 1181100 h 2217998"/>
                <a:gd name="connsiteX29-469" fmla="*/ 571500 w 3152217"/>
                <a:gd name="connsiteY29-470" fmla="*/ 1295400 h 2217998"/>
                <a:gd name="connsiteX30-471" fmla="*/ 0 w 3152217"/>
                <a:gd name="connsiteY30-472" fmla="*/ 1266825 h 2217998"/>
                <a:gd name="connsiteX31-473" fmla="*/ 9525 w 3152217"/>
                <a:gd name="connsiteY31-474" fmla="*/ 28575 h 2217998"/>
                <a:gd name="connsiteX32-475" fmla="*/ 323850 w 3152217"/>
                <a:gd name="connsiteY32-476" fmla="*/ 0 h 2217998"/>
                <a:gd name="connsiteX0-477" fmla="*/ 323850 w 3152217"/>
                <a:gd name="connsiteY0-478" fmla="*/ 0 h 2217998"/>
                <a:gd name="connsiteX1-479" fmla="*/ 95250 w 3152217"/>
                <a:gd name="connsiteY1-480" fmla="*/ 209550 h 2217998"/>
                <a:gd name="connsiteX2-481" fmla="*/ 1352550 w 3152217"/>
                <a:gd name="connsiteY2-482" fmla="*/ 85725 h 2217998"/>
                <a:gd name="connsiteX3-483" fmla="*/ 2219325 w 3152217"/>
                <a:gd name="connsiteY3-484" fmla="*/ 295275 h 2217998"/>
                <a:gd name="connsiteX4-485" fmla="*/ 2724150 w 3152217"/>
                <a:gd name="connsiteY4-486" fmla="*/ 781050 h 2217998"/>
                <a:gd name="connsiteX5-487" fmla="*/ 2720489 w 3152217"/>
                <a:gd name="connsiteY5-488" fmla="*/ 785957 h 2217998"/>
                <a:gd name="connsiteX6-489" fmla="*/ 3152217 w 3152217"/>
                <a:gd name="connsiteY6-490" fmla="*/ 1217685 h 2217998"/>
                <a:gd name="connsiteX7-491" fmla="*/ 3152217 w 3152217"/>
                <a:gd name="connsiteY7-492" fmla="*/ 1429902 h 2217998"/>
                <a:gd name="connsiteX8-493" fmla="*/ 2940000 w 3152217"/>
                <a:gd name="connsiteY8-494" fmla="*/ 1429902 h 2217998"/>
                <a:gd name="connsiteX9-495" fmla="*/ 2539107 w 3152217"/>
                <a:gd name="connsiteY9-496" fmla="*/ 1029008 h 2217998"/>
                <a:gd name="connsiteX10-497" fmla="*/ 2474399 w 3152217"/>
                <a:gd name="connsiteY10-498" fmla="*/ 1115717 h 2217998"/>
                <a:gd name="connsiteX11-499" fmla="*/ 2907621 w 3152217"/>
                <a:gd name="connsiteY11-500" fmla="*/ 1548940 h 2217998"/>
                <a:gd name="connsiteX12-501" fmla="*/ 2907621 w 3152217"/>
                <a:gd name="connsiteY12-502" fmla="*/ 1761157 h 2217998"/>
                <a:gd name="connsiteX13-503" fmla="*/ 2695404 w 3152217"/>
                <a:gd name="connsiteY13-504" fmla="*/ 1761157 h 2217998"/>
                <a:gd name="connsiteX14-505" fmla="*/ 2293017 w 3152217"/>
                <a:gd name="connsiteY14-506" fmla="*/ 1358769 h 2217998"/>
                <a:gd name="connsiteX15-507" fmla="*/ 2228234 w 3152217"/>
                <a:gd name="connsiteY15-508" fmla="*/ 1445578 h 2217998"/>
                <a:gd name="connsiteX16-509" fmla="*/ 2648161 w 3152217"/>
                <a:gd name="connsiteY16-510" fmla="*/ 1865505 h 2217998"/>
                <a:gd name="connsiteX17-511" fmla="*/ 2648161 w 3152217"/>
                <a:gd name="connsiteY17-512" fmla="*/ 2077722 h 2217998"/>
                <a:gd name="connsiteX18-513" fmla="*/ 2435944 w 3152217"/>
                <a:gd name="connsiteY18-514" fmla="*/ 2077722 h 2217998"/>
                <a:gd name="connsiteX19-515" fmla="*/ 2046853 w 3152217"/>
                <a:gd name="connsiteY19-516" fmla="*/ 1688629 h 2217998"/>
                <a:gd name="connsiteX20-517" fmla="*/ 1987859 w 3152217"/>
                <a:gd name="connsiteY20-518" fmla="*/ 1774879 h 2217998"/>
                <a:gd name="connsiteX21-519" fmla="*/ 2218760 w 3152217"/>
                <a:gd name="connsiteY21-520" fmla="*/ 2005781 h 2217998"/>
                <a:gd name="connsiteX22-521" fmla="*/ 2218760 w 3152217"/>
                <a:gd name="connsiteY22-522" fmla="*/ 2217998 h 2217998"/>
                <a:gd name="connsiteX23-523" fmla="*/ 2006543 w 3152217"/>
                <a:gd name="connsiteY23-524" fmla="*/ 2217998 h 2217998"/>
                <a:gd name="connsiteX24-525" fmla="*/ 1798691 w 3152217"/>
                <a:gd name="connsiteY24-526" fmla="*/ 2010144 h 2217998"/>
                <a:gd name="connsiteX25-527" fmla="*/ 1775643 w 3152217"/>
                <a:gd name="connsiteY25-528" fmla="*/ 1987096 h 2217998"/>
                <a:gd name="connsiteX26-529" fmla="*/ 1842458 w 3152217"/>
                <a:gd name="connsiteY26-530" fmla="*/ 1897840 h 2217998"/>
                <a:gd name="connsiteX27-531" fmla="*/ 1533525 w 3152217"/>
                <a:gd name="connsiteY27-532" fmla="*/ 1485900 h 2217998"/>
                <a:gd name="connsiteX28-533" fmla="*/ 1219200 w 3152217"/>
                <a:gd name="connsiteY28-534" fmla="*/ 1181100 h 2217998"/>
                <a:gd name="connsiteX29-535" fmla="*/ 571500 w 3152217"/>
                <a:gd name="connsiteY29-536" fmla="*/ 1295400 h 2217998"/>
                <a:gd name="connsiteX30-537" fmla="*/ 0 w 3152217"/>
                <a:gd name="connsiteY30-538" fmla="*/ 1266825 h 2217998"/>
                <a:gd name="connsiteX31-539" fmla="*/ 9525 w 3152217"/>
                <a:gd name="connsiteY31-540" fmla="*/ 28575 h 2217998"/>
                <a:gd name="connsiteX32-541" fmla="*/ 323850 w 3152217"/>
                <a:gd name="connsiteY32-542" fmla="*/ 0 h 2217998"/>
                <a:gd name="connsiteX0-543" fmla="*/ 323850 w 3152217"/>
                <a:gd name="connsiteY0-544" fmla="*/ 0 h 2217998"/>
                <a:gd name="connsiteX1-545" fmla="*/ 95250 w 3152217"/>
                <a:gd name="connsiteY1-546" fmla="*/ 209550 h 2217998"/>
                <a:gd name="connsiteX2-547" fmla="*/ 1352550 w 3152217"/>
                <a:gd name="connsiteY2-548" fmla="*/ 85725 h 2217998"/>
                <a:gd name="connsiteX3-549" fmla="*/ 2219325 w 3152217"/>
                <a:gd name="connsiteY3-550" fmla="*/ 295275 h 2217998"/>
                <a:gd name="connsiteX4-551" fmla="*/ 2724150 w 3152217"/>
                <a:gd name="connsiteY4-552" fmla="*/ 781050 h 2217998"/>
                <a:gd name="connsiteX5-553" fmla="*/ 2720489 w 3152217"/>
                <a:gd name="connsiteY5-554" fmla="*/ 785957 h 2217998"/>
                <a:gd name="connsiteX6-555" fmla="*/ 3152217 w 3152217"/>
                <a:gd name="connsiteY6-556" fmla="*/ 1217685 h 2217998"/>
                <a:gd name="connsiteX7-557" fmla="*/ 3152217 w 3152217"/>
                <a:gd name="connsiteY7-558" fmla="*/ 1429902 h 2217998"/>
                <a:gd name="connsiteX8-559" fmla="*/ 2940000 w 3152217"/>
                <a:gd name="connsiteY8-560" fmla="*/ 1429902 h 2217998"/>
                <a:gd name="connsiteX9-561" fmla="*/ 2539107 w 3152217"/>
                <a:gd name="connsiteY9-562" fmla="*/ 1029008 h 2217998"/>
                <a:gd name="connsiteX10-563" fmla="*/ 2474399 w 3152217"/>
                <a:gd name="connsiteY10-564" fmla="*/ 1115717 h 2217998"/>
                <a:gd name="connsiteX11-565" fmla="*/ 2907621 w 3152217"/>
                <a:gd name="connsiteY11-566" fmla="*/ 1548940 h 2217998"/>
                <a:gd name="connsiteX12-567" fmla="*/ 2907621 w 3152217"/>
                <a:gd name="connsiteY12-568" fmla="*/ 1761157 h 2217998"/>
                <a:gd name="connsiteX13-569" fmla="*/ 2695404 w 3152217"/>
                <a:gd name="connsiteY13-570" fmla="*/ 1761157 h 2217998"/>
                <a:gd name="connsiteX14-571" fmla="*/ 2293017 w 3152217"/>
                <a:gd name="connsiteY14-572" fmla="*/ 1358769 h 2217998"/>
                <a:gd name="connsiteX15-573" fmla="*/ 2228234 w 3152217"/>
                <a:gd name="connsiteY15-574" fmla="*/ 1445578 h 2217998"/>
                <a:gd name="connsiteX16-575" fmla="*/ 2648161 w 3152217"/>
                <a:gd name="connsiteY16-576" fmla="*/ 1865505 h 2217998"/>
                <a:gd name="connsiteX17-577" fmla="*/ 2648161 w 3152217"/>
                <a:gd name="connsiteY17-578" fmla="*/ 2077722 h 2217998"/>
                <a:gd name="connsiteX18-579" fmla="*/ 2435944 w 3152217"/>
                <a:gd name="connsiteY18-580" fmla="*/ 2077722 h 2217998"/>
                <a:gd name="connsiteX19-581" fmla="*/ 2046853 w 3152217"/>
                <a:gd name="connsiteY19-582" fmla="*/ 1688629 h 2217998"/>
                <a:gd name="connsiteX20-583" fmla="*/ 1987859 w 3152217"/>
                <a:gd name="connsiteY20-584" fmla="*/ 1774879 h 2217998"/>
                <a:gd name="connsiteX21-585" fmla="*/ 2218760 w 3152217"/>
                <a:gd name="connsiteY21-586" fmla="*/ 2005781 h 2217998"/>
                <a:gd name="connsiteX22-587" fmla="*/ 2218760 w 3152217"/>
                <a:gd name="connsiteY22-588" fmla="*/ 2217998 h 2217998"/>
                <a:gd name="connsiteX23-589" fmla="*/ 2006543 w 3152217"/>
                <a:gd name="connsiteY23-590" fmla="*/ 2217998 h 2217998"/>
                <a:gd name="connsiteX24-591" fmla="*/ 1798691 w 3152217"/>
                <a:gd name="connsiteY24-592" fmla="*/ 2010144 h 2217998"/>
                <a:gd name="connsiteX25-593" fmla="*/ 1775643 w 3152217"/>
                <a:gd name="connsiteY25-594" fmla="*/ 1987096 h 2217998"/>
                <a:gd name="connsiteX26-595" fmla="*/ 1842458 w 3152217"/>
                <a:gd name="connsiteY26-596" fmla="*/ 1897840 h 2217998"/>
                <a:gd name="connsiteX27-597" fmla="*/ 1533525 w 3152217"/>
                <a:gd name="connsiteY27-598" fmla="*/ 1485900 h 2217998"/>
                <a:gd name="connsiteX28-599" fmla="*/ 1219200 w 3152217"/>
                <a:gd name="connsiteY28-600" fmla="*/ 1181100 h 2217998"/>
                <a:gd name="connsiteX29-601" fmla="*/ 571500 w 3152217"/>
                <a:gd name="connsiteY29-602" fmla="*/ 1295400 h 2217998"/>
                <a:gd name="connsiteX30-603" fmla="*/ 0 w 3152217"/>
                <a:gd name="connsiteY30-604" fmla="*/ 1266825 h 2217998"/>
                <a:gd name="connsiteX31-605" fmla="*/ 9525 w 3152217"/>
                <a:gd name="connsiteY31-606" fmla="*/ 28575 h 2217998"/>
                <a:gd name="connsiteX32-607" fmla="*/ 323850 w 3152217"/>
                <a:gd name="connsiteY32-608" fmla="*/ 0 h 2217998"/>
                <a:gd name="connsiteX0-609" fmla="*/ 323850 w 3152217"/>
                <a:gd name="connsiteY0-610" fmla="*/ 0 h 2217998"/>
                <a:gd name="connsiteX1-611" fmla="*/ 95250 w 3152217"/>
                <a:gd name="connsiteY1-612" fmla="*/ 209550 h 2217998"/>
                <a:gd name="connsiteX2-613" fmla="*/ 1352550 w 3152217"/>
                <a:gd name="connsiteY2-614" fmla="*/ 85725 h 2217998"/>
                <a:gd name="connsiteX3-615" fmla="*/ 2219325 w 3152217"/>
                <a:gd name="connsiteY3-616" fmla="*/ 295275 h 2217998"/>
                <a:gd name="connsiteX4-617" fmla="*/ 2724150 w 3152217"/>
                <a:gd name="connsiteY4-618" fmla="*/ 781050 h 2217998"/>
                <a:gd name="connsiteX5-619" fmla="*/ 2720489 w 3152217"/>
                <a:gd name="connsiteY5-620" fmla="*/ 785957 h 2217998"/>
                <a:gd name="connsiteX6-621" fmla="*/ 3152217 w 3152217"/>
                <a:gd name="connsiteY6-622" fmla="*/ 1217685 h 2217998"/>
                <a:gd name="connsiteX7-623" fmla="*/ 3152217 w 3152217"/>
                <a:gd name="connsiteY7-624" fmla="*/ 1429902 h 2217998"/>
                <a:gd name="connsiteX8-625" fmla="*/ 2940000 w 3152217"/>
                <a:gd name="connsiteY8-626" fmla="*/ 1429902 h 2217998"/>
                <a:gd name="connsiteX9-627" fmla="*/ 2539107 w 3152217"/>
                <a:gd name="connsiteY9-628" fmla="*/ 1029008 h 2217998"/>
                <a:gd name="connsiteX10-629" fmla="*/ 2474399 w 3152217"/>
                <a:gd name="connsiteY10-630" fmla="*/ 1115717 h 2217998"/>
                <a:gd name="connsiteX11-631" fmla="*/ 2907621 w 3152217"/>
                <a:gd name="connsiteY11-632" fmla="*/ 1548940 h 2217998"/>
                <a:gd name="connsiteX12-633" fmla="*/ 2907621 w 3152217"/>
                <a:gd name="connsiteY12-634" fmla="*/ 1761157 h 2217998"/>
                <a:gd name="connsiteX13-635" fmla="*/ 2695404 w 3152217"/>
                <a:gd name="connsiteY13-636" fmla="*/ 1761157 h 2217998"/>
                <a:gd name="connsiteX14-637" fmla="*/ 2293017 w 3152217"/>
                <a:gd name="connsiteY14-638" fmla="*/ 1358769 h 2217998"/>
                <a:gd name="connsiteX15-639" fmla="*/ 2228234 w 3152217"/>
                <a:gd name="connsiteY15-640" fmla="*/ 1445578 h 2217998"/>
                <a:gd name="connsiteX16-641" fmla="*/ 2648161 w 3152217"/>
                <a:gd name="connsiteY16-642" fmla="*/ 1865505 h 2217998"/>
                <a:gd name="connsiteX17-643" fmla="*/ 2648161 w 3152217"/>
                <a:gd name="connsiteY17-644" fmla="*/ 2077722 h 2217998"/>
                <a:gd name="connsiteX18-645" fmla="*/ 2435944 w 3152217"/>
                <a:gd name="connsiteY18-646" fmla="*/ 2077722 h 2217998"/>
                <a:gd name="connsiteX19-647" fmla="*/ 2046853 w 3152217"/>
                <a:gd name="connsiteY19-648" fmla="*/ 1688629 h 2217998"/>
                <a:gd name="connsiteX20-649" fmla="*/ 1987859 w 3152217"/>
                <a:gd name="connsiteY20-650" fmla="*/ 1774879 h 2217998"/>
                <a:gd name="connsiteX21-651" fmla="*/ 2218760 w 3152217"/>
                <a:gd name="connsiteY21-652" fmla="*/ 2005781 h 2217998"/>
                <a:gd name="connsiteX22-653" fmla="*/ 2218760 w 3152217"/>
                <a:gd name="connsiteY22-654" fmla="*/ 2217998 h 2217998"/>
                <a:gd name="connsiteX23-655" fmla="*/ 2006543 w 3152217"/>
                <a:gd name="connsiteY23-656" fmla="*/ 2217998 h 2217998"/>
                <a:gd name="connsiteX24-657" fmla="*/ 1798691 w 3152217"/>
                <a:gd name="connsiteY24-658" fmla="*/ 2010144 h 2217998"/>
                <a:gd name="connsiteX25-659" fmla="*/ 1775643 w 3152217"/>
                <a:gd name="connsiteY25-660" fmla="*/ 1987096 h 2217998"/>
                <a:gd name="connsiteX26-661" fmla="*/ 1842458 w 3152217"/>
                <a:gd name="connsiteY26-662" fmla="*/ 1897840 h 2217998"/>
                <a:gd name="connsiteX27-663" fmla="*/ 1533525 w 3152217"/>
                <a:gd name="connsiteY27-664" fmla="*/ 1485900 h 2217998"/>
                <a:gd name="connsiteX28-665" fmla="*/ 1219200 w 3152217"/>
                <a:gd name="connsiteY28-666" fmla="*/ 1181100 h 2217998"/>
                <a:gd name="connsiteX29-667" fmla="*/ 571500 w 3152217"/>
                <a:gd name="connsiteY29-668" fmla="*/ 1295400 h 2217998"/>
                <a:gd name="connsiteX30-669" fmla="*/ 0 w 3152217"/>
                <a:gd name="connsiteY30-670" fmla="*/ 1266825 h 2217998"/>
                <a:gd name="connsiteX31-671" fmla="*/ 9525 w 3152217"/>
                <a:gd name="connsiteY31-672" fmla="*/ 28575 h 2217998"/>
                <a:gd name="connsiteX32-673" fmla="*/ 323850 w 3152217"/>
                <a:gd name="connsiteY32-674" fmla="*/ 0 h 2217998"/>
                <a:gd name="connsiteX0-675" fmla="*/ 323850 w 3152217"/>
                <a:gd name="connsiteY0-676" fmla="*/ 0 h 2217998"/>
                <a:gd name="connsiteX1-677" fmla="*/ 95250 w 3152217"/>
                <a:gd name="connsiteY1-678" fmla="*/ 209550 h 2217998"/>
                <a:gd name="connsiteX2-679" fmla="*/ 1352550 w 3152217"/>
                <a:gd name="connsiteY2-680" fmla="*/ 85725 h 2217998"/>
                <a:gd name="connsiteX3-681" fmla="*/ 2219325 w 3152217"/>
                <a:gd name="connsiteY3-682" fmla="*/ 295275 h 2217998"/>
                <a:gd name="connsiteX4-683" fmla="*/ 2724150 w 3152217"/>
                <a:gd name="connsiteY4-684" fmla="*/ 781050 h 2217998"/>
                <a:gd name="connsiteX5-685" fmla="*/ 2720489 w 3152217"/>
                <a:gd name="connsiteY5-686" fmla="*/ 785957 h 2217998"/>
                <a:gd name="connsiteX6-687" fmla="*/ 3152217 w 3152217"/>
                <a:gd name="connsiteY6-688" fmla="*/ 1217685 h 2217998"/>
                <a:gd name="connsiteX7-689" fmla="*/ 3152217 w 3152217"/>
                <a:gd name="connsiteY7-690" fmla="*/ 1429902 h 2217998"/>
                <a:gd name="connsiteX8-691" fmla="*/ 2940000 w 3152217"/>
                <a:gd name="connsiteY8-692" fmla="*/ 1429902 h 2217998"/>
                <a:gd name="connsiteX9-693" fmla="*/ 2539107 w 3152217"/>
                <a:gd name="connsiteY9-694" fmla="*/ 1029008 h 2217998"/>
                <a:gd name="connsiteX10-695" fmla="*/ 2474399 w 3152217"/>
                <a:gd name="connsiteY10-696" fmla="*/ 1115717 h 2217998"/>
                <a:gd name="connsiteX11-697" fmla="*/ 2907621 w 3152217"/>
                <a:gd name="connsiteY11-698" fmla="*/ 1548940 h 2217998"/>
                <a:gd name="connsiteX12-699" fmla="*/ 2907621 w 3152217"/>
                <a:gd name="connsiteY12-700" fmla="*/ 1761157 h 2217998"/>
                <a:gd name="connsiteX13-701" fmla="*/ 2695404 w 3152217"/>
                <a:gd name="connsiteY13-702" fmla="*/ 1761157 h 2217998"/>
                <a:gd name="connsiteX14-703" fmla="*/ 2293017 w 3152217"/>
                <a:gd name="connsiteY14-704" fmla="*/ 1358769 h 2217998"/>
                <a:gd name="connsiteX15-705" fmla="*/ 2228234 w 3152217"/>
                <a:gd name="connsiteY15-706" fmla="*/ 1445578 h 2217998"/>
                <a:gd name="connsiteX16-707" fmla="*/ 2648161 w 3152217"/>
                <a:gd name="connsiteY16-708" fmla="*/ 1865505 h 2217998"/>
                <a:gd name="connsiteX17-709" fmla="*/ 2648161 w 3152217"/>
                <a:gd name="connsiteY17-710" fmla="*/ 2077722 h 2217998"/>
                <a:gd name="connsiteX18-711" fmla="*/ 2435944 w 3152217"/>
                <a:gd name="connsiteY18-712" fmla="*/ 2077722 h 2217998"/>
                <a:gd name="connsiteX19-713" fmla="*/ 2046853 w 3152217"/>
                <a:gd name="connsiteY19-714" fmla="*/ 1688629 h 2217998"/>
                <a:gd name="connsiteX20-715" fmla="*/ 1987859 w 3152217"/>
                <a:gd name="connsiteY20-716" fmla="*/ 1774879 h 2217998"/>
                <a:gd name="connsiteX21-717" fmla="*/ 2218760 w 3152217"/>
                <a:gd name="connsiteY21-718" fmla="*/ 2005781 h 2217998"/>
                <a:gd name="connsiteX22-719" fmla="*/ 2218760 w 3152217"/>
                <a:gd name="connsiteY22-720" fmla="*/ 2217998 h 2217998"/>
                <a:gd name="connsiteX23-721" fmla="*/ 2006543 w 3152217"/>
                <a:gd name="connsiteY23-722" fmla="*/ 2217998 h 2217998"/>
                <a:gd name="connsiteX24-723" fmla="*/ 1798691 w 3152217"/>
                <a:gd name="connsiteY24-724" fmla="*/ 2010144 h 2217998"/>
                <a:gd name="connsiteX25-725" fmla="*/ 1775643 w 3152217"/>
                <a:gd name="connsiteY25-726" fmla="*/ 1987096 h 2217998"/>
                <a:gd name="connsiteX26-727" fmla="*/ 1842458 w 3152217"/>
                <a:gd name="connsiteY26-728" fmla="*/ 1897840 h 2217998"/>
                <a:gd name="connsiteX27-729" fmla="*/ 1533525 w 3152217"/>
                <a:gd name="connsiteY27-730" fmla="*/ 1485900 h 2217998"/>
                <a:gd name="connsiteX28-731" fmla="*/ 1219200 w 3152217"/>
                <a:gd name="connsiteY28-732" fmla="*/ 1181100 h 2217998"/>
                <a:gd name="connsiteX29-733" fmla="*/ 571500 w 3152217"/>
                <a:gd name="connsiteY29-734" fmla="*/ 1295400 h 2217998"/>
                <a:gd name="connsiteX30-735" fmla="*/ 0 w 3152217"/>
                <a:gd name="connsiteY30-736" fmla="*/ 1266825 h 2217998"/>
                <a:gd name="connsiteX31-737" fmla="*/ 9525 w 3152217"/>
                <a:gd name="connsiteY31-738" fmla="*/ 28575 h 2217998"/>
                <a:gd name="connsiteX32-739" fmla="*/ 323850 w 3152217"/>
                <a:gd name="connsiteY32-740" fmla="*/ 0 h 2217998"/>
                <a:gd name="connsiteX0-741" fmla="*/ 323850 w 3152217"/>
                <a:gd name="connsiteY0-742" fmla="*/ 0 h 2217998"/>
                <a:gd name="connsiteX1-743" fmla="*/ 95250 w 3152217"/>
                <a:gd name="connsiteY1-744" fmla="*/ 209550 h 2217998"/>
                <a:gd name="connsiteX2-745" fmla="*/ 1352550 w 3152217"/>
                <a:gd name="connsiteY2-746" fmla="*/ 85725 h 2217998"/>
                <a:gd name="connsiteX3-747" fmla="*/ 2219325 w 3152217"/>
                <a:gd name="connsiteY3-748" fmla="*/ 295275 h 2217998"/>
                <a:gd name="connsiteX4-749" fmla="*/ 2724150 w 3152217"/>
                <a:gd name="connsiteY4-750" fmla="*/ 781050 h 2217998"/>
                <a:gd name="connsiteX5-751" fmla="*/ 3152217 w 3152217"/>
                <a:gd name="connsiteY5-752" fmla="*/ 1217685 h 2217998"/>
                <a:gd name="connsiteX6-753" fmla="*/ 3152217 w 3152217"/>
                <a:gd name="connsiteY6-754" fmla="*/ 1429902 h 2217998"/>
                <a:gd name="connsiteX7-755" fmla="*/ 2940000 w 3152217"/>
                <a:gd name="connsiteY7-756" fmla="*/ 1429902 h 2217998"/>
                <a:gd name="connsiteX8-757" fmla="*/ 2539107 w 3152217"/>
                <a:gd name="connsiteY8-758" fmla="*/ 1029008 h 2217998"/>
                <a:gd name="connsiteX9-759" fmla="*/ 2474399 w 3152217"/>
                <a:gd name="connsiteY9-760" fmla="*/ 1115717 h 2217998"/>
                <a:gd name="connsiteX10-761" fmla="*/ 2907621 w 3152217"/>
                <a:gd name="connsiteY10-762" fmla="*/ 1548940 h 2217998"/>
                <a:gd name="connsiteX11-763" fmla="*/ 2907621 w 3152217"/>
                <a:gd name="connsiteY11-764" fmla="*/ 1761157 h 2217998"/>
                <a:gd name="connsiteX12-765" fmla="*/ 2695404 w 3152217"/>
                <a:gd name="connsiteY12-766" fmla="*/ 1761157 h 2217998"/>
                <a:gd name="connsiteX13-767" fmla="*/ 2293017 w 3152217"/>
                <a:gd name="connsiteY13-768" fmla="*/ 1358769 h 2217998"/>
                <a:gd name="connsiteX14-769" fmla="*/ 2228234 w 3152217"/>
                <a:gd name="connsiteY14-770" fmla="*/ 1445578 h 2217998"/>
                <a:gd name="connsiteX15-771" fmla="*/ 2648161 w 3152217"/>
                <a:gd name="connsiteY15-772" fmla="*/ 1865505 h 2217998"/>
                <a:gd name="connsiteX16-773" fmla="*/ 2648161 w 3152217"/>
                <a:gd name="connsiteY16-774" fmla="*/ 2077722 h 2217998"/>
                <a:gd name="connsiteX17-775" fmla="*/ 2435944 w 3152217"/>
                <a:gd name="connsiteY17-776" fmla="*/ 2077722 h 2217998"/>
                <a:gd name="connsiteX18-777" fmla="*/ 2046853 w 3152217"/>
                <a:gd name="connsiteY18-778" fmla="*/ 1688629 h 2217998"/>
                <a:gd name="connsiteX19-779" fmla="*/ 1987859 w 3152217"/>
                <a:gd name="connsiteY19-780" fmla="*/ 1774879 h 2217998"/>
                <a:gd name="connsiteX20-781" fmla="*/ 2218760 w 3152217"/>
                <a:gd name="connsiteY20-782" fmla="*/ 2005781 h 2217998"/>
                <a:gd name="connsiteX21-783" fmla="*/ 2218760 w 3152217"/>
                <a:gd name="connsiteY21-784" fmla="*/ 2217998 h 2217998"/>
                <a:gd name="connsiteX22-785" fmla="*/ 2006543 w 3152217"/>
                <a:gd name="connsiteY22-786" fmla="*/ 2217998 h 2217998"/>
                <a:gd name="connsiteX23-787" fmla="*/ 1798691 w 3152217"/>
                <a:gd name="connsiteY23-788" fmla="*/ 2010144 h 2217998"/>
                <a:gd name="connsiteX24-789" fmla="*/ 1775643 w 3152217"/>
                <a:gd name="connsiteY24-790" fmla="*/ 1987096 h 2217998"/>
                <a:gd name="connsiteX25-791" fmla="*/ 1842458 w 3152217"/>
                <a:gd name="connsiteY25-792" fmla="*/ 1897840 h 2217998"/>
                <a:gd name="connsiteX26-793" fmla="*/ 1533525 w 3152217"/>
                <a:gd name="connsiteY26-794" fmla="*/ 1485900 h 2217998"/>
                <a:gd name="connsiteX27-795" fmla="*/ 1219200 w 3152217"/>
                <a:gd name="connsiteY27-796" fmla="*/ 1181100 h 2217998"/>
                <a:gd name="connsiteX28-797" fmla="*/ 571500 w 3152217"/>
                <a:gd name="connsiteY28-798" fmla="*/ 1295400 h 2217998"/>
                <a:gd name="connsiteX29-799" fmla="*/ 0 w 3152217"/>
                <a:gd name="connsiteY29-800" fmla="*/ 1266825 h 2217998"/>
                <a:gd name="connsiteX30-801" fmla="*/ 9525 w 3152217"/>
                <a:gd name="connsiteY30-802" fmla="*/ 28575 h 2217998"/>
                <a:gd name="connsiteX31-803" fmla="*/ 323850 w 3152217"/>
                <a:gd name="connsiteY31-804" fmla="*/ 0 h 2217998"/>
                <a:gd name="connsiteX0-805" fmla="*/ 323850 w 3152217"/>
                <a:gd name="connsiteY0-806" fmla="*/ 0 h 2217998"/>
                <a:gd name="connsiteX1-807" fmla="*/ 95250 w 3152217"/>
                <a:gd name="connsiteY1-808" fmla="*/ 209550 h 2217998"/>
                <a:gd name="connsiteX2-809" fmla="*/ 1352550 w 3152217"/>
                <a:gd name="connsiteY2-810" fmla="*/ 85725 h 2217998"/>
                <a:gd name="connsiteX3-811" fmla="*/ 2314575 w 3152217"/>
                <a:gd name="connsiteY3-812" fmla="*/ 285750 h 2217998"/>
                <a:gd name="connsiteX4-813" fmla="*/ 2724150 w 3152217"/>
                <a:gd name="connsiteY4-814" fmla="*/ 781050 h 2217998"/>
                <a:gd name="connsiteX5-815" fmla="*/ 3152217 w 3152217"/>
                <a:gd name="connsiteY5-816" fmla="*/ 1217685 h 2217998"/>
                <a:gd name="connsiteX6-817" fmla="*/ 3152217 w 3152217"/>
                <a:gd name="connsiteY6-818" fmla="*/ 1429902 h 2217998"/>
                <a:gd name="connsiteX7-819" fmla="*/ 2940000 w 3152217"/>
                <a:gd name="connsiteY7-820" fmla="*/ 1429902 h 2217998"/>
                <a:gd name="connsiteX8-821" fmla="*/ 2539107 w 3152217"/>
                <a:gd name="connsiteY8-822" fmla="*/ 1029008 h 2217998"/>
                <a:gd name="connsiteX9-823" fmla="*/ 2474399 w 3152217"/>
                <a:gd name="connsiteY9-824" fmla="*/ 1115717 h 2217998"/>
                <a:gd name="connsiteX10-825" fmla="*/ 2907621 w 3152217"/>
                <a:gd name="connsiteY10-826" fmla="*/ 1548940 h 2217998"/>
                <a:gd name="connsiteX11-827" fmla="*/ 2907621 w 3152217"/>
                <a:gd name="connsiteY11-828" fmla="*/ 1761157 h 2217998"/>
                <a:gd name="connsiteX12-829" fmla="*/ 2695404 w 3152217"/>
                <a:gd name="connsiteY12-830" fmla="*/ 1761157 h 2217998"/>
                <a:gd name="connsiteX13-831" fmla="*/ 2293017 w 3152217"/>
                <a:gd name="connsiteY13-832" fmla="*/ 1358769 h 2217998"/>
                <a:gd name="connsiteX14-833" fmla="*/ 2228234 w 3152217"/>
                <a:gd name="connsiteY14-834" fmla="*/ 1445578 h 2217998"/>
                <a:gd name="connsiteX15-835" fmla="*/ 2648161 w 3152217"/>
                <a:gd name="connsiteY15-836" fmla="*/ 1865505 h 2217998"/>
                <a:gd name="connsiteX16-837" fmla="*/ 2648161 w 3152217"/>
                <a:gd name="connsiteY16-838" fmla="*/ 2077722 h 2217998"/>
                <a:gd name="connsiteX17-839" fmla="*/ 2435944 w 3152217"/>
                <a:gd name="connsiteY17-840" fmla="*/ 2077722 h 2217998"/>
                <a:gd name="connsiteX18-841" fmla="*/ 2046853 w 3152217"/>
                <a:gd name="connsiteY18-842" fmla="*/ 1688629 h 2217998"/>
                <a:gd name="connsiteX19-843" fmla="*/ 1987859 w 3152217"/>
                <a:gd name="connsiteY19-844" fmla="*/ 1774879 h 2217998"/>
                <a:gd name="connsiteX20-845" fmla="*/ 2218760 w 3152217"/>
                <a:gd name="connsiteY20-846" fmla="*/ 2005781 h 2217998"/>
                <a:gd name="connsiteX21-847" fmla="*/ 2218760 w 3152217"/>
                <a:gd name="connsiteY21-848" fmla="*/ 2217998 h 2217998"/>
                <a:gd name="connsiteX22-849" fmla="*/ 2006543 w 3152217"/>
                <a:gd name="connsiteY22-850" fmla="*/ 2217998 h 2217998"/>
                <a:gd name="connsiteX23-851" fmla="*/ 1798691 w 3152217"/>
                <a:gd name="connsiteY23-852" fmla="*/ 2010144 h 2217998"/>
                <a:gd name="connsiteX24-853" fmla="*/ 1775643 w 3152217"/>
                <a:gd name="connsiteY24-854" fmla="*/ 1987096 h 2217998"/>
                <a:gd name="connsiteX25-855" fmla="*/ 1842458 w 3152217"/>
                <a:gd name="connsiteY25-856" fmla="*/ 1897840 h 2217998"/>
                <a:gd name="connsiteX26-857" fmla="*/ 1533525 w 3152217"/>
                <a:gd name="connsiteY26-858" fmla="*/ 1485900 h 2217998"/>
                <a:gd name="connsiteX27-859" fmla="*/ 1219200 w 3152217"/>
                <a:gd name="connsiteY27-860" fmla="*/ 1181100 h 2217998"/>
                <a:gd name="connsiteX28-861" fmla="*/ 571500 w 3152217"/>
                <a:gd name="connsiteY28-862" fmla="*/ 1295400 h 2217998"/>
                <a:gd name="connsiteX29-863" fmla="*/ 0 w 3152217"/>
                <a:gd name="connsiteY29-864" fmla="*/ 1266825 h 2217998"/>
                <a:gd name="connsiteX30-865" fmla="*/ 9525 w 3152217"/>
                <a:gd name="connsiteY30-866" fmla="*/ 28575 h 2217998"/>
                <a:gd name="connsiteX31-867" fmla="*/ 323850 w 3152217"/>
                <a:gd name="connsiteY31-868" fmla="*/ 0 h 2217998"/>
                <a:gd name="connsiteX0-869" fmla="*/ 323850 w 3152217"/>
                <a:gd name="connsiteY0-870" fmla="*/ 0 h 2217998"/>
                <a:gd name="connsiteX1-871" fmla="*/ 95250 w 3152217"/>
                <a:gd name="connsiteY1-872" fmla="*/ 209550 h 2217998"/>
                <a:gd name="connsiteX2-873" fmla="*/ 1352550 w 3152217"/>
                <a:gd name="connsiteY2-874" fmla="*/ 85725 h 2217998"/>
                <a:gd name="connsiteX3-875" fmla="*/ 2314575 w 3152217"/>
                <a:gd name="connsiteY3-876" fmla="*/ 285750 h 2217998"/>
                <a:gd name="connsiteX4-877" fmla="*/ 2724150 w 3152217"/>
                <a:gd name="connsiteY4-878" fmla="*/ 781050 h 2217998"/>
                <a:gd name="connsiteX5-879" fmla="*/ 3152217 w 3152217"/>
                <a:gd name="connsiteY5-880" fmla="*/ 1217685 h 2217998"/>
                <a:gd name="connsiteX6-881" fmla="*/ 3152217 w 3152217"/>
                <a:gd name="connsiteY6-882" fmla="*/ 1429902 h 2217998"/>
                <a:gd name="connsiteX7-883" fmla="*/ 2940000 w 3152217"/>
                <a:gd name="connsiteY7-884" fmla="*/ 1429902 h 2217998"/>
                <a:gd name="connsiteX8-885" fmla="*/ 2539107 w 3152217"/>
                <a:gd name="connsiteY8-886" fmla="*/ 1029008 h 2217998"/>
                <a:gd name="connsiteX9-887" fmla="*/ 2474399 w 3152217"/>
                <a:gd name="connsiteY9-888" fmla="*/ 1115717 h 2217998"/>
                <a:gd name="connsiteX10-889" fmla="*/ 2907621 w 3152217"/>
                <a:gd name="connsiteY10-890" fmla="*/ 1548940 h 2217998"/>
                <a:gd name="connsiteX11-891" fmla="*/ 2907621 w 3152217"/>
                <a:gd name="connsiteY11-892" fmla="*/ 1761157 h 2217998"/>
                <a:gd name="connsiteX12-893" fmla="*/ 2695404 w 3152217"/>
                <a:gd name="connsiteY12-894" fmla="*/ 1761157 h 2217998"/>
                <a:gd name="connsiteX13-895" fmla="*/ 2293017 w 3152217"/>
                <a:gd name="connsiteY13-896" fmla="*/ 1358769 h 2217998"/>
                <a:gd name="connsiteX14-897" fmla="*/ 2228234 w 3152217"/>
                <a:gd name="connsiteY14-898" fmla="*/ 1445578 h 2217998"/>
                <a:gd name="connsiteX15-899" fmla="*/ 2648161 w 3152217"/>
                <a:gd name="connsiteY15-900" fmla="*/ 1865505 h 2217998"/>
                <a:gd name="connsiteX16-901" fmla="*/ 2648161 w 3152217"/>
                <a:gd name="connsiteY16-902" fmla="*/ 2077722 h 2217998"/>
                <a:gd name="connsiteX17-903" fmla="*/ 2435944 w 3152217"/>
                <a:gd name="connsiteY17-904" fmla="*/ 2077722 h 2217998"/>
                <a:gd name="connsiteX18-905" fmla="*/ 2046853 w 3152217"/>
                <a:gd name="connsiteY18-906" fmla="*/ 1688629 h 2217998"/>
                <a:gd name="connsiteX19-907" fmla="*/ 1987859 w 3152217"/>
                <a:gd name="connsiteY19-908" fmla="*/ 1774879 h 2217998"/>
                <a:gd name="connsiteX20-909" fmla="*/ 2218760 w 3152217"/>
                <a:gd name="connsiteY20-910" fmla="*/ 2005781 h 2217998"/>
                <a:gd name="connsiteX21-911" fmla="*/ 2218760 w 3152217"/>
                <a:gd name="connsiteY21-912" fmla="*/ 2217998 h 2217998"/>
                <a:gd name="connsiteX22-913" fmla="*/ 2006543 w 3152217"/>
                <a:gd name="connsiteY22-914" fmla="*/ 2217998 h 2217998"/>
                <a:gd name="connsiteX23-915" fmla="*/ 1798691 w 3152217"/>
                <a:gd name="connsiteY23-916" fmla="*/ 2010144 h 2217998"/>
                <a:gd name="connsiteX24-917" fmla="*/ 1775643 w 3152217"/>
                <a:gd name="connsiteY24-918" fmla="*/ 1987096 h 2217998"/>
                <a:gd name="connsiteX25-919" fmla="*/ 1842458 w 3152217"/>
                <a:gd name="connsiteY25-920" fmla="*/ 1897840 h 2217998"/>
                <a:gd name="connsiteX26-921" fmla="*/ 1533525 w 3152217"/>
                <a:gd name="connsiteY26-922" fmla="*/ 1485900 h 2217998"/>
                <a:gd name="connsiteX27-923" fmla="*/ 1219200 w 3152217"/>
                <a:gd name="connsiteY27-924" fmla="*/ 1181100 h 2217998"/>
                <a:gd name="connsiteX28-925" fmla="*/ 571500 w 3152217"/>
                <a:gd name="connsiteY28-926" fmla="*/ 1295400 h 2217998"/>
                <a:gd name="connsiteX29-927" fmla="*/ 0 w 3152217"/>
                <a:gd name="connsiteY29-928" fmla="*/ 1266825 h 2217998"/>
                <a:gd name="connsiteX30-929" fmla="*/ 9525 w 3152217"/>
                <a:gd name="connsiteY30-930" fmla="*/ 28575 h 2217998"/>
                <a:gd name="connsiteX31-931" fmla="*/ 323850 w 3152217"/>
                <a:gd name="connsiteY31-932" fmla="*/ 0 h 2217998"/>
                <a:gd name="connsiteX0-933" fmla="*/ 361950 w 3152217"/>
                <a:gd name="connsiteY0-934" fmla="*/ 0 h 2256098"/>
                <a:gd name="connsiteX1-935" fmla="*/ 95250 w 3152217"/>
                <a:gd name="connsiteY1-936" fmla="*/ 247650 h 2256098"/>
                <a:gd name="connsiteX2-937" fmla="*/ 1352550 w 3152217"/>
                <a:gd name="connsiteY2-938" fmla="*/ 123825 h 2256098"/>
                <a:gd name="connsiteX3-939" fmla="*/ 2314575 w 3152217"/>
                <a:gd name="connsiteY3-940" fmla="*/ 323850 h 2256098"/>
                <a:gd name="connsiteX4-941" fmla="*/ 2724150 w 3152217"/>
                <a:gd name="connsiteY4-942" fmla="*/ 819150 h 2256098"/>
                <a:gd name="connsiteX5-943" fmla="*/ 3152217 w 3152217"/>
                <a:gd name="connsiteY5-944" fmla="*/ 1255785 h 2256098"/>
                <a:gd name="connsiteX6-945" fmla="*/ 3152217 w 3152217"/>
                <a:gd name="connsiteY6-946" fmla="*/ 1468002 h 2256098"/>
                <a:gd name="connsiteX7-947" fmla="*/ 2940000 w 3152217"/>
                <a:gd name="connsiteY7-948" fmla="*/ 1468002 h 2256098"/>
                <a:gd name="connsiteX8-949" fmla="*/ 2539107 w 3152217"/>
                <a:gd name="connsiteY8-950" fmla="*/ 1067108 h 2256098"/>
                <a:gd name="connsiteX9-951" fmla="*/ 2474399 w 3152217"/>
                <a:gd name="connsiteY9-952" fmla="*/ 1153817 h 2256098"/>
                <a:gd name="connsiteX10-953" fmla="*/ 2907621 w 3152217"/>
                <a:gd name="connsiteY10-954" fmla="*/ 1587040 h 2256098"/>
                <a:gd name="connsiteX11-955" fmla="*/ 2907621 w 3152217"/>
                <a:gd name="connsiteY11-956" fmla="*/ 1799257 h 2256098"/>
                <a:gd name="connsiteX12-957" fmla="*/ 2695404 w 3152217"/>
                <a:gd name="connsiteY12-958" fmla="*/ 1799257 h 2256098"/>
                <a:gd name="connsiteX13-959" fmla="*/ 2293017 w 3152217"/>
                <a:gd name="connsiteY13-960" fmla="*/ 1396869 h 2256098"/>
                <a:gd name="connsiteX14-961" fmla="*/ 2228234 w 3152217"/>
                <a:gd name="connsiteY14-962" fmla="*/ 1483678 h 2256098"/>
                <a:gd name="connsiteX15-963" fmla="*/ 2648161 w 3152217"/>
                <a:gd name="connsiteY15-964" fmla="*/ 1903605 h 2256098"/>
                <a:gd name="connsiteX16-965" fmla="*/ 2648161 w 3152217"/>
                <a:gd name="connsiteY16-966" fmla="*/ 2115822 h 2256098"/>
                <a:gd name="connsiteX17-967" fmla="*/ 2435944 w 3152217"/>
                <a:gd name="connsiteY17-968" fmla="*/ 2115822 h 2256098"/>
                <a:gd name="connsiteX18-969" fmla="*/ 2046853 w 3152217"/>
                <a:gd name="connsiteY18-970" fmla="*/ 1726729 h 2256098"/>
                <a:gd name="connsiteX19-971" fmla="*/ 1987859 w 3152217"/>
                <a:gd name="connsiteY19-972" fmla="*/ 1812979 h 2256098"/>
                <a:gd name="connsiteX20-973" fmla="*/ 2218760 w 3152217"/>
                <a:gd name="connsiteY20-974" fmla="*/ 2043881 h 2256098"/>
                <a:gd name="connsiteX21-975" fmla="*/ 2218760 w 3152217"/>
                <a:gd name="connsiteY21-976" fmla="*/ 2256098 h 2256098"/>
                <a:gd name="connsiteX22-977" fmla="*/ 2006543 w 3152217"/>
                <a:gd name="connsiteY22-978" fmla="*/ 2256098 h 2256098"/>
                <a:gd name="connsiteX23-979" fmla="*/ 1798691 w 3152217"/>
                <a:gd name="connsiteY23-980" fmla="*/ 2048244 h 2256098"/>
                <a:gd name="connsiteX24-981" fmla="*/ 1775643 w 3152217"/>
                <a:gd name="connsiteY24-982" fmla="*/ 2025196 h 2256098"/>
                <a:gd name="connsiteX25-983" fmla="*/ 1842458 w 3152217"/>
                <a:gd name="connsiteY25-984" fmla="*/ 1935940 h 2256098"/>
                <a:gd name="connsiteX26-985" fmla="*/ 1533525 w 3152217"/>
                <a:gd name="connsiteY26-986" fmla="*/ 1524000 h 2256098"/>
                <a:gd name="connsiteX27-987" fmla="*/ 1219200 w 3152217"/>
                <a:gd name="connsiteY27-988" fmla="*/ 1219200 h 2256098"/>
                <a:gd name="connsiteX28-989" fmla="*/ 571500 w 3152217"/>
                <a:gd name="connsiteY28-990" fmla="*/ 1333500 h 2256098"/>
                <a:gd name="connsiteX29-991" fmla="*/ 0 w 3152217"/>
                <a:gd name="connsiteY29-992" fmla="*/ 1304925 h 2256098"/>
                <a:gd name="connsiteX30-993" fmla="*/ 9525 w 3152217"/>
                <a:gd name="connsiteY30-994" fmla="*/ 66675 h 2256098"/>
                <a:gd name="connsiteX31-995" fmla="*/ 361950 w 3152217"/>
                <a:gd name="connsiteY31-996" fmla="*/ 0 h 2256098"/>
                <a:gd name="connsiteX0-997" fmla="*/ 361950 w 3152217"/>
                <a:gd name="connsiteY0-998" fmla="*/ 9525 h 2265623"/>
                <a:gd name="connsiteX1-999" fmla="*/ 95250 w 3152217"/>
                <a:gd name="connsiteY1-1000" fmla="*/ 257175 h 2265623"/>
                <a:gd name="connsiteX2-1001" fmla="*/ 1352550 w 3152217"/>
                <a:gd name="connsiteY2-1002" fmla="*/ 133350 h 2265623"/>
                <a:gd name="connsiteX3-1003" fmla="*/ 2314575 w 3152217"/>
                <a:gd name="connsiteY3-1004" fmla="*/ 333375 h 2265623"/>
                <a:gd name="connsiteX4-1005" fmla="*/ 2724150 w 3152217"/>
                <a:gd name="connsiteY4-1006" fmla="*/ 828675 h 2265623"/>
                <a:gd name="connsiteX5-1007" fmla="*/ 3152217 w 3152217"/>
                <a:gd name="connsiteY5-1008" fmla="*/ 1265310 h 2265623"/>
                <a:gd name="connsiteX6-1009" fmla="*/ 3152217 w 3152217"/>
                <a:gd name="connsiteY6-1010" fmla="*/ 1477527 h 2265623"/>
                <a:gd name="connsiteX7-1011" fmla="*/ 2940000 w 3152217"/>
                <a:gd name="connsiteY7-1012" fmla="*/ 1477527 h 2265623"/>
                <a:gd name="connsiteX8-1013" fmla="*/ 2539107 w 3152217"/>
                <a:gd name="connsiteY8-1014" fmla="*/ 1076633 h 2265623"/>
                <a:gd name="connsiteX9-1015" fmla="*/ 2474399 w 3152217"/>
                <a:gd name="connsiteY9-1016" fmla="*/ 1163342 h 2265623"/>
                <a:gd name="connsiteX10-1017" fmla="*/ 2907621 w 3152217"/>
                <a:gd name="connsiteY10-1018" fmla="*/ 1596565 h 2265623"/>
                <a:gd name="connsiteX11-1019" fmla="*/ 2907621 w 3152217"/>
                <a:gd name="connsiteY11-1020" fmla="*/ 1808782 h 2265623"/>
                <a:gd name="connsiteX12-1021" fmla="*/ 2695404 w 3152217"/>
                <a:gd name="connsiteY12-1022" fmla="*/ 1808782 h 2265623"/>
                <a:gd name="connsiteX13-1023" fmla="*/ 2293017 w 3152217"/>
                <a:gd name="connsiteY13-1024" fmla="*/ 1406394 h 2265623"/>
                <a:gd name="connsiteX14-1025" fmla="*/ 2228234 w 3152217"/>
                <a:gd name="connsiteY14-1026" fmla="*/ 1493203 h 2265623"/>
                <a:gd name="connsiteX15-1027" fmla="*/ 2648161 w 3152217"/>
                <a:gd name="connsiteY15-1028" fmla="*/ 1913130 h 2265623"/>
                <a:gd name="connsiteX16-1029" fmla="*/ 2648161 w 3152217"/>
                <a:gd name="connsiteY16-1030" fmla="*/ 2125347 h 2265623"/>
                <a:gd name="connsiteX17-1031" fmla="*/ 2435944 w 3152217"/>
                <a:gd name="connsiteY17-1032" fmla="*/ 2125347 h 2265623"/>
                <a:gd name="connsiteX18-1033" fmla="*/ 2046853 w 3152217"/>
                <a:gd name="connsiteY18-1034" fmla="*/ 1736254 h 2265623"/>
                <a:gd name="connsiteX19-1035" fmla="*/ 1987859 w 3152217"/>
                <a:gd name="connsiteY19-1036" fmla="*/ 1822504 h 2265623"/>
                <a:gd name="connsiteX20-1037" fmla="*/ 2218760 w 3152217"/>
                <a:gd name="connsiteY20-1038" fmla="*/ 2053406 h 2265623"/>
                <a:gd name="connsiteX21-1039" fmla="*/ 2218760 w 3152217"/>
                <a:gd name="connsiteY21-1040" fmla="*/ 2265623 h 2265623"/>
                <a:gd name="connsiteX22-1041" fmla="*/ 2006543 w 3152217"/>
                <a:gd name="connsiteY22-1042" fmla="*/ 2265623 h 2265623"/>
                <a:gd name="connsiteX23-1043" fmla="*/ 1798691 w 3152217"/>
                <a:gd name="connsiteY23-1044" fmla="*/ 2057769 h 2265623"/>
                <a:gd name="connsiteX24-1045" fmla="*/ 1775643 w 3152217"/>
                <a:gd name="connsiteY24-1046" fmla="*/ 2034721 h 2265623"/>
                <a:gd name="connsiteX25-1047" fmla="*/ 1842458 w 3152217"/>
                <a:gd name="connsiteY25-1048" fmla="*/ 1945465 h 2265623"/>
                <a:gd name="connsiteX26-1049" fmla="*/ 1533525 w 3152217"/>
                <a:gd name="connsiteY26-1050" fmla="*/ 1533525 h 2265623"/>
                <a:gd name="connsiteX27-1051" fmla="*/ 1219200 w 3152217"/>
                <a:gd name="connsiteY27-1052" fmla="*/ 1228725 h 2265623"/>
                <a:gd name="connsiteX28-1053" fmla="*/ 571500 w 3152217"/>
                <a:gd name="connsiteY28-1054" fmla="*/ 1343025 h 2265623"/>
                <a:gd name="connsiteX29-1055" fmla="*/ 0 w 3152217"/>
                <a:gd name="connsiteY29-1056" fmla="*/ 1314450 h 2265623"/>
                <a:gd name="connsiteX30-1057" fmla="*/ 0 w 3152217"/>
                <a:gd name="connsiteY30-1058" fmla="*/ 0 h 2265623"/>
                <a:gd name="connsiteX31-1059" fmla="*/ 361950 w 3152217"/>
                <a:gd name="connsiteY31-1060" fmla="*/ 9525 h 2265623"/>
                <a:gd name="connsiteX0-1061" fmla="*/ 409575 w 3152217"/>
                <a:gd name="connsiteY0-1062" fmla="*/ 9525 h 2265623"/>
                <a:gd name="connsiteX1-1063" fmla="*/ 95250 w 3152217"/>
                <a:gd name="connsiteY1-1064" fmla="*/ 257175 h 2265623"/>
                <a:gd name="connsiteX2-1065" fmla="*/ 1352550 w 3152217"/>
                <a:gd name="connsiteY2-1066" fmla="*/ 133350 h 2265623"/>
                <a:gd name="connsiteX3-1067" fmla="*/ 2314575 w 3152217"/>
                <a:gd name="connsiteY3-1068" fmla="*/ 333375 h 2265623"/>
                <a:gd name="connsiteX4-1069" fmla="*/ 2724150 w 3152217"/>
                <a:gd name="connsiteY4-1070" fmla="*/ 828675 h 2265623"/>
                <a:gd name="connsiteX5-1071" fmla="*/ 3152217 w 3152217"/>
                <a:gd name="connsiteY5-1072" fmla="*/ 1265310 h 2265623"/>
                <a:gd name="connsiteX6-1073" fmla="*/ 3152217 w 3152217"/>
                <a:gd name="connsiteY6-1074" fmla="*/ 1477527 h 2265623"/>
                <a:gd name="connsiteX7-1075" fmla="*/ 2940000 w 3152217"/>
                <a:gd name="connsiteY7-1076" fmla="*/ 1477527 h 2265623"/>
                <a:gd name="connsiteX8-1077" fmla="*/ 2539107 w 3152217"/>
                <a:gd name="connsiteY8-1078" fmla="*/ 1076633 h 2265623"/>
                <a:gd name="connsiteX9-1079" fmla="*/ 2474399 w 3152217"/>
                <a:gd name="connsiteY9-1080" fmla="*/ 1163342 h 2265623"/>
                <a:gd name="connsiteX10-1081" fmla="*/ 2907621 w 3152217"/>
                <a:gd name="connsiteY10-1082" fmla="*/ 1596565 h 2265623"/>
                <a:gd name="connsiteX11-1083" fmla="*/ 2907621 w 3152217"/>
                <a:gd name="connsiteY11-1084" fmla="*/ 1808782 h 2265623"/>
                <a:gd name="connsiteX12-1085" fmla="*/ 2695404 w 3152217"/>
                <a:gd name="connsiteY12-1086" fmla="*/ 1808782 h 2265623"/>
                <a:gd name="connsiteX13-1087" fmla="*/ 2293017 w 3152217"/>
                <a:gd name="connsiteY13-1088" fmla="*/ 1406394 h 2265623"/>
                <a:gd name="connsiteX14-1089" fmla="*/ 2228234 w 3152217"/>
                <a:gd name="connsiteY14-1090" fmla="*/ 1493203 h 2265623"/>
                <a:gd name="connsiteX15-1091" fmla="*/ 2648161 w 3152217"/>
                <a:gd name="connsiteY15-1092" fmla="*/ 1913130 h 2265623"/>
                <a:gd name="connsiteX16-1093" fmla="*/ 2648161 w 3152217"/>
                <a:gd name="connsiteY16-1094" fmla="*/ 2125347 h 2265623"/>
                <a:gd name="connsiteX17-1095" fmla="*/ 2435944 w 3152217"/>
                <a:gd name="connsiteY17-1096" fmla="*/ 2125347 h 2265623"/>
                <a:gd name="connsiteX18-1097" fmla="*/ 2046853 w 3152217"/>
                <a:gd name="connsiteY18-1098" fmla="*/ 1736254 h 2265623"/>
                <a:gd name="connsiteX19-1099" fmla="*/ 1987859 w 3152217"/>
                <a:gd name="connsiteY19-1100" fmla="*/ 1822504 h 2265623"/>
                <a:gd name="connsiteX20-1101" fmla="*/ 2218760 w 3152217"/>
                <a:gd name="connsiteY20-1102" fmla="*/ 2053406 h 2265623"/>
                <a:gd name="connsiteX21-1103" fmla="*/ 2218760 w 3152217"/>
                <a:gd name="connsiteY21-1104" fmla="*/ 2265623 h 2265623"/>
                <a:gd name="connsiteX22-1105" fmla="*/ 2006543 w 3152217"/>
                <a:gd name="connsiteY22-1106" fmla="*/ 2265623 h 2265623"/>
                <a:gd name="connsiteX23-1107" fmla="*/ 1798691 w 3152217"/>
                <a:gd name="connsiteY23-1108" fmla="*/ 2057769 h 2265623"/>
                <a:gd name="connsiteX24-1109" fmla="*/ 1775643 w 3152217"/>
                <a:gd name="connsiteY24-1110" fmla="*/ 2034721 h 2265623"/>
                <a:gd name="connsiteX25-1111" fmla="*/ 1842458 w 3152217"/>
                <a:gd name="connsiteY25-1112" fmla="*/ 1945465 h 2265623"/>
                <a:gd name="connsiteX26-1113" fmla="*/ 1533525 w 3152217"/>
                <a:gd name="connsiteY26-1114" fmla="*/ 1533525 h 2265623"/>
                <a:gd name="connsiteX27-1115" fmla="*/ 1219200 w 3152217"/>
                <a:gd name="connsiteY27-1116" fmla="*/ 1228725 h 2265623"/>
                <a:gd name="connsiteX28-1117" fmla="*/ 571500 w 3152217"/>
                <a:gd name="connsiteY28-1118" fmla="*/ 1343025 h 2265623"/>
                <a:gd name="connsiteX29-1119" fmla="*/ 0 w 3152217"/>
                <a:gd name="connsiteY29-1120" fmla="*/ 1314450 h 2265623"/>
                <a:gd name="connsiteX30-1121" fmla="*/ 0 w 3152217"/>
                <a:gd name="connsiteY30-1122" fmla="*/ 0 h 2265623"/>
                <a:gd name="connsiteX31-1123" fmla="*/ 409575 w 3152217"/>
                <a:gd name="connsiteY31-1124" fmla="*/ 9525 h 2265623"/>
                <a:gd name="connsiteX0-1125" fmla="*/ 390525 w 3152217"/>
                <a:gd name="connsiteY0-1126" fmla="*/ 9525 h 2265623"/>
                <a:gd name="connsiteX1-1127" fmla="*/ 95250 w 3152217"/>
                <a:gd name="connsiteY1-1128" fmla="*/ 257175 h 2265623"/>
                <a:gd name="connsiteX2-1129" fmla="*/ 1352550 w 3152217"/>
                <a:gd name="connsiteY2-1130" fmla="*/ 133350 h 2265623"/>
                <a:gd name="connsiteX3-1131" fmla="*/ 2314575 w 3152217"/>
                <a:gd name="connsiteY3-1132" fmla="*/ 333375 h 2265623"/>
                <a:gd name="connsiteX4-1133" fmla="*/ 2724150 w 3152217"/>
                <a:gd name="connsiteY4-1134" fmla="*/ 828675 h 2265623"/>
                <a:gd name="connsiteX5-1135" fmla="*/ 3152217 w 3152217"/>
                <a:gd name="connsiteY5-1136" fmla="*/ 1265310 h 2265623"/>
                <a:gd name="connsiteX6-1137" fmla="*/ 3152217 w 3152217"/>
                <a:gd name="connsiteY6-1138" fmla="*/ 1477527 h 2265623"/>
                <a:gd name="connsiteX7-1139" fmla="*/ 2940000 w 3152217"/>
                <a:gd name="connsiteY7-1140" fmla="*/ 1477527 h 2265623"/>
                <a:gd name="connsiteX8-1141" fmla="*/ 2539107 w 3152217"/>
                <a:gd name="connsiteY8-1142" fmla="*/ 1076633 h 2265623"/>
                <a:gd name="connsiteX9-1143" fmla="*/ 2474399 w 3152217"/>
                <a:gd name="connsiteY9-1144" fmla="*/ 1163342 h 2265623"/>
                <a:gd name="connsiteX10-1145" fmla="*/ 2907621 w 3152217"/>
                <a:gd name="connsiteY10-1146" fmla="*/ 1596565 h 2265623"/>
                <a:gd name="connsiteX11-1147" fmla="*/ 2907621 w 3152217"/>
                <a:gd name="connsiteY11-1148" fmla="*/ 1808782 h 2265623"/>
                <a:gd name="connsiteX12-1149" fmla="*/ 2695404 w 3152217"/>
                <a:gd name="connsiteY12-1150" fmla="*/ 1808782 h 2265623"/>
                <a:gd name="connsiteX13-1151" fmla="*/ 2293017 w 3152217"/>
                <a:gd name="connsiteY13-1152" fmla="*/ 1406394 h 2265623"/>
                <a:gd name="connsiteX14-1153" fmla="*/ 2228234 w 3152217"/>
                <a:gd name="connsiteY14-1154" fmla="*/ 1493203 h 2265623"/>
                <a:gd name="connsiteX15-1155" fmla="*/ 2648161 w 3152217"/>
                <a:gd name="connsiteY15-1156" fmla="*/ 1913130 h 2265623"/>
                <a:gd name="connsiteX16-1157" fmla="*/ 2648161 w 3152217"/>
                <a:gd name="connsiteY16-1158" fmla="*/ 2125347 h 2265623"/>
                <a:gd name="connsiteX17-1159" fmla="*/ 2435944 w 3152217"/>
                <a:gd name="connsiteY17-1160" fmla="*/ 2125347 h 2265623"/>
                <a:gd name="connsiteX18-1161" fmla="*/ 2046853 w 3152217"/>
                <a:gd name="connsiteY18-1162" fmla="*/ 1736254 h 2265623"/>
                <a:gd name="connsiteX19-1163" fmla="*/ 1987859 w 3152217"/>
                <a:gd name="connsiteY19-1164" fmla="*/ 1822504 h 2265623"/>
                <a:gd name="connsiteX20-1165" fmla="*/ 2218760 w 3152217"/>
                <a:gd name="connsiteY20-1166" fmla="*/ 2053406 h 2265623"/>
                <a:gd name="connsiteX21-1167" fmla="*/ 2218760 w 3152217"/>
                <a:gd name="connsiteY21-1168" fmla="*/ 2265623 h 2265623"/>
                <a:gd name="connsiteX22-1169" fmla="*/ 2006543 w 3152217"/>
                <a:gd name="connsiteY22-1170" fmla="*/ 2265623 h 2265623"/>
                <a:gd name="connsiteX23-1171" fmla="*/ 1798691 w 3152217"/>
                <a:gd name="connsiteY23-1172" fmla="*/ 2057769 h 2265623"/>
                <a:gd name="connsiteX24-1173" fmla="*/ 1775643 w 3152217"/>
                <a:gd name="connsiteY24-1174" fmla="*/ 2034721 h 2265623"/>
                <a:gd name="connsiteX25-1175" fmla="*/ 1842458 w 3152217"/>
                <a:gd name="connsiteY25-1176" fmla="*/ 1945465 h 2265623"/>
                <a:gd name="connsiteX26-1177" fmla="*/ 1533525 w 3152217"/>
                <a:gd name="connsiteY26-1178" fmla="*/ 1533525 h 2265623"/>
                <a:gd name="connsiteX27-1179" fmla="*/ 1219200 w 3152217"/>
                <a:gd name="connsiteY27-1180" fmla="*/ 1228725 h 2265623"/>
                <a:gd name="connsiteX28-1181" fmla="*/ 571500 w 3152217"/>
                <a:gd name="connsiteY28-1182" fmla="*/ 1343025 h 2265623"/>
                <a:gd name="connsiteX29-1183" fmla="*/ 0 w 3152217"/>
                <a:gd name="connsiteY29-1184" fmla="*/ 1314450 h 2265623"/>
                <a:gd name="connsiteX30-1185" fmla="*/ 0 w 3152217"/>
                <a:gd name="connsiteY30-1186" fmla="*/ 0 h 2265623"/>
                <a:gd name="connsiteX31-1187" fmla="*/ 390525 w 3152217"/>
                <a:gd name="connsiteY31-1188" fmla="*/ 9525 h 2265623"/>
                <a:gd name="connsiteX0-1189" fmla="*/ 390525 w 3152217"/>
                <a:gd name="connsiteY0-1190" fmla="*/ 24506 h 2280604"/>
                <a:gd name="connsiteX1-1191" fmla="*/ 95250 w 3152217"/>
                <a:gd name="connsiteY1-1192" fmla="*/ 272156 h 2280604"/>
                <a:gd name="connsiteX2-1193" fmla="*/ 1352550 w 3152217"/>
                <a:gd name="connsiteY2-1194" fmla="*/ 148331 h 2280604"/>
                <a:gd name="connsiteX3-1195" fmla="*/ 2314575 w 3152217"/>
                <a:gd name="connsiteY3-1196" fmla="*/ 348356 h 2280604"/>
                <a:gd name="connsiteX4-1197" fmla="*/ 2724150 w 3152217"/>
                <a:gd name="connsiteY4-1198" fmla="*/ 843656 h 2280604"/>
                <a:gd name="connsiteX5-1199" fmla="*/ 3152217 w 3152217"/>
                <a:gd name="connsiteY5-1200" fmla="*/ 1280291 h 2280604"/>
                <a:gd name="connsiteX6-1201" fmla="*/ 3152217 w 3152217"/>
                <a:gd name="connsiteY6-1202" fmla="*/ 1492508 h 2280604"/>
                <a:gd name="connsiteX7-1203" fmla="*/ 2940000 w 3152217"/>
                <a:gd name="connsiteY7-1204" fmla="*/ 1492508 h 2280604"/>
                <a:gd name="connsiteX8-1205" fmla="*/ 2539107 w 3152217"/>
                <a:gd name="connsiteY8-1206" fmla="*/ 1091614 h 2280604"/>
                <a:gd name="connsiteX9-1207" fmla="*/ 2474399 w 3152217"/>
                <a:gd name="connsiteY9-1208" fmla="*/ 1178323 h 2280604"/>
                <a:gd name="connsiteX10-1209" fmla="*/ 2907621 w 3152217"/>
                <a:gd name="connsiteY10-1210" fmla="*/ 1611546 h 2280604"/>
                <a:gd name="connsiteX11-1211" fmla="*/ 2907621 w 3152217"/>
                <a:gd name="connsiteY11-1212" fmla="*/ 1823763 h 2280604"/>
                <a:gd name="connsiteX12-1213" fmla="*/ 2695404 w 3152217"/>
                <a:gd name="connsiteY12-1214" fmla="*/ 1823763 h 2280604"/>
                <a:gd name="connsiteX13-1215" fmla="*/ 2293017 w 3152217"/>
                <a:gd name="connsiteY13-1216" fmla="*/ 1421375 h 2280604"/>
                <a:gd name="connsiteX14-1217" fmla="*/ 2228234 w 3152217"/>
                <a:gd name="connsiteY14-1218" fmla="*/ 1508184 h 2280604"/>
                <a:gd name="connsiteX15-1219" fmla="*/ 2648161 w 3152217"/>
                <a:gd name="connsiteY15-1220" fmla="*/ 1928111 h 2280604"/>
                <a:gd name="connsiteX16-1221" fmla="*/ 2648161 w 3152217"/>
                <a:gd name="connsiteY16-1222" fmla="*/ 2140328 h 2280604"/>
                <a:gd name="connsiteX17-1223" fmla="*/ 2435944 w 3152217"/>
                <a:gd name="connsiteY17-1224" fmla="*/ 2140328 h 2280604"/>
                <a:gd name="connsiteX18-1225" fmla="*/ 2046853 w 3152217"/>
                <a:gd name="connsiteY18-1226" fmla="*/ 1751235 h 2280604"/>
                <a:gd name="connsiteX19-1227" fmla="*/ 1987859 w 3152217"/>
                <a:gd name="connsiteY19-1228" fmla="*/ 1837485 h 2280604"/>
                <a:gd name="connsiteX20-1229" fmla="*/ 2218760 w 3152217"/>
                <a:gd name="connsiteY20-1230" fmla="*/ 2068387 h 2280604"/>
                <a:gd name="connsiteX21-1231" fmla="*/ 2218760 w 3152217"/>
                <a:gd name="connsiteY21-1232" fmla="*/ 2280604 h 2280604"/>
                <a:gd name="connsiteX22-1233" fmla="*/ 2006543 w 3152217"/>
                <a:gd name="connsiteY22-1234" fmla="*/ 2280604 h 2280604"/>
                <a:gd name="connsiteX23-1235" fmla="*/ 1798691 w 3152217"/>
                <a:gd name="connsiteY23-1236" fmla="*/ 2072750 h 2280604"/>
                <a:gd name="connsiteX24-1237" fmla="*/ 1775643 w 3152217"/>
                <a:gd name="connsiteY24-1238" fmla="*/ 2049702 h 2280604"/>
                <a:gd name="connsiteX25-1239" fmla="*/ 1842458 w 3152217"/>
                <a:gd name="connsiteY25-1240" fmla="*/ 1960446 h 2280604"/>
                <a:gd name="connsiteX26-1241" fmla="*/ 1533525 w 3152217"/>
                <a:gd name="connsiteY26-1242" fmla="*/ 1548506 h 2280604"/>
                <a:gd name="connsiteX27-1243" fmla="*/ 1219200 w 3152217"/>
                <a:gd name="connsiteY27-1244" fmla="*/ 1243706 h 2280604"/>
                <a:gd name="connsiteX28-1245" fmla="*/ 571500 w 3152217"/>
                <a:gd name="connsiteY28-1246" fmla="*/ 1358006 h 2280604"/>
                <a:gd name="connsiteX29-1247" fmla="*/ 0 w 3152217"/>
                <a:gd name="connsiteY29-1248" fmla="*/ 1329431 h 2280604"/>
                <a:gd name="connsiteX30-1249" fmla="*/ 0 w 3152217"/>
                <a:gd name="connsiteY30-1250" fmla="*/ 14981 h 2280604"/>
                <a:gd name="connsiteX31-1251" fmla="*/ 390525 w 3152217"/>
                <a:gd name="connsiteY31-1252" fmla="*/ 24506 h 2280604"/>
                <a:gd name="connsiteX0-1253" fmla="*/ 390525 w 3152217"/>
                <a:gd name="connsiteY0-1254" fmla="*/ 33386 h 2289484"/>
                <a:gd name="connsiteX1-1255" fmla="*/ 95250 w 3152217"/>
                <a:gd name="connsiteY1-1256" fmla="*/ 281036 h 2289484"/>
                <a:gd name="connsiteX2-1257" fmla="*/ 1352550 w 3152217"/>
                <a:gd name="connsiteY2-1258" fmla="*/ 157211 h 2289484"/>
                <a:gd name="connsiteX3-1259" fmla="*/ 2314575 w 3152217"/>
                <a:gd name="connsiteY3-1260" fmla="*/ 357236 h 2289484"/>
                <a:gd name="connsiteX4-1261" fmla="*/ 2724150 w 3152217"/>
                <a:gd name="connsiteY4-1262" fmla="*/ 852536 h 2289484"/>
                <a:gd name="connsiteX5-1263" fmla="*/ 3152217 w 3152217"/>
                <a:gd name="connsiteY5-1264" fmla="*/ 1289171 h 2289484"/>
                <a:gd name="connsiteX6-1265" fmla="*/ 3152217 w 3152217"/>
                <a:gd name="connsiteY6-1266" fmla="*/ 1501388 h 2289484"/>
                <a:gd name="connsiteX7-1267" fmla="*/ 2940000 w 3152217"/>
                <a:gd name="connsiteY7-1268" fmla="*/ 1501388 h 2289484"/>
                <a:gd name="connsiteX8-1269" fmla="*/ 2539107 w 3152217"/>
                <a:gd name="connsiteY8-1270" fmla="*/ 1100494 h 2289484"/>
                <a:gd name="connsiteX9-1271" fmla="*/ 2474399 w 3152217"/>
                <a:gd name="connsiteY9-1272" fmla="*/ 1187203 h 2289484"/>
                <a:gd name="connsiteX10-1273" fmla="*/ 2907621 w 3152217"/>
                <a:gd name="connsiteY10-1274" fmla="*/ 1620426 h 2289484"/>
                <a:gd name="connsiteX11-1275" fmla="*/ 2907621 w 3152217"/>
                <a:gd name="connsiteY11-1276" fmla="*/ 1832643 h 2289484"/>
                <a:gd name="connsiteX12-1277" fmla="*/ 2695404 w 3152217"/>
                <a:gd name="connsiteY12-1278" fmla="*/ 1832643 h 2289484"/>
                <a:gd name="connsiteX13-1279" fmla="*/ 2293017 w 3152217"/>
                <a:gd name="connsiteY13-1280" fmla="*/ 1430255 h 2289484"/>
                <a:gd name="connsiteX14-1281" fmla="*/ 2228234 w 3152217"/>
                <a:gd name="connsiteY14-1282" fmla="*/ 1517064 h 2289484"/>
                <a:gd name="connsiteX15-1283" fmla="*/ 2648161 w 3152217"/>
                <a:gd name="connsiteY15-1284" fmla="*/ 1936991 h 2289484"/>
                <a:gd name="connsiteX16-1285" fmla="*/ 2648161 w 3152217"/>
                <a:gd name="connsiteY16-1286" fmla="*/ 2149208 h 2289484"/>
                <a:gd name="connsiteX17-1287" fmla="*/ 2435944 w 3152217"/>
                <a:gd name="connsiteY17-1288" fmla="*/ 2149208 h 2289484"/>
                <a:gd name="connsiteX18-1289" fmla="*/ 2046853 w 3152217"/>
                <a:gd name="connsiteY18-1290" fmla="*/ 1760115 h 2289484"/>
                <a:gd name="connsiteX19-1291" fmla="*/ 1987859 w 3152217"/>
                <a:gd name="connsiteY19-1292" fmla="*/ 1846365 h 2289484"/>
                <a:gd name="connsiteX20-1293" fmla="*/ 2218760 w 3152217"/>
                <a:gd name="connsiteY20-1294" fmla="*/ 2077267 h 2289484"/>
                <a:gd name="connsiteX21-1295" fmla="*/ 2218760 w 3152217"/>
                <a:gd name="connsiteY21-1296" fmla="*/ 2289484 h 2289484"/>
                <a:gd name="connsiteX22-1297" fmla="*/ 2006543 w 3152217"/>
                <a:gd name="connsiteY22-1298" fmla="*/ 2289484 h 2289484"/>
                <a:gd name="connsiteX23-1299" fmla="*/ 1798691 w 3152217"/>
                <a:gd name="connsiteY23-1300" fmla="*/ 2081630 h 2289484"/>
                <a:gd name="connsiteX24-1301" fmla="*/ 1775643 w 3152217"/>
                <a:gd name="connsiteY24-1302" fmla="*/ 2058582 h 2289484"/>
                <a:gd name="connsiteX25-1303" fmla="*/ 1842458 w 3152217"/>
                <a:gd name="connsiteY25-1304" fmla="*/ 1969326 h 2289484"/>
                <a:gd name="connsiteX26-1305" fmla="*/ 1533525 w 3152217"/>
                <a:gd name="connsiteY26-1306" fmla="*/ 1557386 h 2289484"/>
                <a:gd name="connsiteX27-1307" fmla="*/ 1219200 w 3152217"/>
                <a:gd name="connsiteY27-1308" fmla="*/ 1252586 h 2289484"/>
                <a:gd name="connsiteX28-1309" fmla="*/ 571500 w 3152217"/>
                <a:gd name="connsiteY28-1310" fmla="*/ 1366886 h 2289484"/>
                <a:gd name="connsiteX29-1311" fmla="*/ 0 w 3152217"/>
                <a:gd name="connsiteY29-1312" fmla="*/ 1338311 h 2289484"/>
                <a:gd name="connsiteX30-1313" fmla="*/ 0 w 3152217"/>
                <a:gd name="connsiteY30-1314" fmla="*/ 23861 h 2289484"/>
                <a:gd name="connsiteX31-1315" fmla="*/ 390525 w 3152217"/>
                <a:gd name="connsiteY31-1316" fmla="*/ 33386 h 2289484"/>
                <a:gd name="connsiteX0-1317" fmla="*/ 390525 w 3152217"/>
                <a:gd name="connsiteY0-1318" fmla="*/ 24507 h 2280605"/>
                <a:gd name="connsiteX1-1319" fmla="*/ 95250 w 3152217"/>
                <a:gd name="connsiteY1-1320" fmla="*/ 272157 h 2280605"/>
                <a:gd name="connsiteX2-1321" fmla="*/ 1352550 w 3152217"/>
                <a:gd name="connsiteY2-1322" fmla="*/ 148332 h 2280605"/>
                <a:gd name="connsiteX3-1323" fmla="*/ 2314575 w 3152217"/>
                <a:gd name="connsiteY3-1324" fmla="*/ 348357 h 2280605"/>
                <a:gd name="connsiteX4-1325" fmla="*/ 2724150 w 3152217"/>
                <a:gd name="connsiteY4-1326" fmla="*/ 843657 h 2280605"/>
                <a:gd name="connsiteX5-1327" fmla="*/ 3152217 w 3152217"/>
                <a:gd name="connsiteY5-1328" fmla="*/ 1280292 h 2280605"/>
                <a:gd name="connsiteX6-1329" fmla="*/ 3152217 w 3152217"/>
                <a:gd name="connsiteY6-1330" fmla="*/ 1492509 h 2280605"/>
                <a:gd name="connsiteX7-1331" fmla="*/ 2940000 w 3152217"/>
                <a:gd name="connsiteY7-1332" fmla="*/ 1492509 h 2280605"/>
                <a:gd name="connsiteX8-1333" fmla="*/ 2539107 w 3152217"/>
                <a:gd name="connsiteY8-1334" fmla="*/ 1091615 h 2280605"/>
                <a:gd name="connsiteX9-1335" fmla="*/ 2474399 w 3152217"/>
                <a:gd name="connsiteY9-1336" fmla="*/ 1178324 h 2280605"/>
                <a:gd name="connsiteX10-1337" fmla="*/ 2907621 w 3152217"/>
                <a:gd name="connsiteY10-1338" fmla="*/ 1611547 h 2280605"/>
                <a:gd name="connsiteX11-1339" fmla="*/ 2907621 w 3152217"/>
                <a:gd name="connsiteY11-1340" fmla="*/ 1823764 h 2280605"/>
                <a:gd name="connsiteX12-1341" fmla="*/ 2695404 w 3152217"/>
                <a:gd name="connsiteY12-1342" fmla="*/ 1823764 h 2280605"/>
                <a:gd name="connsiteX13-1343" fmla="*/ 2293017 w 3152217"/>
                <a:gd name="connsiteY13-1344" fmla="*/ 1421376 h 2280605"/>
                <a:gd name="connsiteX14-1345" fmla="*/ 2228234 w 3152217"/>
                <a:gd name="connsiteY14-1346" fmla="*/ 1508185 h 2280605"/>
                <a:gd name="connsiteX15-1347" fmla="*/ 2648161 w 3152217"/>
                <a:gd name="connsiteY15-1348" fmla="*/ 1928112 h 2280605"/>
                <a:gd name="connsiteX16-1349" fmla="*/ 2648161 w 3152217"/>
                <a:gd name="connsiteY16-1350" fmla="*/ 2140329 h 2280605"/>
                <a:gd name="connsiteX17-1351" fmla="*/ 2435944 w 3152217"/>
                <a:gd name="connsiteY17-1352" fmla="*/ 2140329 h 2280605"/>
                <a:gd name="connsiteX18-1353" fmla="*/ 2046853 w 3152217"/>
                <a:gd name="connsiteY18-1354" fmla="*/ 1751236 h 2280605"/>
                <a:gd name="connsiteX19-1355" fmla="*/ 1987859 w 3152217"/>
                <a:gd name="connsiteY19-1356" fmla="*/ 1837486 h 2280605"/>
                <a:gd name="connsiteX20-1357" fmla="*/ 2218760 w 3152217"/>
                <a:gd name="connsiteY20-1358" fmla="*/ 2068388 h 2280605"/>
                <a:gd name="connsiteX21-1359" fmla="*/ 2218760 w 3152217"/>
                <a:gd name="connsiteY21-1360" fmla="*/ 2280605 h 2280605"/>
                <a:gd name="connsiteX22-1361" fmla="*/ 2006543 w 3152217"/>
                <a:gd name="connsiteY22-1362" fmla="*/ 2280605 h 2280605"/>
                <a:gd name="connsiteX23-1363" fmla="*/ 1798691 w 3152217"/>
                <a:gd name="connsiteY23-1364" fmla="*/ 2072751 h 2280605"/>
                <a:gd name="connsiteX24-1365" fmla="*/ 1775643 w 3152217"/>
                <a:gd name="connsiteY24-1366" fmla="*/ 2049703 h 2280605"/>
                <a:gd name="connsiteX25-1367" fmla="*/ 1842458 w 3152217"/>
                <a:gd name="connsiteY25-1368" fmla="*/ 1960447 h 2280605"/>
                <a:gd name="connsiteX26-1369" fmla="*/ 1533525 w 3152217"/>
                <a:gd name="connsiteY26-1370" fmla="*/ 1548507 h 2280605"/>
                <a:gd name="connsiteX27-1371" fmla="*/ 1219200 w 3152217"/>
                <a:gd name="connsiteY27-1372" fmla="*/ 1243707 h 2280605"/>
                <a:gd name="connsiteX28-1373" fmla="*/ 571500 w 3152217"/>
                <a:gd name="connsiteY28-1374" fmla="*/ 1358007 h 2280605"/>
                <a:gd name="connsiteX29-1375" fmla="*/ 0 w 3152217"/>
                <a:gd name="connsiteY29-1376" fmla="*/ 1329432 h 2280605"/>
                <a:gd name="connsiteX30-1377" fmla="*/ 0 w 3152217"/>
                <a:gd name="connsiteY30-1378" fmla="*/ 14982 h 2280605"/>
                <a:gd name="connsiteX31-1379" fmla="*/ 390525 w 3152217"/>
                <a:gd name="connsiteY31-1380" fmla="*/ 24507 h 2280605"/>
                <a:gd name="connsiteX0-1381" fmla="*/ 390525 w 3152217"/>
                <a:gd name="connsiteY0-1382" fmla="*/ 9525 h 2265623"/>
                <a:gd name="connsiteX1-1383" fmla="*/ 95250 w 3152217"/>
                <a:gd name="connsiteY1-1384" fmla="*/ 257175 h 2265623"/>
                <a:gd name="connsiteX2-1385" fmla="*/ 1352550 w 3152217"/>
                <a:gd name="connsiteY2-1386" fmla="*/ 133350 h 2265623"/>
                <a:gd name="connsiteX3-1387" fmla="*/ 2314575 w 3152217"/>
                <a:gd name="connsiteY3-1388" fmla="*/ 333375 h 2265623"/>
                <a:gd name="connsiteX4-1389" fmla="*/ 2724150 w 3152217"/>
                <a:gd name="connsiteY4-1390" fmla="*/ 828675 h 2265623"/>
                <a:gd name="connsiteX5-1391" fmla="*/ 3152217 w 3152217"/>
                <a:gd name="connsiteY5-1392" fmla="*/ 1265310 h 2265623"/>
                <a:gd name="connsiteX6-1393" fmla="*/ 3152217 w 3152217"/>
                <a:gd name="connsiteY6-1394" fmla="*/ 1477527 h 2265623"/>
                <a:gd name="connsiteX7-1395" fmla="*/ 2940000 w 3152217"/>
                <a:gd name="connsiteY7-1396" fmla="*/ 1477527 h 2265623"/>
                <a:gd name="connsiteX8-1397" fmla="*/ 2539107 w 3152217"/>
                <a:gd name="connsiteY8-1398" fmla="*/ 1076633 h 2265623"/>
                <a:gd name="connsiteX9-1399" fmla="*/ 2474399 w 3152217"/>
                <a:gd name="connsiteY9-1400" fmla="*/ 1163342 h 2265623"/>
                <a:gd name="connsiteX10-1401" fmla="*/ 2907621 w 3152217"/>
                <a:gd name="connsiteY10-1402" fmla="*/ 1596565 h 2265623"/>
                <a:gd name="connsiteX11-1403" fmla="*/ 2907621 w 3152217"/>
                <a:gd name="connsiteY11-1404" fmla="*/ 1808782 h 2265623"/>
                <a:gd name="connsiteX12-1405" fmla="*/ 2695404 w 3152217"/>
                <a:gd name="connsiteY12-1406" fmla="*/ 1808782 h 2265623"/>
                <a:gd name="connsiteX13-1407" fmla="*/ 2293017 w 3152217"/>
                <a:gd name="connsiteY13-1408" fmla="*/ 1406394 h 2265623"/>
                <a:gd name="connsiteX14-1409" fmla="*/ 2228234 w 3152217"/>
                <a:gd name="connsiteY14-1410" fmla="*/ 1493203 h 2265623"/>
                <a:gd name="connsiteX15-1411" fmla="*/ 2648161 w 3152217"/>
                <a:gd name="connsiteY15-1412" fmla="*/ 1913130 h 2265623"/>
                <a:gd name="connsiteX16-1413" fmla="*/ 2648161 w 3152217"/>
                <a:gd name="connsiteY16-1414" fmla="*/ 2125347 h 2265623"/>
                <a:gd name="connsiteX17-1415" fmla="*/ 2435944 w 3152217"/>
                <a:gd name="connsiteY17-1416" fmla="*/ 2125347 h 2265623"/>
                <a:gd name="connsiteX18-1417" fmla="*/ 2046853 w 3152217"/>
                <a:gd name="connsiteY18-1418" fmla="*/ 1736254 h 2265623"/>
                <a:gd name="connsiteX19-1419" fmla="*/ 1987859 w 3152217"/>
                <a:gd name="connsiteY19-1420" fmla="*/ 1822504 h 2265623"/>
                <a:gd name="connsiteX20-1421" fmla="*/ 2218760 w 3152217"/>
                <a:gd name="connsiteY20-1422" fmla="*/ 2053406 h 2265623"/>
                <a:gd name="connsiteX21-1423" fmla="*/ 2218760 w 3152217"/>
                <a:gd name="connsiteY21-1424" fmla="*/ 2265623 h 2265623"/>
                <a:gd name="connsiteX22-1425" fmla="*/ 2006543 w 3152217"/>
                <a:gd name="connsiteY22-1426" fmla="*/ 2265623 h 2265623"/>
                <a:gd name="connsiteX23-1427" fmla="*/ 1798691 w 3152217"/>
                <a:gd name="connsiteY23-1428" fmla="*/ 2057769 h 2265623"/>
                <a:gd name="connsiteX24-1429" fmla="*/ 1775643 w 3152217"/>
                <a:gd name="connsiteY24-1430" fmla="*/ 2034721 h 2265623"/>
                <a:gd name="connsiteX25-1431" fmla="*/ 1842458 w 3152217"/>
                <a:gd name="connsiteY25-1432" fmla="*/ 1945465 h 2265623"/>
                <a:gd name="connsiteX26-1433" fmla="*/ 1533525 w 3152217"/>
                <a:gd name="connsiteY26-1434" fmla="*/ 1533525 h 2265623"/>
                <a:gd name="connsiteX27-1435" fmla="*/ 1219200 w 3152217"/>
                <a:gd name="connsiteY27-1436" fmla="*/ 1228725 h 2265623"/>
                <a:gd name="connsiteX28-1437" fmla="*/ 571500 w 3152217"/>
                <a:gd name="connsiteY28-1438" fmla="*/ 1343025 h 2265623"/>
                <a:gd name="connsiteX29-1439" fmla="*/ 0 w 3152217"/>
                <a:gd name="connsiteY29-1440" fmla="*/ 1314450 h 2265623"/>
                <a:gd name="connsiteX30-1441" fmla="*/ 0 w 3152217"/>
                <a:gd name="connsiteY30-1442" fmla="*/ 0 h 2265623"/>
                <a:gd name="connsiteX31-1443" fmla="*/ 390525 w 3152217"/>
                <a:gd name="connsiteY31-1444" fmla="*/ 9525 h 2265623"/>
                <a:gd name="connsiteX0-1445" fmla="*/ 390525 w 3152217"/>
                <a:gd name="connsiteY0-1446" fmla="*/ 9525 h 2265623"/>
                <a:gd name="connsiteX1-1447" fmla="*/ 95250 w 3152217"/>
                <a:gd name="connsiteY1-1448" fmla="*/ 257175 h 2265623"/>
                <a:gd name="connsiteX2-1449" fmla="*/ 1352550 w 3152217"/>
                <a:gd name="connsiteY2-1450" fmla="*/ 133350 h 2265623"/>
                <a:gd name="connsiteX3-1451" fmla="*/ 2314575 w 3152217"/>
                <a:gd name="connsiteY3-1452" fmla="*/ 333375 h 2265623"/>
                <a:gd name="connsiteX4-1453" fmla="*/ 2724150 w 3152217"/>
                <a:gd name="connsiteY4-1454" fmla="*/ 828675 h 2265623"/>
                <a:gd name="connsiteX5-1455" fmla="*/ 3152217 w 3152217"/>
                <a:gd name="connsiteY5-1456" fmla="*/ 1265310 h 2265623"/>
                <a:gd name="connsiteX6-1457" fmla="*/ 3152217 w 3152217"/>
                <a:gd name="connsiteY6-1458" fmla="*/ 1477527 h 2265623"/>
                <a:gd name="connsiteX7-1459" fmla="*/ 2940000 w 3152217"/>
                <a:gd name="connsiteY7-1460" fmla="*/ 1477527 h 2265623"/>
                <a:gd name="connsiteX8-1461" fmla="*/ 2539107 w 3152217"/>
                <a:gd name="connsiteY8-1462" fmla="*/ 1076633 h 2265623"/>
                <a:gd name="connsiteX9-1463" fmla="*/ 2474399 w 3152217"/>
                <a:gd name="connsiteY9-1464" fmla="*/ 1163342 h 2265623"/>
                <a:gd name="connsiteX10-1465" fmla="*/ 2907621 w 3152217"/>
                <a:gd name="connsiteY10-1466" fmla="*/ 1596565 h 2265623"/>
                <a:gd name="connsiteX11-1467" fmla="*/ 2907621 w 3152217"/>
                <a:gd name="connsiteY11-1468" fmla="*/ 1808782 h 2265623"/>
                <a:gd name="connsiteX12-1469" fmla="*/ 2695404 w 3152217"/>
                <a:gd name="connsiteY12-1470" fmla="*/ 1808782 h 2265623"/>
                <a:gd name="connsiteX13-1471" fmla="*/ 2293017 w 3152217"/>
                <a:gd name="connsiteY13-1472" fmla="*/ 1406394 h 2265623"/>
                <a:gd name="connsiteX14-1473" fmla="*/ 2228234 w 3152217"/>
                <a:gd name="connsiteY14-1474" fmla="*/ 1493203 h 2265623"/>
                <a:gd name="connsiteX15-1475" fmla="*/ 2648161 w 3152217"/>
                <a:gd name="connsiteY15-1476" fmla="*/ 1913130 h 2265623"/>
                <a:gd name="connsiteX16-1477" fmla="*/ 2648161 w 3152217"/>
                <a:gd name="connsiteY16-1478" fmla="*/ 2125347 h 2265623"/>
                <a:gd name="connsiteX17-1479" fmla="*/ 2435944 w 3152217"/>
                <a:gd name="connsiteY17-1480" fmla="*/ 2125347 h 2265623"/>
                <a:gd name="connsiteX18-1481" fmla="*/ 2046853 w 3152217"/>
                <a:gd name="connsiteY18-1482" fmla="*/ 1736254 h 2265623"/>
                <a:gd name="connsiteX19-1483" fmla="*/ 1987859 w 3152217"/>
                <a:gd name="connsiteY19-1484" fmla="*/ 1822504 h 2265623"/>
                <a:gd name="connsiteX20-1485" fmla="*/ 2218760 w 3152217"/>
                <a:gd name="connsiteY20-1486" fmla="*/ 2053406 h 2265623"/>
                <a:gd name="connsiteX21-1487" fmla="*/ 2218760 w 3152217"/>
                <a:gd name="connsiteY21-1488" fmla="*/ 2265623 h 2265623"/>
                <a:gd name="connsiteX22-1489" fmla="*/ 2006543 w 3152217"/>
                <a:gd name="connsiteY22-1490" fmla="*/ 2265623 h 2265623"/>
                <a:gd name="connsiteX23-1491" fmla="*/ 1798691 w 3152217"/>
                <a:gd name="connsiteY23-1492" fmla="*/ 2057769 h 2265623"/>
                <a:gd name="connsiteX24-1493" fmla="*/ 1775643 w 3152217"/>
                <a:gd name="connsiteY24-1494" fmla="*/ 2034721 h 2265623"/>
                <a:gd name="connsiteX25-1495" fmla="*/ 1842458 w 3152217"/>
                <a:gd name="connsiteY25-1496" fmla="*/ 1945465 h 2265623"/>
                <a:gd name="connsiteX26-1497" fmla="*/ 1533525 w 3152217"/>
                <a:gd name="connsiteY26-1498" fmla="*/ 1533525 h 2265623"/>
                <a:gd name="connsiteX27-1499" fmla="*/ 1219200 w 3152217"/>
                <a:gd name="connsiteY27-1500" fmla="*/ 1228725 h 2265623"/>
                <a:gd name="connsiteX28-1501" fmla="*/ 571500 w 3152217"/>
                <a:gd name="connsiteY28-1502" fmla="*/ 1343025 h 2265623"/>
                <a:gd name="connsiteX29-1503" fmla="*/ 0 w 3152217"/>
                <a:gd name="connsiteY29-1504" fmla="*/ 1314450 h 2265623"/>
                <a:gd name="connsiteX30-1505" fmla="*/ 0 w 3152217"/>
                <a:gd name="connsiteY30-1506" fmla="*/ 0 h 2265623"/>
                <a:gd name="connsiteX31-1507" fmla="*/ 390525 w 3152217"/>
                <a:gd name="connsiteY31-1508" fmla="*/ 9525 h 2265623"/>
                <a:gd name="connsiteX0-1509" fmla="*/ 400050 w 3152217"/>
                <a:gd name="connsiteY0-1510" fmla="*/ 0 h 2284673"/>
                <a:gd name="connsiteX1-1511" fmla="*/ 95250 w 3152217"/>
                <a:gd name="connsiteY1-1512" fmla="*/ 276225 h 2284673"/>
                <a:gd name="connsiteX2-1513" fmla="*/ 1352550 w 3152217"/>
                <a:gd name="connsiteY2-1514" fmla="*/ 152400 h 2284673"/>
                <a:gd name="connsiteX3-1515" fmla="*/ 2314575 w 3152217"/>
                <a:gd name="connsiteY3-1516" fmla="*/ 352425 h 2284673"/>
                <a:gd name="connsiteX4-1517" fmla="*/ 2724150 w 3152217"/>
                <a:gd name="connsiteY4-1518" fmla="*/ 847725 h 2284673"/>
                <a:gd name="connsiteX5-1519" fmla="*/ 3152217 w 3152217"/>
                <a:gd name="connsiteY5-1520" fmla="*/ 1284360 h 2284673"/>
                <a:gd name="connsiteX6-1521" fmla="*/ 3152217 w 3152217"/>
                <a:gd name="connsiteY6-1522" fmla="*/ 1496577 h 2284673"/>
                <a:gd name="connsiteX7-1523" fmla="*/ 2940000 w 3152217"/>
                <a:gd name="connsiteY7-1524" fmla="*/ 1496577 h 2284673"/>
                <a:gd name="connsiteX8-1525" fmla="*/ 2539107 w 3152217"/>
                <a:gd name="connsiteY8-1526" fmla="*/ 1095683 h 2284673"/>
                <a:gd name="connsiteX9-1527" fmla="*/ 2474399 w 3152217"/>
                <a:gd name="connsiteY9-1528" fmla="*/ 1182392 h 2284673"/>
                <a:gd name="connsiteX10-1529" fmla="*/ 2907621 w 3152217"/>
                <a:gd name="connsiteY10-1530" fmla="*/ 1615615 h 2284673"/>
                <a:gd name="connsiteX11-1531" fmla="*/ 2907621 w 3152217"/>
                <a:gd name="connsiteY11-1532" fmla="*/ 1827832 h 2284673"/>
                <a:gd name="connsiteX12-1533" fmla="*/ 2695404 w 3152217"/>
                <a:gd name="connsiteY12-1534" fmla="*/ 1827832 h 2284673"/>
                <a:gd name="connsiteX13-1535" fmla="*/ 2293017 w 3152217"/>
                <a:gd name="connsiteY13-1536" fmla="*/ 1425444 h 2284673"/>
                <a:gd name="connsiteX14-1537" fmla="*/ 2228234 w 3152217"/>
                <a:gd name="connsiteY14-1538" fmla="*/ 1512253 h 2284673"/>
                <a:gd name="connsiteX15-1539" fmla="*/ 2648161 w 3152217"/>
                <a:gd name="connsiteY15-1540" fmla="*/ 1932180 h 2284673"/>
                <a:gd name="connsiteX16-1541" fmla="*/ 2648161 w 3152217"/>
                <a:gd name="connsiteY16-1542" fmla="*/ 2144397 h 2284673"/>
                <a:gd name="connsiteX17-1543" fmla="*/ 2435944 w 3152217"/>
                <a:gd name="connsiteY17-1544" fmla="*/ 2144397 h 2284673"/>
                <a:gd name="connsiteX18-1545" fmla="*/ 2046853 w 3152217"/>
                <a:gd name="connsiteY18-1546" fmla="*/ 1755304 h 2284673"/>
                <a:gd name="connsiteX19-1547" fmla="*/ 1987859 w 3152217"/>
                <a:gd name="connsiteY19-1548" fmla="*/ 1841554 h 2284673"/>
                <a:gd name="connsiteX20-1549" fmla="*/ 2218760 w 3152217"/>
                <a:gd name="connsiteY20-1550" fmla="*/ 2072456 h 2284673"/>
                <a:gd name="connsiteX21-1551" fmla="*/ 2218760 w 3152217"/>
                <a:gd name="connsiteY21-1552" fmla="*/ 2284673 h 2284673"/>
                <a:gd name="connsiteX22-1553" fmla="*/ 2006543 w 3152217"/>
                <a:gd name="connsiteY22-1554" fmla="*/ 2284673 h 2284673"/>
                <a:gd name="connsiteX23-1555" fmla="*/ 1798691 w 3152217"/>
                <a:gd name="connsiteY23-1556" fmla="*/ 2076819 h 2284673"/>
                <a:gd name="connsiteX24-1557" fmla="*/ 1775643 w 3152217"/>
                <a:gd name="connsiteY24-1558" fmla="*/ 2053771 h 2284673"/>
                <a:gd name="connsiteX25-1559" fmla="*/ 1842458 w 3152217"/>
                <a:gd name="connsiteY25-1560" fmla="*/ 1964515 h 2284673"/>
                <a:gd name="connsiteX26-1561" fmla="*/ 1533525 w 3152217"/>
                <a:gd name="connsiteY26-1562" fmla="*/ 1552575 h 2284673"/>
                <a:gd name="connsiteX27-1563" fmla="*/ 1219200 w 3152217"/>
                <a:gd name="connsiteY27-1564" fmla="*/ 1247775 h 2284673"/>
                <a:gd name="connsiteX28-1565" fmla="*/ 571500 w 3152217"/>
                <a:gd name="connsiteY28-1566" fmla="*/ 1362075 h 2284673"/>
                <a:gd name="connsiteX29-1567" fmla="*/ 0 w 3152217"/>
                <a:gd name="connsiteY29-1568" fmla="*/ 1333500 h 2284673"/>
                <a:gd name="connsiteX30-1569" fmla="*/ 0 w 3152217"/>
                <a:gd name="connsiteY30-1570" fmla="*/ 19050 h 2284673"/>
                <a:gd name="connsiteX31-1571" fmla="*/ 400050 w 3152217"/>
                <a:gd name="connsiteY31-1572" fmla="*/ 0 h 228467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</a:cxnLst>
              <a:rect l="l" t="t" r="r" b="b"/>
              <a:pathLst>
                <a:path w="3152217" h="2284673">
                  <a:moveTo>
                    <a:pt x="400050" y="0"/>
                  </a:moveTo>
                  <a:lnTo>
                    <a:pt x="95250" y="276225"/>
                  </a:lnTo>
                  <a:cubicBezTo>
                    <a:pt x="349250" y="777875"/>
                    <a:pt x="831850" y="460375"/>
                    <a:pt x="1352550" y="152400"/>
                  </a:cubicBezTo>
                  <a:cubicBezTo>
                    <a:pt x="1641475" y="288925"/>
                    <a:pt x="1968500" y="301625"/>
                    <a:pt x="2314575" y="352425"/>
                  </a:cubicBezTo>
                  <a:cubicBezTo>
                    <a:pt x="2451100" y="603250"/>
                    <a:pt x="2587625" y="682625"/>
                    <a:pt x="2724150" y="847725"/>
                  </a:cubicBezTo>
                  <a:lnTo>
                    <a:pt x="3152217" y="1284360"/>
                  </a:lnTo>
                  <a:cubicBezTo>
                    <a:pt x="3210819" y="1342962"/>
                    <a:pt x="3210819" y="1437975"/>
                    <a:pt x="3152217" y="1496577"/>
                  </a:cubicBezTo>
                  <a:cubicBezTo>
                    <a:pt x="3093615" y="1555179"/>
                    <a:pt x="2998602" y="1555179"/>
                    <a:pt x="2940000" y="1496577"/>
                  </a:cubicBezTo>
                  <a:lnTo>
                    <a:pt x="2539107" y="1095683"/>
                  </a:lnTo>
                  <a:lnTo>
                    <a:pt x="2474399" y="1182392"/>
                  </a:lnTo>
                  <a:lnTo>
                    <a:pt x="2907621" y="1615615"/>
                  </a:lnTo>
                  <a:cubicBezTo>
                    <a:pt x="2966223" y="1674217"/>
                    <a:pt x="2966223" y="1769230"/>
                    <a:pt x="2907621" y="1827832"/>
                  </a:cubicBezTo>
                  <a:cubicBezTo>
                    <a:pt x="2849019" y="1886434"/>
                    <a:pt x="2754006" y="1886434"/>
                    <a:pt x="2695404" y="1827832"/>
                  </a:cubicBezTo>
                  <a:lnTo>
                    <a:pt x="2293017" y="1425444"/>
                  </a:lnTo>
                  <a:lnTo>
                    <a:pt x="2228234" y="1512253"/>
                  </a:lnTo>
                  <a:lnTo>
                    <a:pt x="2648161" y="1932180"/>
                  </a:lnTo>
                  <a:cubicBezTo>
                    <a:pt x="2706763" y="1990782"/>
                    <a:pt x="2706763" y="2085795"/>
                    <a:pt x="2648161" y="2144397"/>
                  </a:cubicBezTo>
                  <a:cubicBezTo>
                    <a:pt x="2589559" y="2202999"/>
                    <a:pt x="2494546" y="2202999"/>
                    <a:pt x="2435944" y="2144397"/>
                  </a:cubicBezTo>
                  <a:lnTo>
                    <a:pt x="2046853" y="1755304"/>
                  </a:lnTo>
                  <a:lnTo>
                    <a:pt x="1987859" y="1841554"/>
                  </a:lnTo>
                  <a:lnTo>
                    <a:pt x="2218760" y="2072456"/>
                  </a:lnTo>
                  <a:cubicBezTo>
                    <a:pt x="2277362" y="2131058"/>
                    <a:pt x="2277362" y="2226071"/>
                    <a:pt x="2218760" y="2284673"/>
                  </a:cubicBezTo>
                  <a:cubicBezTo>
                    <a:pt x="2160158" y="2343275"/>
                    <a:pt x="2065146" y="2343275"/>
                    <a:pt x="2006543" y="2284673"/>
                  </a:cubicBezTo>
                  <a:lnTo>
                    <a:pt x="1798691" y="2076819"/>
                  </a:lnTo>
                  <a:lnTo>
                    <a:pt x="1775643" y="2053771"/>
                  </a:lnTo>
                  <a:lnTo>
                    <a:pt x="1842458" y="1964515"/>
                  </a:lnTo>
                  <a:cubicBezTo>
                    <a:pt x="2026677" y="1607442"/>
                    <a:pt x="1697608" y="1472750"/>
                    <a:pt x="1533525" y="1552575"/>
                  </a:cubicBezTo>
                  <a:cubicBezTo>
                    <a:pt x="1555750" y="1323975"/>
                    <a:pt x="1380229" y="1237081"/>
                    <a:pt x="1219200" y="1247775"/>
                  </a:cubicBezTo>
                  <a:cubicBezTo>
                    <a:pt x="1190625" y="958850"/>
                    <a:pt x="838200" y="793750"/>
                    <a:pt x="571500" y="1362075"/>
                  </a:cubicBezTo>
                  <a:cubicBezTo>
                    <a:pt x="504825" y="1114425"/>
                    <a:pt x="276225" y="1066800"/>
                    <a:pt x="0" y="1333500"/>
                  </a:cubicBezTo>
                  <a:lnTo>
                    <a:pt x="0" y="190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0" y="2277516"/>
            <a:ext cx="4224000" cy="165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Rectangle 11"/>
          <p:cNvSpPr/>
          <p:nvPr/>
        </p:nvSpPr>
        <p:spPr>
          <a:xfrm>
            <a:off x="7968003" y="2277516"/>
            <a:ext cx="4223999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Rectangle 12"/>
          <p:cNvSpPr/>
          <p:nvPr/>
        </p:nvSpPr>
        <p:spPr>
          <a:xfrm>
            <a:off x="3341105" y="2877685"/>
            <a:ext cx="504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8970" y="2806520"/>
            <a:ext cx="2772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bg1"/>
                </a:solidFill>
              </a:rPr>
              <a:t>Teamwork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26613" y="2877685"/>
            <a:ext cx="50400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40744" y="2410728"/>
            <a:ext cx="29559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Managerial Processes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17" name="Oval 1"/>
          <p:cNvSpPr>
            <a:spLocks noChangeAspect="1"/>
          </p:cNvSpPr>
          <p:nvPr/>
        </p:nvSpPr>
        <p:spPr>
          <a:xfrm>
            <a:off x="3431106" y="2967685"/>
            <a:ext cx="324002" cy="324000"/>
          </a:xfrm>
          <a:custGeom>
            <a:avLst/>
            <a:gdLst/>
            <a:ahLst/>
            <a:cxnLst/>
            <a:rect l="l" t="t" r="r" b="b"/>
            <a:pathLst>
              <a:path w="3848188" h="3848188">
                <a:moveTo>
                  <a:pt x="1531053" y="504131"/>
                </a:moveTo>
                <a:lnTo>
                  <a:pt x="1531053" y="1481511"/>
                </a:lnTo>
                <a:lnTo>
                  <a:pt x="553673" y="1481511"/>
                </a:lnTo>
                <a:lnTo>
                  <a:pt x="553673" y="2263055"/>
                </a:lnTo>
                <a:lnTo>
                  <a:pt x="1531053" y="2263055"/>
                </a:lnTo>
                <a:lnTo>
                  <a:pt x="1531053" y="3240435"/>
                </a:lnTo>
                <a:lnTo>
                  <a:pt x="2312597" y="3240435"/>
                </a:lnTo>
                <a:lnTo>
                  <a:pt x="2312597" y="2263055"/>
                </a:lnTo>
                <a:lnTo>
                  <a:pt x="3289977" y="2263055"/>
                </a:lnTo>
                <a:lnTo>
                  <a:pt x="3289977" y="1481511"/>
                </a:lnTo>
                <a:lnTo>
                  <a:pt x="2312597" y="1481511"/>
                </a:lnTo>
                <a:lnTo>
                  <a:pt x="2312597" y="504131"/>
                </a:lnTo>
                <a:close/>
                <a:moveTo>
                  <a:pt x="1924094" y="0"/>
                </a:moveTo>
                <a:cubicBezTo>
                  <a:pt x="2986742" y="0"/>
                  <a:pt x="3848188" y="861446"/>
                  <a:pt x="3848188" y="1924094"/>
                </a:cubicBezTo>
                <a:cubicBezTo>
                  <a:pt x="3848188" y="2986742"/>
                  <a:pt x="2986742" y="3848188"/>
                  <a:pt x="1924094" y="3848188"/>
                </a:cubicBezTo>
                <a:cubicBezTo>
                  <a:pt x="861446" y="3848188"/>
                  <a:pt x="0" y="2986742"/>
                  <a:pt x="0" y="1924094"/>
                </a:cubicBezTo>
                <a:cubicBezTo>
                  <a:pt x="0" y="861446"/>
                  <a:pt x="861446" y="0"/>
                  <a:pt x="19240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18" name="Rectangle 6"/>
          <p:cNvSpPr>
            <a:spLocks noChangeAspect="1"/>
          </p:cNvSpPr>
          <p:nvPr/>
        </p:nvSpPr>
        <p:spPr>
          <a:xfrm>
            <a:off x="8429565" y="2967685"/>
            <a:ext cx="298096" cy="324000"/>
          </a:xfrm>
          <a:custGeom>
            <a:avLst/>
            <a:gdLst/>
            <a:ahLst/>
            <a:cxnLst/>
            <a:rect l="l" t="t" r="r" b="b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369786" y="4685000"/>
            <a:ext cx="2209035" cy="1547138"/>
            <a:chOff x="369786" y="4685000"/>
            <a:chExt cx="2209035" cy="1547138"/>
          </a:xfrm>
        </p:grpSpPr>
        <p:sp>
          <p:nvSpPr>
            <p:cNvPr id="19" name="Rectangle 18"/>
            <p:cNvSpPr/>
            <p:nvPr/>
          </p:nvSpPr>
          <p:spPr>
            <a:xfrm>
              <a:off x="369786" y="4685000"/>
              <a:ext cx="2209035" cy="610352"/>
            </a:xfrm>
            <a:prstGeom prst="rect">
              <a:avLst/>
            </a:prstGeom>
            <a:solidFill>
              <a:schemeClr val="accent1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Team decision-making style</a:t>
              </a:r>
              <a:endParaRPr lang="ko-KR" altLang="en-US" b="1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69786" y="5585807"/>
              <a:ext cx="20691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Team members give input, but the senior leader makes the final choice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843410" y="4685000"/>
            <a:ext cx="2061636" cy="1362472"/>
            <a:chOff x="2843410" y="4685000"/>
            <a:chExt cx="2061636" cy="1362472"/>
          </a:xfrm>
        </p:grpSpPr>
        <p:sp>
          <p:nvSpPr>
            <p:cNvPr id="20" name="Rectangle 19"/>
            <p:cNvSpPr/>
            <p:nvPr/>
          </p:nvSpPr>
          <p:spPr>
            <a:xfrm>
              <a:off x="2843410" y="4685000"/>
              <a:ext cx="2061636" cy="610352"/>
            </a:xfrm>
            <a:prstGeom prst="rect">
              <a:avLst/>
            </a:prstGeom>
            <a:solidFill>
              <a:schemeClr val="accent2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Role of hierarchy in teams</a:t>
              </a:r>
              <a:endParaRPr lang="ko-KR" altLang="en-US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47553" y="5585807"/>
              <a:ext cx="1955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Seniors guide, juniors follow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207850" y="4685000"/>
            <a:ext cx="1959995" cy="1362472"/>
            <a:chOff x="5207850" y="4685000"/>
            <a:chExt cx="1959995" cy="1362472"/>
          </a:xfrm>
        </p:grpSpPr>
        <p:sp>
          <p:nvSpPr>
            <p:cNvPr id="22" name="Rectangle 21"/>
            <p:cNvSpPr/>
            <p:nvPr/>
          </p:nvSpPr>
          <p:spPr>
            <a:xfrm>
              <a:off x="5207850" y="4685000"/>
              <a:ext cx="1884220" cy="610352"/>
            </a:xfrm>
            <a:prstGeom prst="rect">
              <a:avLst/>
            </a:prstGeom>
            <a:solidFill>
              <a:schemeClr val="accent3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Conflict management</a:t>
              </a:r>
              <a:endParaRPr lang="ko-KR" altLang="en-US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211993" y="5585807"/>
              <a:ext cx="1955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Problems are to solved quietly and with respect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452608" y="4685000"/>
            <a:ext cx="2181716" cy="1177807"/>
            <a:chOff x="7452608" y="4685000"/>
            <a:chExt cx="2181716" cy="1177807"/>
          </a:xfrm>
        </p:grpSpPr>
        <p:sp>
          <p:nvSpPr>
            <p:cNvPr id="21" name="Rectangle 20"/>
            <p:cNvSpPr/>
            <p:nvPr/>
          </p:nvSpPr>
          <p:spPr>
            <a:xfrm>
              <a:off x="7508892" y="4685000"/>
              <a:ext cx="1839698" cy="610352"/>
            </a:xfrm>
            <a:prstGeom prst="rect">
              <a:avLst/>
            </a:prstGeom>
            <a:solidFill>
              <a:schemeClr val="accent4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Negotiation style</a:t>
              </a:r>
              <a:endParaRPr lang="ko-KR" altLang="en-US" b="1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452608" y="5585808"/>
              <a:ext cx="21817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Slow, Relational, Trust-based.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9758149" y="4685000"/>
            <a:ext cx="2138577" cy="1324373"/>
            <a:chOff x="9758149" y="4685000"/>
            <a:chExt cx="2138577" cy="1324373"/>
          </a:xfrm>
        </p:grpSpPr>
        <p:sp>
          <p:nvSpPr>
            <p:cNvPr id="23" name="Rectangle 22"/>
            <p:cNvSpPr/>
            <p:nvPr/>
          </p:nvSpPr>
          <p:spPr>
            <a:xfrm>
              <a:off x="9758149" y="4685000"/>
              <a:ext cx="1955852" cy="610352"/>
            </a:xfrm>
            <a:prstGeom prst="rect">
              <a:avLst/>
            </a:prstGeom>
            <a:solidFill>
              <a:schemeClr val="accent5"/>
            </a:solidFill>
            <a:ln w="412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Alignment</a:t>
              </a:r>
              <a:endParaRPr lang="ko-KR" altLang="en-US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940874" y="5547708"/>
              <a:ext cx="1955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Real alignment happens outside formal meetings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168059"/>
            <a:ext cx="11573197" cy="724247"/>
          </a:xfrm>
        </p:spPr>
        <p:txBody>
          <a:bodyPr/>
          <a:lstStyle/>
          <a:p>
            <a:r>
              <a:rPr lang="en-US" sz="4400" u="sng" dirty="0"/>
              <a:t>Relationship to Time and Work Organization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183588" y="1765518"/>
            <a:ext cx="840302" cy="925633"/>
            <a:chOff x="676746" y="2780928"/>
            <a:chExt cx="1352458" cy="1296144"/>
          </a:xfrm>
          <a:solidFill>
            <a:schemeClr val="accent4"/>
          </a:solidFill>
        </p:grpSpPr>
        <p:sp>
          <p:nvSpPr>
            <p:cNvPr id="4" name="Rectangle 3"/>
            <p:cNvSpPr/>
            <p:nvPr/>
          </p:nvSpPr>
          <p:spPr>
            <a:xfrm>
              <a:off x="683568" y="3079763"/>
              <a:ext cx="1345636" cy="6984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Isosceles Triangle 4"/>
            <p:cNvSpPr/>
            <p:nvPr/>
          </p:nvSpPr>
          <p:spPr>
            <a:xfrm>
              <a:off x="676746" y="278092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" name="Isosceles Triangle 5"/>
            <p:cNvSpPr/>
            <p:nvPr/>
          </p:nvSpPr>
          <p:spPr>
            <a:xfrm rot="10800000">
              <a:off x="676746" y="386104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175796" y="2617914"/>
            <a:ext cx="840302" cy="925633"/>
            <a:chOff x="676746" y="2780928"/>
            <a:chExt cx="1352458" cy="1296144"/>
          </a:xfrm>
          <a:solidFill>
            <a:schemeClr val="accent3"/>
          </a:solidFill>
        </p:grpSpPr>
        <p:sp>
          <p:nvSpPr>
            <p:cNvPr id="8" name="Rectangle 7"/>
            <p:cNvSpPr/>
            <p:nvPr/>
          </p:nvSpPr>
          <p:spPr>
            <a:xfrm>
              <a:off x="683568" y="3079763"/>
              <a:ext cx="1345636" cy="6984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676746" y="278092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Isosceles Triangle 9"/>
            <p:cNvSpPr/>
            <p:nvPr/>
          </p:nvSpPr>
          <p:spPr>
            <a:xfrm rot="10800000">
              <a:off x="676746" y="386104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168002" y="3470310"/>
            <a:ext cx="840302" cy="925633"/>
            <a:chOff x="676746" y="2780928"/>
            <a:chExt cx="1352458" cy="1296144"/>
          </a:xfrm>
          <a:solidFill>
            <a:schemeClr val="accent2"/>
          </a:solidFill>
        </p:grpSpPr>
        <p:sp>
          <p:nvSpPr>
            <p:cNvPr id="12" name="Rectangle 11"/>
            <p:cNvSpPr/>
            <p:nvPr/>
          </p:nvSpPr>
          <p:spPr>
            <a:xfrm>
              <a:off x="683568" y="3079763"/>
              <a:ext cx="1345636" cy="6984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" name="Isosceles Triangle 12"/>
            <p:cNvSpPr/>
            <p:nvPr/>
          </p:nvSpPr>
          <p:spPr>
            <a:xfrm>
              <a:off x="676746" y="278092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676746" y="386104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175796" y="4322707"/>
            <a:ext cx="840302" cy="925633"/>
            <a:chOff x="676746" y="2780928"/>
            <a:chExt cx="1352458" cy="1296144"/>
          </a:xfrm>
          <a:solidFill>
            <a:schemeClr val="accent1"/>
          </a:solidFill>
        </p:grpSpPr>
        <p:sp>
          <p:nvSpPr>
            <p:cNvPr id="16" name="Rectangle 15"/>
            <p:cNvSpPr/>
            <p:nvPr/>
          </p:nvSpPr>
          <p:spPr>
            <a:xfrm>
              <a:off x="683568" y="3079763"/>
              <a:ext cx="1345636" cy="6984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676746" y="278092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Isosceles Triangle 17"/>
            <p:cNvSpPr/>
            <p:nvPr/>
          </p:nvSpPr>
          <p:spPr>
            <a:xfrm rot="10800000">
              <a:off x="676746" y="386104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183588" y="5175103"/>
            <a:ext cx="840302" cy="925633"/>
            <a:chOff x="676746" y="2780928"/>
            <a:chExt cx="1352458" cy="1296144"/>
          </a:xfrm>
          <a:solidFill>
            <a:schemeClr val="accent6"/>
          </a:solidFill>
        </p:grpSpPr>
        <p:sp>
          <p:nvSpPr>
            <p:cNvPr id="20" name="Rectangle 19"/>
            <p:cNvSpPr/>
            <p:nvPr/>
          </p:nvSpPr>
          <p:spPr>
            <a:xfrm>
              <a:off x="683568" y="3079763"/>
              <a:ext cx="1345636" cy="6984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76746" y="278092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" name="Isosceles Triangle 21"/>
            <p:cNvSpPr/>
            <p:nvPr/>
          </p:nvSpPr>
          <p:spPr>
            <a:xfrm rot="10800000">
              <a:off x="676746" y="3861048"/>
              <a:ext cx="1352457" cy="21602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58757" y="1807783"/>
            <a:ext cx="4342420" cy="487159"/>
            <a:chOff x="-460977" y="1129566"/>
            <a:chExt cx="3845323" cy="487159"/>
          </a:xfrm>
        </p:grpSpPr>
        <p:sp>
          <p:nvSpPr>
            <p:cNvPr id="24" name="TextBox 23"/>
            <p:cNvSpPr txBox="1"/>
            <p:nvPr/>
          </p:nvSpPr>
          <p:spPr>
            <a:xfrm>
              <a:off x="-460977" y="1129566"/>
              <a:ext cx="384532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Punctuality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-460976" y="1339726"/>
              <a:ext cx="38453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Being late is socially acceptable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58757" y="5125035"/>
            <a:ext cx="4342420" cy="900638"/>
            <a:chOff x="-460977" y="1037233"/>
            <a:chExt cx="3845323" cy="900638"/>
          </a:xfrm>
        </p:grpSpPr>
        <p:sp>
          <p:nvSpPr>
            <p:cNvPr id="27" name="TextBox 26"/>
            <p:cNvSpPr txBox="1"/>
            <p:nvPr/>
          </p:nvSpPr>
          <p:spPr>
            <a:xfrm>
              <a:off x="-460977" y="1037233"/>
              <a:ext cx="3845323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Work Style: </a:t>
              </a:r>
            </a:p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Multitasking vs Linear work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-460976" y="1476206"/>
              <a:ext cx="3845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Common – people may handle several tasks, but relationships and hierarchy requests can reorder priority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332404" y="2660179"/>
            <a:ext cx="4387978" cy="671825"/>
            <a:chOff x="-475010" y="1129566"/>
            <a:chExt cx="3859356" cy="671825"/>
          </a:xfrm>
        </p:grpSpPr>
        <p:sp>
          <p:nvSpPr>
            <p:cNvPr id="30" name="TextBox 29"/>
            <p:cNvSpPr txBox="1"/>
            <p:nvPr/>
          </p:nvSpPr>
          <p:spPr>
            <a:xfrm>
              <a:off x="-475010" y="1129566"/>
              <a:ext cx="3859356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Meeting culture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-460977" y="1339726"/>
              <a:ext cx="38453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Often start with informal conversation before business; building rapport is important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100388" y="4556043"/>
            <a:ext cx="4387978" cy="671825"/>
            <a:chOff x="-475010" y="1129566"/>
            <a:chExt cx="3859356" cy="671825"/>
          </a:xfrm>
        </p:grpSpPr>
        <p:sp>
          <p:nvSpPr>
            <p:cNvPr id="33" name="TextBox 32"/>
            <p:cNvSpPr txBox="1"/>
            <p:nvPr/>
          </p:nvSpPr>
          <p:spPr>
            <a:xfrm>
              <a:off x="-475010" y="1129566"/>
              <a:ext cx="3859356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Flexibility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460977" y="1339726"/>
              <a:ext cx="38453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High – people adapt to changing situations, personal and relationship needs matter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841134" y="3512575"/>
            <a:ext cx="4171552" cy="487159"/>
            <a:chOff x="-460977" y="1129566"/>
            <a:chExt cx="3845323" cy="487159"/>
          </a:xfrm>
        </p:grpSpPr>
        <p:sp>
          <p:nvSpPr>
            <p:cNvPr id="36" name="TextBox 35"/>
            <p:cNvSpPr txBox="1"/>
            <p:nvPr/>
          </p:nvSpPr>
          <p:spPr>
            <a:xfrm>
              <a:off x="-460977" y="1129566"/>
              <a:ext cx="384532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Deadlines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-460976" y="1339726"/>
              <a:ext cx="38453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Deadlines are guidelines rather than rigid rules</a:t>
              </a:r>
            </a:p>
          </p:txBody>
        </p:sp>
      </p:grpSp>
      <p:sp>
        <p:nvSpPr>
          <p:cNvPr id="38" name="Parallelogram 30"/>
          <p:cNvSpPr/>
          <p:nvPr/>
        </p:nvSpPr>
        <p:spPr>
          <a:xfrm flipH="1">
            <a:off x="5439602" y="5494280"/>
            <a:ext cx="316187" cy="316969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Donut 8"/>
          <p:cNvSpPr/>
          <p:nvPr/>
        </p:nvSpPr>
        <p:spPr>
          <a:xfrm>
            <a:off x="6446420" y="4610656"/>
            <a:ext cx="306952" cy="366906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Donut 24"/>
          <p:cNvSpPr/>
          <p:nvPr/>
        </p:nvSpPr>
        <p:spPr>
          <a:xfrm>
            <a:off x="5439602" y="2049700"/>
            <a:ext cx="355325" cy="358217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Block Arc 25"/>
          <p:cNvSpPr>
            <a:spLocks noChangeAspect="1"/>
          </p:cNvSpPr>
          <p:nvPr/>
        </p:nvSpPr>
        <p:spPr>
          <a:xfrm>
            <a:off x="6498238" y="2906726"/>
            <a:ext cx="255135" cy="36859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자유형 151"/>
          <p:cNvSpPr/>
          <p:nvPr/>
        </p:nvSpPr>
        <p:spPr>
          <a:xfrm>
            <a:off x="7402696" y="3767742"/>
            <a:ext cx="331837" cy="348286"/>
          </a:xfrm>
          <a:custGeom>
            <a:avLst/>
            <a:gdLst>
              <a:gd name="connsiteX0" fmla="*/ 1460984 w 2921968"/>
              <a:gd name="connsiteY0" fmla="*/ 233294 h 3066808"/>
              <a:gd name="connsiteX1" fmla="*/ 1320049 w 2921968"/>
              <a:gd name="connsiteY1" fmla="*/ 374229 h 3066808"/>
              <a:gd name="connsiteX2" fmla="*/ 1460984 w 2921968"/>
              <a:gd name="connsiteY2" fmla="*/ 515164 h 3066808"/>
              <a:gd name="connsiteX3" fmla="*/ 1601919 w 2921968"/>
              <a:gd name="connsiteY3" fmla="*/ 374229 h 3066808"/>
              <a:gd name="connsiteX4" fmla="*/ 1460984 w 2921968"/>
              <a:gd name="connsiteY4" fmla="*/ 233294 h 3066808"/>
              <a:gd name="connsiteX5" fmla="*/ 1460984 w 2921968"/>
              <a:gd name="connsiteY5" fmla="*/ 0 h 3066808"/>
              <a:gd name="connsiteX6" fmla="*/ 1835213 w 2921968"/>
              <a:gd name="connsiteY6" fmla="*/ 374229 h 3066808"/>
              <a:gd name="connsiteX7" fmla="*/ 1670219 w 2921968"/>
              <a:gd name="connsiteY7" fmla="*/ 684545 h 3066808"/>
              <a:gd name="connsiteX8" fmla="*/ 1626866 w 2921968"/>
              <a:gd name="connsiteY8" fmla="*/ 708077 h 3066808"/>
              <a:gd name="connsiteX9" fmla="*/ 1646248 w 2921968"/>
              <a:gd name="connsiteY9" fmla="*/ 873151 h 3066808"/>
              <a:gd name="connsiteX10" fmla="*/ 2235203 w 2921968"/>
              <a:gd name="connsiteY10" fmla="*/ 873151 h 3066808"/>
              <a:gd name="connsiteX11" fmla="*/ 2241832 w 2921968"/>
              <a:gd name="connsiteY11" fmla="*/ 851796 h 3066808"/>
              <a:gd name="connsiteX12" fmla="*/ 2430803 w 2921968"/>
              <a:gd name="connsiteY12" fmla="*/ 726537 h 3066808"/>
              <a:gd name="connsiteX13" fmla="*/ 2635891 w 2921968"/>
              <a:gd name="connsiteY13" fmla="*/ 931625 h 3066808"/>
              <a:gd name="connsiteX14" fmla="*/ 2430803 w 2921968"/>
              <a:gd name="connsiteY14" fmla="*/ 1136713 h 3066808"/>
              <a:gd name="connsiteX15" fmla="*/ 2241832 w 2921968"/>
              <a:gd name="connsiteY15" fmla="*/ 1011455 h 3066808"/>
              <a:gd name="connsiteX16" fmla="*/ 2233652 w 2921968"/>
              <a:gd name="connsiteY16" fmla="*/ 985105 h 3066808"/>
              <a:gd name="connsiteX17" fmla="*/ 1659393 w 2921968"/>
              <a:gd name="connsiteY17" fmla="*/ 985105 h 3066808"/>
              <a:gd name="connsiteX18" fmla="*/ 1835639 w 2921968"/>
              <a:gd name="connsiteY18" fmla="*/ 2486125 h 3066808"/>
              <a:gd name="connsiteX19" fmla="*/ 2605322 w 2921968"/>
              <a:gd name="connsiteY19" fmla="*/ 1804902 h 3066808"/>
              <a:gd name="connsiteX20" fmla="*/ 2437231 w 2921968"/>
              <a:gd name="connsiteY20" fmla="*/ 1828663 h 3066808"/>
              <a:gd name="connsiteX21" fmla="*/ 2679599 w 2921968"/>
              <a:gd name="connsiteY21" fmla="*/ 1472350 h 3066808"/>
              <a:gd name="connsiteX22" fmla="*/ 2921968 w 2921968"/>
              <a:gd name="connsiteY22" fmla="*/ 1828663 h 3066808"/>
              <a:gd name="connsiteX23" fmla="*/ 2749252 w 2921968"/>
              <a:gd name="connsiteY23" fmla="*/ 1804848 h 3066808"/>
              <a:gd name="connsiteX24" fmla="*/ 1665272 w 2921968"/>
              <a:gd name="connsiteY24" fmla="*/ 2905483 h 3066808"/>
              <a:gd name="connsiteX25" fmla="*/ 1462434 w 2921968"/>
              <a:gd name="connsiteY25" fmla="*/ 3066808 h 3066808"/>
              <a:gd name="connsiteX26" fmla="*/ 1265857 w 2921968"/>
              <a:gd name="connsiteY26" fmla="*/ 2910631 h 3066808"/>
              <a:gd name="connsiteX27" fmla="*/ 175466 w 2921968"/>
              <a:gd name="connsiteY27" fmla="*/ 1804523 h 3066808"/>
              <a:gd name="connsiteX28" fmla="*/ 0 w 2921968"/>
              <a:gd name="connsiteY28" fmla="*/ 1828663 h 3066808"/>
              <a:gd name="connsiteX29" fmla="*/ 242369 w 2921968"/>
              <a:gd name="connsiteY29" fmla="*/ 1472350 h 3066808"/>
              <a:gd name="connsiteX30" fmla="*/ 484739 w 2921968"/>
              <a:gd name="connsiteY30" fmla="*/ 1828663 h 3066808"/>
              <a:gd name="connsiteX31" fmla="*/ 319066 w 2921968"/>
              <a:gd name="connsiteY31" fmla="*/ 1805271 h 3066808"/>
              <a:gd name="connsiteX32" fmla="*/ 1095798 w 2921968"/>
              <a:gd name="connsiteY32" fmla="*/ 2488933 h 3066808"/>
              <a:gd name="connsiteX33" fmla="*/ 1266566 w 2921968"/>
              <a:gd name="connsiteY33" fmla="*/ 985105 h 3066808"/>
              <a:gd name="connsiteX34" fmla="*/ 728631 w 2921968"/>
              <a:gd name="connsiteY34" fmla="*/ 985105 h 3066808"/>
              <a:gd name="connsiteX35" fmla="*/ 727109 w 2921968"/>
              <a:gd name="connsiteY35" fmla="*/ 987221 h 3066808"/>
              <a:gd name="connsiteX36" fmla="*/ 719586 w 2921968"/>
              <a:gd name="connsiteY36" fmla="*/ 1011455 h 3066808"/>
              <a:gd name="connsiteX37" fmla="*/ 530615 w 2921968"/>
              <a:gd name="connsiteY37" fmla="*/ 1136713 h 3066808"/>
              <a:gd name="connsiteX38" fmla="*/ 325527 w 2921968"/>
              <a:gd name="connsiteY38" fmla="*/ 931625 h 3066808"/>
              <a:gd name="connsiteX39" fmla="*/ 530615 w 2921968"/>
              <a:gd name="connsiteY39" fmla="*/ 726537 h 3066808"/>
              <a:gd name="connsiteX40" fmla="*/ 719586 w 2921968"/>
              <a:gd name="connsiteY40" fmla="*/ 851796 h 3066808"/>
              <a:gd name="connsiteX41" fmla="*/ 724380 w 2921968"/>
              <a:gd name="connsiteY41" fmla="*/ 867240 h 3066808"/>
              <a:gd name="connsiteX42" fmla="*/ 728634 w 2921968"/>
              <a:gd name="connsiteY42" fmla="*/ 873151 h 3066808"/>
              <a:gd name="connsiteX43" fmla="*/ 1279279 w 2921968"/>
              <a:gd name="connsiteY43" fmla="*/ 873151 h 3066808"/>
              <a:gd name="connsiteX44" fmla="*/ 1297855 w 2921968"/>
              <a:gd name="connsiteY44" fmla="*/ 709571 h 3066808"/>
              <a:gd name="connsiteX45" fmla="*/ 1251749 w 2921968"/>
              <a:gd name="connsiteY45" fmla="*/ 684545 h 3066808"/>
              <a:gd name="connsiteX46" fmla="*/ 1086755 w 2921968"/>
              <a:gd name="connsiteY46" fmla="*/ 374229 h 3066808"/>
              <a:gd name="connsiteX47" fmla="*/ 1460984 w 2921968"/>
              <a:gd name="connsiteY47" fmla="*/ 0 h 306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09401" y="768134"/>
            <a:ext cx="11573197" cy="724247"/>
          </a:xfrm>
        </p:spPr>
        <p:txBody>
          <a:bodyPr/>
          <a:lstStyle/>
          <a:p>
            <a:r>
              <a:rPr lang="en-US" u="sng" dirty="0"/>
              <a:t>Leadership Dimension</a:t>
            </a:r>
          </a:p>
          <a:p>
            <a:r>
              <a:rPr lang="en-US" altLang="ko-KR" sz="2400" b="1" i="1" u="sng" dirty="0">
                <a:solidFill>
                  <a:schemeClr val="accent1"/>
                </a:solidFill>
              </a:rPr>
              <a:t>(What they should know &amp; do)</a:t>
            </a:r>
            <a:endParaRPr lang="ko-KR" altLang="en-US" sz="2400" b="1" i="1" u="sng" dirty="0">
              <a:solidFill>
                <a:schemeClr val="accent1"/>
              </a:solidFill>
            </a:endParaRPr>
          </a:p>
          <a:p>
            <a:endParaRPr lang="en-US" u="sng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27893" y="1589074"/>
          <a:ext cx="10336212" cy="4500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5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5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5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Dimension</a:t>
                      </a:r>
                      <a:endParaRPr lang="ko-KR" altLang="en-US" sz="14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chemeClr val="tx2"/>
                          </a:solidFill>
                          <a:latin typeface="+mn-lt"/>
                          <a:cs typeface="Arial" panose="020B0604020202020204" pitchFamily="34" charset="0"/>
                        </a:rPr>
                        <a:t>Our Culture</a:t>
                      </a:r>
                      <a:endParaRPr lang="ko-KR" altLang="en-US" sz="1400" b="1" dirty="0">
                        <a:solidFill>
                          <a:schemeClr val="tx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accent1"/>
                          </a:solidFill>
                          <a:latin typeface="+mn-lt"/>
                          <a:cs typeface="Arial" panose="020B0604020202020204" pitchFamily="34" charset="0"/>
                        </a:rPr>
                        <a:t>Leadership Implication </a:t>
                      </a:r>
                    </a:p>
                    <a:p>
                      <a:pPr algn="ctr"/>
                      <a:r>
                        <a:rPr lang="en-US" altLang="ko-KR" sz="1400" b="1" dirty="0">
                          <a:solidFill>
                            <a:schemeClr val="accent1"/>
                          </a:solidFill>
                          <a:latin typeface="+mn-lt"/>
                          <a:cs typeface="Arial" panose="020B0604020202020204" pitchFamily="34" charset="0"/>
                        </a:rPr>
                        <a:t>(What they should know &amp; do)</a:t>
                      </a:r>
                      <a:endParaRPr lang="ko-KR" altLang="en-US" sz="1400" b="1" dirty="0">
                        <a:solidFill>
                          <a:schemeClr val="accent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5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Hierarchy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>
                          <a:solidFill>
                            <a:schemeClr val="tx2"/>
                          </a:solidFill>
                          <a:latin typeface="+mn-lt"/>
                          <a:cs typeface="Arial" panose="020B0604020202020204" pitchFamily="34" charset="0"/>
                        </a:rPr>
                        <a:t>Respect authority and seniority</a:t>
                      </a:r>
                      <a:endParaRPr lang="en-US" altLang="ko-KR" sz="1200" b="1" dirty="0">
                        <a:solidFill>
                          <a:schemeClr val="tx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accent1"/>
                          </a:solidFill>
                          <a:latin typeface="+mn-lt"/>
                          <a:cs typeface="Arial" panose="020B0604020202020204" pitchFamily="34" charset="0"/>
                        </a:rPr>
                        <a:t>Assert authority, show respect to elders/seniors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5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Communication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>
                          <a:solidFill>
                            <a:schemeClr val="tx2"/>
                          </a:solidFill>
                          <a:latin typeface="+mn-lt"/>
                          <a:cs typeface="Arial" panose="020B0604020202020204" pitchFamily="34" charset="0"/>
                        </a:rPr>
                        <a:t>Indirect (Tone, context, and emotion)</a:t>
                      </a:r>
                      <a:endParaRPr lang="ko-KR" altLang="en-US" sz="1200" b="1" dirty="0">
                        <a:solidFill>
                          <a:schemeClr val="tx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accent1"/>
                          </a:solidFill>
                          <a:latin typeface="+mn-lt"/>
                          <a:cs typeface="Arial" panose="020B0604020202020204" pitchFamily="34" charset="0"/>
                        </a:rPr>
                        <a:t>Interpret non-verbal cues, allow emotional expression</a:t>
                      </a:r>
                      <a:endParaRPr lang="ko-KR" altLang="en-US" sz="1200" b="1" dirty="0">
                        <a:solidFill>
                          <a:schemeClr val="accent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5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Decision Making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tx2"/>
                          </a:solidFill>
                          <a:latin typeface="+mn-lt"/>
                          <a:cs typeface="Arial" panose="020B0604020202020204" pitchFamily="34" charset="0"/>
                        </a:rPr>
                        <a:t>Input from trusted relationships</a:t>
                      </a:r>
                      <a:endParaRPr lang="ko-KR" altLang="en-US" sz="1200" b="1" dirty="0">
                        <a:solidFill>
                          <a:schemeClr val="tx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chemeClr val="accent1"/>
                          </a:solidFill>
                          <a:latin typeface="+mn-lt"/>
                          <a:cs typeface="Arial" panose="020B0604020202020204" pitchFamily="34" charset="0"/>
                        </a:rPr>
                        <a:t>Consult key influencers, balance group input with authority</a:t>
                      </a:r>
                      <a:endParaRPr lang="ko-KR" altLang="en-US" sz="1200" b="1" dirty="0">
                        <a:solidFill>
                          <a:schemeClr val="accent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5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Relationship Building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>
                          <a:solidFill>
                            <a:schemeClr val="tx2"/>
                          </a:solidFill>
                          <a:latin typeface="+mn-lt"/>
                          <a:cs typeface="Arial" panose="020B0604020202020204" pitchFamily="34" charset="0"/>
                        </a:rPr>
                        <a:t>Trust and personal connections are critical</a:t>
                      </a:r>
                      <a:endParaRPr lang="ko-KR" altLang="en-US" sz="1200" b="1" dirty="0">
                        <a:solidFill>
                          <a:schemeClr val="tx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accent1"/>
                          </a:solidFill>
                          <a:latin typeface="+mn-lt"/>
                          <a:cs typeface="Arial" panose="020B0604020202020204" pitchFamily="34" charset="0"/>
                        </a:rPr>
                        <a:t>Invest in personal relationships, network outside formal meetings, and respect community/family ties</a:t>
                      </a:r>
                      <a:endParaRPr lang="ko-KR" altLang="en-US" sz="1200" b="1" dirty="0">
                        <a:solidFill>
                          <a:schemeClr val="accent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5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Time Orientation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tx2"/>
                          </a:solidFill>
                          <a:latin typeface="+mn-lt"/>
                          <a:cs typeface="Arial" panose="020B0604020202020204" pitchFamily="34" charset="0"/>
                        </a:rPr>
                        <a:t>Respectful flexibility</a:t>
                      </a:r>
                      <a:endParaRPr lang="ko-KR" altLang="en-US" sz="1200" b="1" dirty="0">
                        <a:solidFill>
                          <a:schemeClr val="tx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accent1"/>
                          </a:solidFill>
                          <a:latin typeface="+mn-lt"/>
                          <a:cs typeface="Arial" panose="020B0604020202020204" pitchFamily="34" charset="0"/>
                        </a:rPr>
                        <a:t>Plan for flexibility and buffer periods; deadlines are guidelines, not absolute.</a:t>
                      </a:r>
                      <a:endParaRPr lang="ko-KR" altLang="en-US" sz="1200" b="1" dirty="0">
                        <a:solidFill>
                          <a:schemeClr val="accent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59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Status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solidFill>
                            <a:schemeClr val="tx2"/>
                          </a:solidFill>
                          <a:latin typeface="+mn-lt"/>
                          <a:cs typeface="Arial" panose="020B0604020202020204" pitchFamily="34" charset="0"/>
                        </a:rPr>
                        <a:t>Tied to age, experience, and titles</a:t>
                      </a:r>
                      <a:endParaRPr lang="ko-KR" altLang="en-US" sz="1200" b="1" dirty="0">
                        <a:solidFill>
                          <a:schemeClr val="tx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accent1"/>
                          </a:solidFill>
                          <a:latin typeface="+mn-lt"/>
                          <a:cs typeface="Arial" panose="020B0604020202020204" pitchFamily="34" charset="0"/>
                        </a:rPr>
                        <a:t>Acknowledge seniority, address people respectfully, and use formal titles appropriately</a:t>
                      </a:r>
                      <a:endParaRPr lang="ko-KR" altLang="en-US" sz="1200" b="1" dirty="0">
                        <a:solidFill>
                          <a:schemeClr val="accent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Negotiation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tx2"/>
                          </a:solidFill>
                          <a:latin typeface="+mn-lt"/>
                          <a:cs typeface="Arial" panose="020B0604020202020204" pitchFamily="34" charset="0"/>
                        </a:rPr>
                        <a:t>Indirect persuasion</a:t>
                      </a:r>
                      <a:endParaRPr lang="ko-KR" altLang="en-US" sz="1200" b="1" dirty="0">
                        <a:solidFill>
                          <a:schemeClr val="tx2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b="1" dirty="0">
                          <a:solidFill>
                            <a:schemeClr val="accent1"/>
                          </a:solidFill>
                          <a:latin typeface="+mn-lt"/>
                          <a:cs typeface="Arial" panose="020B0604020202020204" pitchFamily="34" charset="0"/>
                        </a:rPr>
                        <a:t>Build rapport before negotiating, avoid rushing agreements, and show ethical behavior</a:t>
                      </a:r>
                      <a:endParaRPr lang="ko-KR" altLang="en-US" sz="1200" b="1" dirty="0">
                        <a:solidFill>
                          <a:schemeClr val="accent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u="sng" dirty="0">
                <a:solidFill>
                  <a:srgbClr val="1B5251">
                    <a:lumMod val="85000"/>
                    <a:lumOff val="15000"/>
                  </a:srgbClr>
                </a:solidFill>
              </a:rPr>
              <a:t>Simulation Architecture</a:t>
            </a:r>
            <a:endParaRPr lang="en-US" u="sng" dirty="0"/>
          </a:p>
        </p:txBody>
      </p:sp>
      <p:grpSp>
        <p:nvGrpSpPr>
          <p:cNvPr id="50" name="Group 49"/>
          <p:cNvGrpSpPr/>
          <p:nvPr/>
        </p:nvGrpSpPr>
        <p:grpSpPr>
          <a:xfrm>
            <a:off x="1224932" y="4910687"/>
            <a:ext cx="3726434" cy="842481"/>
            <a:chOff x="1661662" y="4460303"/>
            <a:chExt cx="3726434" cy="842481"/>
          </a:xfrm>
        </p:grpSpPr>
        <p:sp>
          <p:nvSpPr>
            <p:cNvPr id="5" name="Bent-Up Arrow 129"/>
            <p:cNvSpPr/>
            <p:nvPr/>
          </p:nvSpPr>
          <p:spPr>
            <a:xfrm rot="16200000" flipV="1">
              <a:off x="1769765" y="4597473"/>
              <a:ext cx="597208" cy="813414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2445170" y="4460303"/>
              <a:ext cx="2942926" cy="792000"/>
              <a:chOff x="2445170" y="4460303"/>
              <a:chExt cx="2942926" cy="7920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445170" y="4460303"/>
                <a:ext cx="2942926" cy="792000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120338" y="4655497"/>
                <a:ext cx="2009403" cy="33855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Client Agent</a:t>
                </a:r>
                <a:endParaRPr lang="ko-KR" altLang="en-US" sz="16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2792052" y="4690709"/>
                <a:ext cx="317209" cy="316282"/>
              </a:xfrm>
              <a:custGeom>
                <a:avLst/>
                <a:gdLst/>
                <a:ahLst/>
                <a:cxnLst/>
                <a:rect l="l" t="t" r="r" b="b"/>
                <a:pathLst>
                  <a:path w="3240000" h="3230531">
                    <a:moveTo>
                      <a:pt x="720000" y="2697973"/>
                    </a:moveTo>
                    <a:cubicBezTo>
                      <a:pt x="680235" y="2697973"/>
                      <a:pt x="648000" y="2730208"/>
                      <a:pt x="648000" y="2769973"/>
                    </a:cubicBezTo>
                    <a:cubicBezTo>
                      <a:pt x="648000" y="2809738"/>
                      <a:pt x="680235" y="2841973"/>
                      <a:pt x="720000" y="2841973"/>
                    </a:cubicBezTo>
                    <a:lnTo>
                      <a:pt x="2520000" y="2841973"/>
                    </a:lnTo>
                    <a:cubicBezTo>
                      <a:pt x="2559765" y="2841973"/>
                      <a:pt x="2592000" y="2809738"/>
                      <a:pt x="2592000" y="2769973"/>
                    </a:cubicBezTo>
                    <a:cubicBezTo>
                      <a:pt x="2592000" y="2730208"/>
                      <a:pt x="2559765" y="2697973"/>
                      <a:pt x="2520000" y="2697973"/>
                    </a:cubicBezTo>
                    <a:close/>
                    <a:moveTo>
                      <a:pt x="720000" y="2366733"/>
                    </a:moveTo>
                    <a:cubicBezTo>
                      <a:pt x="680235" y="2366733"/>
                      <a:pt x="648000" y="2398968"/>
                      <a:pt x="648000" y="2438733"/>
                    </a:cubicBezTo>
                    <a:cubicBezTo>
                      <a:pt x="648000" y="2478498"/>
                      <a:pt x="680235" y="2510733"/>
                      <a:pt x="720000" y="2510733"/>
                    </a:cubicBezTo>
                    <a:lnTo>
                      <a:pt x="2520000" y="2510733"/>
                    </a:lnTo>
                    <a:cubicBezTo>
                      <a:pt x="2559765" y="2510733"/>
                      <a:pt x="2592000" y="2478498"/>
                      <a:pt x="2592000" y="2438733"/>
                    </a:cubicBezTo>
                    <a:cubicBezTo>
                      <a:pt x="2592000" y="2398968"/>
                      <a:pt x="2559765" y="2366733"/>
                      <a:pt x="2520000" y="2366733"/>
                    </a:cubicBezTo>
                    <a:close/>
                    <a:moveTo>
                      <a:pt x="720000" y="2035493"/>
                    </a:moveTo>
                    <a:cubicBezTo>
                      <a:pt x="680235" y="2035493"/>
                      <a:pt x="648000" y="2067728"/>
                      <a:pt x="648000" y="2107493"/>
                    </a:cubicBezTo>
                    <a:cubicBezTo>
                      <a:pt x="648000" y="2147258"/>
                      <a:pt x="680235" y="2179493"/>
                      <a:pt x="720000" y="2179493"/>
                    </a:cubicBezTo>
                    <a:lnTo>
                      <a:pt x="2520000" y="2179493"/>
                    </a:lnTo>
                    <a:cubicBezTo>
                      <a:pt x="2559765" y="2179493"/>
                      <a:pt x="2592000" y="2147258"/>
                      <a:pt x="2592000" y="2107493"/>
                    </a:cubicBezTo>
                    <a:cubicBezTo>
                      <a:pt x="2592000" y="2067728"/>
                      <a:pt x="2559765" y="2035493"/>
                      <a:pt x="2520000" y="2035493"/>
                    </a:cubicBezTo>
                    <a:close/>
                    <a:moveTo>
                      <a:pt x="720000" y="1704253"/>
                    </a:moveTo>
                    <a:cubicBezTo>
                      <a:pt x="680235" y="1704253"/>
                      <a:pt x="648000" y="1736488"/>
                      <a:pt x="648000" y="1776253"/>
                    </a:cubicBezTo>
                    <a:cubicBezTo>
                      <a:pt x="648000" y="1816018"/>
                      <a:pt x="680235" y="1848253"/>
                      <a:pt x="720000" y="1848253"/>
                    </a:cubicBezTo>
                    <a:lnTo>
                      <a:pt x="2520000" y="1848253"/>
                    </a:lnTo>
                    <a:cubicBezTo>
                      <a:pt x="2559765" y="1848253"/>
                      <a:pt x="2592000" y="1816018"/>
                      <a:pt x="2592000" y="1776253"/>
                    </a:cubicBezTo>
                    <a:cubicBezTo>
                      <a:pt x="2592000" y="1736488"/>
                      <a:pt x="2559765" y="1704253"/>
                      <a:pt x="2520000" y="1704253"/>
                    </a:cubicBezTo>
                    <a:close/>
                    <a:moveTo>
                      <a:pt x="720000" y="1373013"/>
                    </a:moveTo>
                    <a:cubicBezTo>
                      <a:pt x="680235" y="1373013"/>
                      <a:pt x="648000" y="1405248"/>
                      <a:pt x="648000" y="1445013"/>
                    </a:cubicBezTo>
                    <a:cubicBezTo>
                      <a:pt x="648000" y="1484778"/>
                      <a:pt x="680235" y="1517013"/>
                      <a:pt x="720000" y="1517013"/>
                    </a:cubicBezTo>
                    <a:lnTo>
                      <a:pt x="2520000" y="1517013"/>
                    </a:lnTo>
                    <a:cubicBezTo>
                      <a:pt x="2559765" y="1517013"/>
                      <a:pt x="2592000" y="1484778"/>
                      <a:pt x="2592000" y="1445013"/>
                    </a:cubicBezTo>
                    <a:cubicBezTo>
                      <a:pt x="2592000" y="1405248"/>
                      <a:pt x="2559765" y="1373013"/>
                      <a:pt x="2520000" y="1373013"/>
                    </a:cubicBezTo>
                    <a:close/>
                    <a:moveTo>
                      <a:pt x="720000" y="1041773"/>
                    </a:moveTo>
                    <a:cubicBezTo>
                      <a:pt x="680235" y="1041773"/>
                      <a:pt x="648000" y="1074008"/>
                      <a:pt x="648000" y="1113773"/>
                    </a:cubicBezTo>
                    <a:cubicBezTo>
                      <a:pt x="648000" y="1153538"/>
                      <a:pt x="680235" y="1185773"/>
                      <a:pt x="720000" y="1185773"/>
                    </a:cubicBezTo>
                    <a:lnTo>
                      <a:pt x="2520000" y="1185773"/>
                    </a:lnTo>
                    <a:cubicBezTo>
                      <a:pt x="2559765" y="1185773"/>
                      <a:pt x="2592000" y="1153538"/>
                      <a:pt x="2592000" y="1113773"/>
                    </a:cubicBezTo>
                    <a:cubicBezTo>
                      <a:pt x="2592000" y="1074008"/>
                      <a:pt x="2559765" y="1041773"/>
                      <a:pt x="2520000" y="1041773"/>
                    </a:cubicBezTo>
                    <a:close/>
                    <a:moveTo>
                      <a:pt x="0" y="305988"/>
                    </a:moveTo>
                    <a:lnTo>
                      <a:pt x="181957" y="305988"/>
                    </a:lnTo>
                    <a:lnTo>
                      <a:pt x="181957" y="470032"/>
                    </a:lnTo>
                    <a:cubicBezTo>
                      <a:pt x="181957" y="599267"/>
                      <a:pt x="286722" y="704032"/>
                      <a:pt x="415957" y="704032"/>
                    </a:cubicBezTo>
                    <a:cubicBezTo>
                      <a:pt x="545192" y="704032"/>
                      <a:pt x="649957" y="599267"/>
                      <a:pt x="649957" y="470032"/>
                    </a:cubicBezTo>
                    <a:lnTo>
                      <a:pt x="649957" y="305988"/>
                    </a:lnTo>
                    <a:lnTo>
                      <a:pt x="802357" y="305988"/>
                    </a:lnTo>
                    <a:lnTo>
                      <a:pt x="802357" y="470031"/>
                    </a:lnTo>
                    <a:cubicBezTo>
                      <a:pt x="802357" y="599266"/>
                      <a:pt x="907122" y="704031"/>
                      <a:pt x="1036357" y="704031"/>
                    </a:cubicBezTo>
                    <a:cubicBezTo>
                      <a:pt x="1165592" y="704031"/>
                      <a:pt x="1270357" y="599266"/>
                      <a:pt x="1270357" y="470031"/>
                    </a:cubicBezTo>
                    <a:lnTo>
                      <a:pt x="1270357" y="305988"/>
                    </a:lnTo>
                    <a:lnTo>
                      <a:pt x="1422757" y="305988"/>
                    </a:lnTo>
                    <a:lnTo>
                      <a:pt x="1422757" y="470030"/>
                    </a:lnTo>
                    <a:cubicBezTo>
                      <a:pt x="1422757" y="599265"/>
                      <a:pt x="1527522" y="704030"/>
                      <a:pt x="1656757" y="704030"/>
                    </a:cubicBezTo>
                    <a:cubicBezTo>
                      <a:pt x="1785992" y="704030"/>
                      <a:pt x="1890757" y="599265"/>
                      <a:pt x="1890757" y="470030"/>
                    </a:cubicBezTo>
                    <a:lnTo>
                      <a:pt x="1890757" y="305988"/>
                    </a:lnTo>
                    <a:lnTo>
                      <a:pt x="2043157" y="305988"/>
                    </a:lnTo>
                    <a:lnTo>
                      <a:pt x="2043157" y="470029"/>
                    </a:lnTo>
                    <a:cubicBezTo>
                      <a:pt x="2043157" y="599264"/>
                      <a:pt x="2147922" y="704029"/>
                      <a:pt x="2277157" y="704029"/>
                    </a:cubicBezTo>
                    <a:cubicBezTo>
                      <a:pt x="2406392" y="704029"/>
                      <a:pt x="2511157" y="599264"/>
                      <a:pt x="2511157" y="470029"/>
                    </a:cubicBezTo>
                    <a:lnTo>
                      <a:pt x="2511157" y="305988"/>
                    </a:lnTo>
                    <a:lnTo>
                      <a:pt x="2663557" y="305988"/>
                    </a:lnTo>
                    <a:lnTo>
                      <a:pt x="2663557" y="470028"/>
                    </a:lnTo>
                    <a:cubicBezTo>
                      <a:pt x="2663557" y="599263"/>
                      <a:pt x="2768322" y="704028"/>
                      <a:pt x="2897557" y="704028"/>
                    </a:cubicBezTo>
                    <a:cubicBezTo>
                      <a:pt x="3026792" y="704028"/>
                      <a:pt x="3131557" y="599263"/>
                      <a:pt x="3131557" y="470028"/>
                    </a:cubicBezTo>
                    <a:lnTo>
                      <a:pt x="3131557" y="305988"/>
                    </a:lnTo>
                    <a:lnTo>
                      <a:pt x="3240000" y="305988"/>
                    </a:lnTo>
                    <a:lnTo>
                      <a:pt x="3240000" y="3230531"/>
                    </a:lnTo>
                    <a:lnTo>
                      <a:pt x="0" y="3230531"/>
                    </a:lnTo>
                    <a:close/>
                    <a:moveTo>
                      <a:pt x="415957" y="4"/>
                    </a:moveTo>
                    <a:cubicBezTo>
                      <a:pt x="485545" y="4"/>
                      <a:pt x="541957" y="56416"/>
                      <a:pt x="541957" y="126004"/>
                    </a:cubicBezTo>
                    <a:lnTo>
                      <a:pt x="541957" y="485972"/>
                    </a:lnTo>
                    <a:cubicBezTo>
                      <a:pt x="541957" y="555560"/>
                      <a:pt x="485545" y="611972"/>
                      <a:pt x="415957" y="611972"/>
                    </a:cubicBezTo>
                    <a:cubicBezTo>
                      <a:pt x="346369" y="611972"/>
                      <a:pt x="289957" y="555560"/>
                      <a:pt x="289957" y="485972"/>
                    </a:cubicBezTo>
                    <a:lnTo>
                      <a:pt x="289957" y="126004"/>
                    </a:lnTo>
                    <a:cubicBezTo>
                      <a:pt x="289957" y="56416"/>
                      <a:pt x="346369" y="4"/>
                      <a:pt x="415957" y="4"/>
                    </a:cubicBezTo>
                    <a:close/>
                    <a:moveTo>
                      <a:pt x="1036357" y="3"/>
                    </a:moveTo>
                    <a:cubicBezTo>
                      <a:pt x="1105945" y="3"/>
                      <a:pt x="1162357" y="56415"/>
                      <a:pt x="1162357" y="126003"/>
                    </a:cubicBezTo>
                    <a:lnTo>
                      <a:pt x="1162357" y="485971"/>
                    </a:lnTo>
                    <a:cubicBezTo>
                      <a:pt x="1162357" y="555559"/>
                      <a:pt x="1105945" y="611971"/>
                      <a:pt x="1036357" y="611971"/>
                    </a:cubicBezTo>
                    <a:cubicBezTo>
                      <a:pt x="966769" y="611971"/>
                      <a:pt x="910357" y="555559"/>
                      <a:pt x="910357" y="485971"/>
                    </a:cubicBezTo>
                    <a:lnTo>
                      <a:pt x="910357" y="126003"/>
                    </a:lnTo>
                    <a:cubicBezTo>
                      <a:pt x="910357" y="56415"/>
                      <a:pt x="966769" y="3"/>
                      <a:pt x="1036357" y="3"/>
                    </a:cubicBezTo>
                    <a:close/>
                    <a:moveTo>
                      <a:pt x="1656757" y="2"/>
                    </a:moveTo>
                    <a:cubicBezTo>
                      <a:pt x="1726345" y="2"/>
                      <a:pt x="1782757" y="56414"/>
                      <a:pt x="1782757" y="126002"/>
                    </a:cubicBezTo>
                    <a:lnTo>
                      <a:pt x="1782757" y="485970"/>
                    </a:lnTo>
                    <a:cubicBezTo>
                      <a:pt x="1782757" y="555558"/>
                      <a:pt x="1726345" y="611970"/>
                      <a:pt x="1656757" y="611970"/>
                    </a:cubicBezTo>
                    <a:cubicBezTo>
                      <a:pt x="1587169" y="611970"/>
                      <a:pt x="1530757" y="555558"/>
                      <a:pt x="1530757" y="485970"/>
                    </a:cubicBezTo>
                    <a:lnTo>
                      <a:pt x="1530757" y="126002"/>
                    </a:lnTo>
                    <a:cubicBezTo>
                      <a:pt x="1530757" y="56414"/>
                      <a:pt x="1587169" y="2"/>
                      <a:pt x="1656757" y="2"/>
                    </a:cubicBezTo>
                    <a:close/>
                    <a:moveTo>
                      <a:pt x="2277157" y="1"/>
                    </a:moveTo>
                    <a:cubicBezTo>
                      <a:pt x="2346745" y="1"/>
                      <a:pt x="2403157" y="56413"/>
                      <a:pt x="2403157" y="126001"/>
                    </a:cubicBezTo>
                    <a:lnTo>
                      <a:pt x="2403157" y="485969"/>
                    </a:lnTo>
                    <a:cubicBezTo>
                      <a:pt x="2403157" y="555557"/>
                      <a:pt x="2346745" y="611969"/>
                      <a:pt x="2277157" y="611969"/>
                    </a:cubicBezTo>
                    <a:cubicBezTo>
                      <a:pt x="2207569" y="611969"/>
                      <a:pt x="2151157" y="555557"/>
                      <a:pt x="2151157" y="485969"/>
                    </a:cubicBezTo>
                    <a:lnTo>
                      <a:pt x="2151157" y="126001"/>
                    </a:lnTo>
                    <a:cubicBezTo>
                      <a:pt x="2151157" y="56413"/>
                      <a:pt x="2207569" y="1"/>
                      <a:pt x="2277157" y="1"/>
                    </a:cubicBezTo>
                    <a:close/>
                    <a:moveTo>
                      <a:pt x="2897557" y="0"/>
                    </a:moveTo>
                    <a:cubicBezTo>
                      <a:pt x="2967145" y="0"/>
                      <a:pt x="3023557" y="56412"/>
                      <a:pt x="3023557" y="126000"/>
                    </a:cubicBezTo>
                    <a:lnTo>
                      <a:pt x="3023557" y="485968"/>
                    </a:lnTo>
                    <a:cubicBezTo>
                      <a:pt x="3023557" y="555556"/>
                      <a:pt x="2967145" y="611968"/>
                      <a:pt x="2897557" y="611968"/>
                    </a:cubicBezTo>
                    <a:cubicBezTo>
                      <a:pt x="2827969" y="611968"/>
                      <a:pt x="2771557" y="555556"/>
                      <a:pt x="2771557" y="485968"/>
                    </a:cubicBezTo>
                    <a:lnTo>
                      <a:pt x="2771557" y="126000"/>
                    </a:lnTo>
                    <a:cubicBezTo>
                      <a:pt x="2771557" y="56412"/>
                      <a:pt x="2827969" y="0"/>
                      <a:pt x="289755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47" name="Group 46"/>
          <p:cNvGrpSpPr/>
          <p:nvPr/>
        </p:nvGrpSpPr>
        <p:grpSpPr>
          <a:xfrm>
            <a:off x="3106989" y="4067842"/>
            <a:ext cx="4743767" cy="1234607"/>
            <a:chOff x="3816685" y="3617458"/>
            <a:chExt cx="4743767" cy="1234607"/>
          </a:xfrm>
        </p:grpSpPr>
        <p:sp>
          <p:nvSpPr>
            <p:cNvPr id="7" name="Bent-Up Arrow 130"/>
            <p:cNvSpPr/>
            <p:nvPr/>
          </p:nvSpPr>
          <p:spPr>
            <a:xfrm rot="16200000" flipV="1">
              <a:off x="3924788" y="3780860"/>
              <a:ext cx="597208" cy="813414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15146" y="3617458"/>
              <a:ext cx="2942926" cy="792000"/>
            </a:xfrm>
            <a:prstGeom prst="rect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92949" y="4575066"/>
              <a:ext cx="30675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SSL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358554" y="3855623"/>
              <a:ext cx="20504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  <a:cs typeface="Arial" panose="020B0604020202020204" pitchFamily="34" charset="0"/>
                </a:rPr>
                <a:t>Encryption Layer</a:t>
              </a:r>
              <a:endParaRPr lang="ko-KR" altLang="en-US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3" name="Donut 39"/>
            <p:cNvSpPr/>
            <p:nvPr/>
          </p:nvSpPr>
          <p:spPr>
            <a:xfrm>
              <a:off x="4852784" y="3821022"/>
              <a:ext cx="404132" cy="404132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152300" y="922782"/>
                  </a:moveTo>
                  <a:lnTo>
                    <a:pt x="2354400" y="1620000"/>
                  </a:lnTo>
                  <a:lnTo>
                    <a:pt x="1152300" y="2317218"/>
                  </a:lnTo>
                  <a:close/>
                  <a:moveTo>
                    <a:pt x="1620000" y="342403"/>
                  </a:moveTo>
                  <a:cubicBezTo>
                    <a:pt x="914403" y="342403"/>
                    <a:pt x="342403" y="914403"/>
                    <a:pt x="342403" y="1620000"/>
                  </a:cubicBezTo>
                  <a:cubicBezTo>
                    <a:pt x="342403" y="2325597"/>
                    <a:pt x="914403" y="2897597"/>
                    <a:pt x="1620000" y="2897597"/>
                  </a:cubicBezTo>
                  <a:cubicBezTo>
                    <a:pt x="2325597" y="2897597"/>
                    <a:pt x="2897597" y="2325597"/>
                    <a:pt x="2897597" y="1620000"/>
                  </a:cubicBezTo>
                  <a:cubicBezTo>
                    <a:pt x="2897597" y="914403"/>
                    <a:pt x="2325597" y="342403"/>
                    <a:pt x="1620000" y="342403"/>
                  </a:cubicBez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856467" y="3197037"/>
            <a:ext cx="3756341" cy="894944"/>
            <a:chOff x="5971708" y="2774613"/>
            <a:chExt cx="3756341" cy="894944"/>
          </a:xfrm>
        </p:grpSpPr>
        <p:sp>
          <p:nvSpPr>
            <p:cNvPr id="3" name="Rectangle 2"/>
            <p:cNvSpPr/>
            <p:nvPr/>
          </p:nvSpPr>
          <p:spPr>
            <a:xfrm>
              <a:off x="6785123" y="2774613"/>
              <a:ext cx="2942926" cy="792000"/>
            </a:xfrm>
            <a:prstGeom prst="rect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9" name="Bent-Up Arrow 131"/>
            <p:cNvSpPr/>
            <p:nvPr/>
          </p:nvSpPr>
          <p:spPr>
            <a:xfrm rot="16200000" flipV="1">
              <a:off x="6079811" y="2964245"/>
              <a:ext cx="597209" cy="813415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69021" y="2960729"/>
              <a:ext cx="2016783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  <a:cs typeface="Arial" panose="020B0604020202020204" pitchFamily="34" charset="0"/>
                </a:rPr>
                <a:t>Logging System</a:t>
              </a:r>
              <a:endParaRPr lang="ko-KR" altLang="en-US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Rectangle 130"/>
            <p:cNvSpPr/>
            <p:nvPr/>
          </p:nvSpPr>
          <p:spPr>
            <a:xfrm>
              <a:off x="7002399" y="3027367"/>
              <a:ext cx="338397" cy="339933"/>
            </a:xfrm>
            <a:custGeom>
              <a:avLst/>
              <a:gdLst/>
              <a:ahLst/>
              <a:cxnLst/>
              <a:rect l="l" t="t" r="r" b="b"/>
              <a:pathLst>
                <a:path w="371900" h="373588">
                  <a:moveTo>
                    <a:pt x="297080" y="129105"/>
                  </a:moveTo>
                  <a:lnTo>
                    <a:pt x="284273" y="219737"/>
                  </a:lnTo>
                  <a:lnTo>
                    <a:pt x="305496" y="219737"/>
                  </a:lnTo>
                  <a:lnTo>
                    <a:pt x="333001" y="129105"/>
                  </a:lnTo>
                  <a:close/>
                  <a:moveTo>
                    <a:pt x="228265" y="129105"/>
                  </a:moveTo>
                  <a:lnTo>
                    <a:pt x="228265" y="219737"/>
                  </a:lnTo>
                  <a:lnTo>
                    <a:pt x="250807" y="219737"/>
                  </a:lnTo>
                  <a:lnTo>
                    <a:pt x="263614" y="129105"/>
                  </a:lnTo>
                  <a:close/>
                  <a:moveTo>
                    <a:pt x="157021" y="129105"/>
                  </a:moveTo>
                  <a:lnTo>
                    <a:pt x="175826" y="219737"/>
                  </a:lnTo>
                  <a:lnTo>
                    <a:pt x="195129" y="219737"/>
                  </a:lnTo>
                  <a:lnTo>
                    <a:pt x="195129" y="129105"/>
                  </a:lnTo>
                  <a:close/>
                  <a:moveTo>
                    <a:pt x="93087" y="129105"/>
                  </a:moveTo>
                  <a:lnTo>
                    <a:pt x="117372" y="219737"/>
                  </a:lnTo>
                  <a:lnTo>
                    <a:pt x="141984" y="219737"/>
                  </a:lnTo>
                  <a:lnTo>
                    <a:pt x="123179" y="129105"/>
                  </a:lnTo>
                  <a:close/>
                  <a:moveTo>
                    <a:pt x="58494" y="0"/>
                  </a:moveTo>
                  <a:lnTo>
                    <a:pt x="84208" y="95969"/>
                  </a:lnTo>
                  <a:lnTo>
                    <a:pt x="354346" y="95969"/>
                  </a:lnTo>
                  <a:lnTo>
                    <a:pt x="354346" y="97437"/>
                  </a:lnTo>
                  <a:cubicBezTo>
                    <a:pt x="356087" y="96136"/>
                    <a:pt x="357928" y="96353"/>
                    <a:pt x="359747" y="96905"/>
                  </a:cubicBezTo>
                  <a:lnTo>
                    <a:pt x="360371" y="97095"/>
                  </a:lnTo>
                  <a:cubicBezTo>
                    <a:pt x="368954" y="99700"/>
                    <a:pt x="373801" y="108770"/>
                    <a:pt x="371196" y="117354"/>
                  </a:cubicBezTo>
                  <a:lnTo>
                    <a:pt x="333339" y="242097"/>
                  </a:lnTo>
                  <a:cubicBezTo>
                    <a:pt x="331591" y="247858"/>
                    <a:pt x="326929" y="251935"/>
                    <a:pt x="321206" y="252122"/>
                  </a:cubicBezTo>
                  <a:lnTo>
                    <a:pt x="321206" y="252873"/>
                  </a:lnTo>
                  <a:lnTo>
                    <a:pt x="313576" y="252873"/>
                  </a:lnTo>
                  <a:cubicBezTo>
                    <a:pt x="313378" y="253010"/>
                    <a:pt x="313229" y="252967"/>
                    <a:pt x="313080" y="252922"/>
                  </a:cubicBezTo>
                  <a:lnTo>
                    <a:pt x="312919" y="252873"/>
                  </a:lnTo>
                  <a:lnTo>
                    <a:pt x="126251" y="252873"/>
                  </a:lnTo>
                  <a:lnTo>
                    <a:pt x="133971" y="281687"/>
                  </a:lnTo>
                  <a:lnTo>
                    <a:pt x="321075" y="281687"/>
                  </a:lnTo>
                  <a:lnTo>
                    <a:pt x="321075" y="314823"/>
                  </a:lnTo>
                  <a:lnTo>
                    <a:pt x="318480" y="314823"/>
                  </a:lnTo>
                  <a:cubicBezTo>
                    <a:pt x="329614" y="318311"/>
                    <a:pt x="336414" y="328969"/>
                    <a:pt x="336414" y="341215"/>
                  </a:cubicBezTo>
                  <a:cubicBezTo>
                    <a:pt x="336414" y="359094"/>
                    <a:pt x="321920" y="373588"/>
                    <a:pt x="304041" y="373588"/>
                  </a:cubicBezTo>
                  <a:cubicBezTo>
                    <a:pt x="286162" y="373588"/>
                    <a:pt x="271668" y="359094"/>
                    <a:pt x="271668" y="341215"/>
                  </a:cubicBezTo>
                  <a:cubicBezTo>
                    <a:pt x="271668" y="328969"/>
                    <a:pt x="278468" y="318311"/>
                    <a:pt x="289602" y="314823"/>
                  </a:cubicBezTo>
                  <a:lnTo>
                    <a:pt x="142850" y="314823"/>
                  </a:lnTo>
                  <a:lnTo>
                    <a:pt x="143397" y="316865"/>
                  </a:lnTo>
                  <a:cubicBezTo>
                    <a:pt x="151629" y="321811"/>
                    <a:pt x="156401" y="330956"/>
                    <a:pt x="156401" y="341215"/>
                  </a:cubicBezTo>
                  <a:cubicBezTo>
                    <a:pt x="156401" y="359094"/>
                    <a:pt x="141907" y="373588"/>
                    <a:pt x="124028" y="373588"/>
                  </a:cubicBezTo>
                  <a:cubicBezTo>
                    <a:pt x="106149" y="373588"/>
                    <a:pt x="91655" y="359094"/>
                    <a:pt x="91655" y="341215"/>
                  </a:cubicBezTo>
                  <a:cubicBezTo>
                    <a:pt x="91655" y="329356"/>
                    <a:pt x="98032" y="318986"/>
                    <a:pt x="108649" y="315212"/>
                  </a:cubicBezTo>
                  <a:lnTo>
                    <a:pt x="33542" y="34909"/>
                  </a:lnTo>
                  <a:lnTo>
                    <a:pt x="0" y="34909"/>
                  </a:lnTo>
                  <a:lnTo>
                    <a:pt x="0" y="1773"/>
                  </a:lnTo>
                  <a:lnTo>
                    <a:pt x="51879" y="17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480558" y="2325156"/>
            <a:ext cx="3780010" cy="894944"/>
            <a:chOff x="8116716" y="1889772"/>
            <a:chExt cx="3780010" cy="894944"/>
          </a:xfrm>
        </p:grpSpPr>
        <p:sp>
          <p:nvSpPr>
            <p:cNvPr id="36" name="Rectangle 35"/>
            <p:cNvSpPr/>
            <p:nvPr/>
          </p:nvSpPr>
          <p:spPr>
            <a:xfrm>
              <a:off x="8930131" y="1889772"/>
              <a:ext cx="2942926" cy="792000"/>
            </a:xfrm>
            <a:prstGeom prst="rect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37" name="Bent-Up Arrow 131"/>
            <p:cNvSpPr/>
            <p:nvPr/>
          </p:nvSpPr>
          <p:spPr>
            <a:xfrm rot="16200000" flipV="1">
              <a:off x="8224819" y="2079404"/>
              <a:ext cx="597209" cy="813415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485804" y="2017246"/>
              <a:ext cx="2410922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  <a:cs typeface="Arial" panose="020B0604020202020204" pitchFamily="34" charset="0"/>
                </a:rPr>
                <a:t>Detection Engine</a:t>
              </a:r>
              <a:endParaRPr lang="ko-KR" altLang="en-US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41" name="Rectangle 130"/>
          <p:cNvSpPr/>
          <p:nvPr/>
        </p:nvSpPr>
        <p:spPr>
          <a:xfrm>
            <a:off x="9147407" y="2565614"/>
            <a:ext cx="338397" cy="339933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275194" y="2076166"/>
            <a:ext cx="2942926" cy="4469366"/>
            <a:chOff x="275194" y="1625782"/>
            <a:chExt cx="2942926" cy="4469366"/>
          </a:xfrm>
        </p:grpSpPr>
        <p:sp>
          <p:nvSpPr>
            <p:cNvPr id="35" name="Graphic 46"/>
            <p:cNvSpPr/>
            <p:nvPr/>
          </p:nvSpPr>
          <p:spPr>
            <a:xfrm rot="20395817">
              <a:off x="760918" y="1625782"/>
              <a:ext cx="2356748" cy="2710941"/>
            </a:xfrm>
            <a:custGeom>
              <a:avLst/>
              <a:gdLst>
                <a:gd name="connsiteX0" fmla="*/ 104368 w 5961980"/>
                <a:gd name="connsiteY0" fmla="*/ 2552216 h 6858000"/>
                <a:gd name="connsiteX1" fmla="*/ 255313 w 5961980"/>
                <a:gd name="connsiteY1" fmla="*/ 2883054 h 6858000"/>
                <a:gd name="connsiteX2" fmla="*/ 775694 w 5961980"/>
                <a:gd name="connsiteY2" fmla="*/ 4027203 h 6858000"/>
                <a:gd name="connsiteX3" fmla="*/ 956965 w 5961980"/>
                <a:gd name="connsiteY3" fmla="*/ 4084410 h 6858000"/>
                <a:gd name="connsiteX4" fmla="*/ 1439438 w 5961980"/>
                <a:gd name="connsiteY4" fmla="*/ 3781831 h 6858000"/>
                <a:gd name="connsiteX5" fmla="*/ 2087329 w 5961980"/>
                <a:gd name="connsiteY5" fmla="*/ 3384136 h 6858000"/>
                <a:gd name="connsiteX6" fmla="*/ 2136955 w 5961980"/>
                <a:gd name="connsiteY6" fmla="*/ 3218717 h 6858000"/>
                <a:gd name="connsiteX7" fmla="*/ 2034947 w 5961980"/>
                <a:gd name="connsiteY7" fmla="*/ 2971967 h 6858000"/>
                <a:gd name="connsiteX8" fmla="*/ 1844025 w 5961980"/>
                <a:gd name="connsiteY8" fmla="*/ 2617005 h 6858000"/>
                <a:gd name="connsiteX9" fmla="*/ 2038393 w 5961980"/>
                <a:gd name="connsiteY9" fmla="*/ 2572204 h 6858000"/>
                <a:gd name="connsiteX10" fmla="*/ 2122481 w 5961980"/>
                <a:gd name="connsiteY10" fmla="*/ 2191740 h 6858000"/>
                <a:gd name="connsiteX11" fmla="*/ 2136955 w 5961980"/>
                <a:gd name="connsiteY11" fmla="*/ 2158656 h 6858000"/>
                <a:gd name="connsiteX12" fmla="*/ 2451941 w 5961980"/>
                <a:gd name="connsiteY12" fmla="*/ 1705132 h 6858000"/>
                <a:gd name="connsiteX13" fmla="*/ 2638037 w 5961980"/>
                <a:gd name="connsiteY13" fmla="*/ 1526617 h 6858000"/>
                <a:gd name="connsiteX14" fmla="*/ 3055031 w 5961980"/>
                <a:gd name="connsiteY14" fmla="*/ 1408756 h 6858000"/>
                <a:gd name="connsiteX15" fmla="*/ 3072262 w 5961980"/>
                <a:gd name="connsiteY15" fmla="*/ 1435637 h 6858000"/>
                <a:gd name="connsiteX16" fmla="*/ 3000581 w 5961980"/>
                <a:gd name="connsiteY16" fmla="*/ 1607259 h 6858000"/>
                <a:gd name="connsiteX17" fmla="*/ 2736599 w 5961980"/>
                <a:gd name="connsiteY17" fmla="*/ 1895364 h 6858000"/>
                <a:gd name="connsiteX18" fmla="*/ 2685595 w 5961980"/>
                <a:gd name="connsiteY18" fmla="*/ 1956018 h 6858000"/>
                <a:gd name="connsiteX19" fmla="*/ 2171417 w 5961980"/>
                <a:gd name="connsiteY19" fmla="*/ 2837564 h 6858000"/>
                <a:gd name="connsiteX20" fmla="*/ 2163147 w 5961980"/>
                <a:gd name="connsiteY20" fmla="*/ 2894771 h 6858000"/>
                <a:gd name="connsiteX21" fmla="*/ 2234828 w 5961980"/>
                <a:gd name="connsiteY21" fmla="*/ 3050541 h 6858000"/>
                <a:gd name="connsiteX22" fmla="*/ 2400247 w 5961980"/>
                <a:gd name="connsiteY22" fmla="*/ 3365526 h 6858000"/>
                <a:gd name="connsiteX23" fmla="*/ 2658025 w 5961980"/>
                <a:gd name="connsiteY23" fmla="*/ 3505443 h 6858000"/>
                <a:gd name="connsiteX24" fmla="*/ 2691109 w 5961980"/>
                <a:gd name="connsiteY24" fmla="*/ 3768046 h 6858000"/>
                <a:gd name="connsiteX25" fmla="*/ 2600129 w 5961980"/>
                <a:gd name="connsiteY25" fmla="*/ 4579978 h 6858000"/>
                <a:gd name="connsiteX26" fmla="*/ 2482267 w 5961980"/>
                <a:gd name="connsiteY26" fmla="*/ 4634429 h 6858000"/>
                <a:gd name="connsiteX27" fmla="*/ 2179688 w 5961980"/>
                <a:gd name="connsiteY27" fmla="*/ 4865326 h 6858000"/>
                <a:gd name="connsiteX28" fmla="*/ 1788197 w 5961980"/>
                <a:gd name="connsiteY28" fmla="*/ 5180312 h 6858000"/>
                <a:gd name="connsiteX29" fmla="*/ 1668957 w 5961980"/>
                <a:gd name="connsiteY29" fmla="*/ 5269225 h 6858000"/>
                <a:gd name="connsiteX30" fmla="*/ 1225082 w 5961980"/>
                <a:gd name="connsiteY30" fmla="*/ 5487026 h 6858000"/>
                <a:gd name="connsiteX31" fmla="*/ 950073 w 5961980"/>
                <a:gd name="connsiteY31" fmla="*/ 5563533 h 6858000"/>
                <a:gd name="connsiteX32" fmla="*/ 735028 w 5961980"/>
                <a:gd name="connsiteY32" fmla="*/ 5601441 h 6858000"/>
                <a:gd name="connsiteX33" fmla="*/ 697120 w 5961980"/>
                <a:gd name="connsiteY33" fmla="*/ 5637971 h 6858000"/>
                <a:gd name="connsiteX34" fmla="*/ 722622 w 5961980"/>
                <a:gd name="connsiteY34" fmla="*/ 6007407 h 6858000"/>
                <a:gd name="connsiteX35" fmla="*/ 760530 w 5961980"/>
                <a:gd name="connsiteY35" fmla="*/ 6177651 h 6858000"/>
                <a:gd name="connsiteX36" fmla="*/ 1001077 w 5961980"/>
                <a:gd name="connsiteY36" fmla="*/ 6801419 h 6858000"/>
                <a:gd name="connsiteX37" fmla="*/ 1114114 w 5961980"/>
                <a:gd name="connsiteY37" fmla="*/ 6858626 h 6858000"/>
                <a:gd name="connsiteX38" fmla="*/ 1206473 w 5961980"/>
                <a:gd name="connsiteY38" fmla="*/ 6733183 h 6858000"/>
                <a:gd name="connsiteX39" fmla="*/ 1205094 w 5961980"/>
                <a:gd name="connsiteY39" fmla="*/ 6647028 h 6858000"/>
                <a:gd name="connsiteX40" fmla="*/ 1217501 w 5961980"/>
                <a:gd name="connsiteY40" fmla="*/ 6236237 h 6858000"/>
                <a:gd name="connsiteX41" fmla="*/ 1292628 w 5961980"/>
                <a:gd name="connsiteY41" fmla="*/ 6021192 h 6858000"/>
                <a:gd name="connsiteX42" fmla="*/ 1644144 w 5961980"/>
                <a:gd name="connsiteY42" fmla="*/ 6234169 h 6858000"/>
                <a:gd name="connsiteX43" fmla="*/ 1704798 w 5961980"/>
                <a:gd name="connsiteY43" fmla="*/ 6085981 h 6858000"/>
                <a:gd name="connsiteX44" fmla="*/ 1854364 w 5961980"/>
                <a:gd name="connsiteY44" fmla="*/ 5802701 h 6858000"/>
                <a:gd name="connsiteX45" fmla="*/ 2161768 w 5961980"/>
                <a:gd name="connsiteY45" fmla="*/ 5616605 h 6858000"/>
                <a:gd name="connsiteX46" fmla="*/ 2683527 w 5961980"/>
                <a:gd name="connsiteY46" fmla="*/ 5433265 h 6858000"/>
                <a:gd name="connsiteX47" fmla="*/ 3032286 w 5961980"/>
                <a:gd name="connsiteY47" fmla="*/ 5191340 h 6858000"/>
                <a:gd name="connsiteX48" fmla="*/ 3356921 w 5961980"/>
                <a:gd name="connsiteY48" fmla="*/ 4594452 h 6858000"/>
                <a:gd name="connsiteX49" fmla="*/ 3667082 w 5961980"/>
                <a:gd name="connsiteY49" fmla="*/ 4026514 h 6858000"/>
                <a:gd name="connsiteX50" fmla="*/ 3770469 w 5961980"/>
                <a:gd name="connsiteY50" fmla="*/ 4004458 h 6858000"/>
                <a:gd name="connsiteX51" fmla="*/ 4011016 w 5961980"/>
                <a:gd name="connsiteY51" fmla="*/ 4098195 h 6858000"/>
                <a:gd name="connsiteX52" fmla="*/ 4375627 w 5961980"/>
                <a:gd name="connsiteY52" fmla="*/ 4195379 h 6858000"/>
                <a:gd name="connsiteX53" fmla="*/ 4574819 w 5961980"/>
                <a:gd name="connsiteY53" fmla="*/ 4418006 h 6858000"/>
                <a:gd name="connsiteX54" fmla="*/ 4605146 w 5961980"/>
                <a:gd name="connsiteY54" fmla="*/ 4470388 h 6858000"/>
                <a:gd name="connsiteX55" fmla="*/ 4640298 w 5961980"/>
                <a:gd name="connsiteY55" fmla="*/ 4528974 h 6858000"/>
                <a:gd name="connsiteX56" fmla="*/ 4700951 w 5961980"/>
                <a:gd name="connsiteY56" fmla="*/ 4766075 h 6858000"/>
                <a:gd name="connsiteX57" fmla="*/ 4711290 w 5961980"/>
                <a:gd name="connsiteY57" fmla="*/ 4903235 h 6858000"/>
                <a:gd name="connsiteX58" fmla="*/ 4705087 w 5961980"/>
                <a:gd name="connsiteY58" fmla="*/ 4996972 h 6858000"/>
                <a:gd name="connsiteX59" fmla="*/ 4776079 w 5961980"/>
                <a:gd name="connsiteY59" fmla="*/ 5296105 h 6858000"/>
                <a:gd name="connsiteX60" fmla="*/ 4862924 w 5961980"/>
                <a:gd name="connsiteY60" fmla="*/ 5763414 h 6858000"/>
                <a:gd name="connsiteX61" fmla="*/ 4932538 w 5961980"/>
                <a:gd name="connsiteY61" fmla="*/ 5762036 h 6858000"/>
                <a:gd name="connsiteX62" fmla="*/ 4912550 w 5961980"/>
                <a:gd name="connsiteY62" fmla="*/ 6119065 h 6858000"/>
                <a:gd name="connsiteX63" fmla="*/ 4938052 w 5961980"/>
                <a:gd name="connsiteY63" fmla="*/ 6387182 h 6858000"/>
                <a:gd name="connsiteX64" fmla="*/ 5117256 w 5961980"/>
                <a:gd name="connsiteY64" fmla="*/ 6368572 h 6858000"/>
                <a:gd name="connsiteX65" fmla="*/ 5117256 w 5961980"/>
                <a:gd name="connsiteY65" fmla="*/ 6294134 h 6858000"/>
                <a:gd name="connsiteX66" fmla="*/ 5196519 w 5961980"/>
                <a:gd name="connsiteY66" fmla="*/ 6356166 h 6858000"/>
                <a:gd name="connsiteX67" fmla="*/ 5927120 w 5961980"/>
                <a:gd name="connsiteY67" fmla="*/ 6380290 h 6858000"/>
                <a:gd name="connsiteX68" fmla="*/ 5947798 w 5961980"/>
                <a:gd name="connsiteY68" fmla="*/ 6221763 h 6858000"/>
                <a:gd name="connsiteX69" fmla="*/ 5865088 w 5961980"/>
                <a:gd name="connsiteY69" fmla="*/ 6142500 h 6858000"/>
                <a:gd name="connsiteX70" fmla="*/ 5526668 w 5961980"/>
                <a:gd name="connsiteY70" fmla="*/ 6039802 h 6858000"/>
                <a:gd name="connsiteX71" fmla="*/ 5442580 w 5961980"/>
                <a:gd name="connsiteY71" fmla="*/ 5971566 h 6858000"/>
                <a:gd name="connsiteX72" fmla="*/ 5267512 w 5961980"/>
                <a:gd name="connsiteY72" fmla="*/ 5766171 h 6858000"/>
                <a:gd name="connsiteX73" fmla="*/ 5269579 w 5961980"/>
                <a:gd name="connsiteY73" fmla="*/ 5570425 h 6858000"/>
                <a:gd name="connsiteX74" fmla="*/ 5175842 w 5961980"/>
                <a:gd name="connsiteY74" fmla="*/ 4633050 h 6858000"/>
                <a:gd name="connsiteX75" fmla="*/ 5210993 w 5961980"/>
                <a:gd name="connsiteY75" fmla="*/ 4263614 h 6858000"/>
                <a:gd name="connsiteX76" fmla="*/ 5159989 w 5961980"/>
                <a:gd name="connsiteY76" fmla="*/ 4025135 h 6858000"/>
                <a:gd name="connsiteX77" fmla="*/ 4742995 w 5961980"/>
                <a:gd name="connsiteY77" fmla="*/ 3665348 h 6858000"/>
                <a:gd name="connsiteX78" fmla="*/ 4226061 w 5961980"/>
                <a:gd name="connsiteY78" fmla="*/ 3253179 h 6858000"/>
                <a:gd name="connsiteX79" fmla="*/ 4222615 w 5961980"/>
                <a:gd name="connsiteY79" fmla="*/ 3187701 h 6858000"/>
                <a:gd name="connsiteX80" fmla="*/ 4273619 w 5961980"/>
                <a:gd name="connsiteY80" fmla="*/ 3034688 h 6858000"/>
                <a:gd name="connsiteX81" fmla="*/ 4330826 w 5961980"/>
                <a:gd name="connsiteY81" fmla="*/ 2977481 h 6858000"/>
                <a:gd name="connsiteX82" fmla="*/ 4521747 w 5961980"/>
                <a:gd name="connsiteY82" fmla="*/ 2982305 h 6858000"/>
                <a:gd name="connsiteX83" fmla="*/ 5043507 w 5961980"/>
                <a:gd name="connsiteY83" fmla="*/ 3069840 h 6858000"/>
                <a:gd name="connsiteX84" fmla="*/ 5336436 w 5961980"/>
                <a:gd name="connsiteY84" fmla="*/ 2810683 h 6858000"/>
                <a:gd name="connsiteX85" fmla="*/ 5412942 w 5961980"/>
                <a:gd name="connsiteY85" fmla="*/ 2791384 h 6858000"/>
                <a:gd name="connsiteX86" fmla="*/ 5736199 w 5961980"/>
                <a:gd name="connsiteY86" fmla="*/ 2665941 h 6858000"/>
                <a:gd name="connsiteX87" fmla="*/ 5793406 w 5961980"/>
                <a:gd name="connsiteY87" fmla="*/ 2605288 h 6858000"/>
                <a:gd name="connsiteX88" fmla="*/ 5777554 w 5961980"/>
                <a:gd name="connsiteY88" fmla="*/ 2584610 h 6858000"/>
                <a:gd name="connsiteX89" fmla="*/ 5562509 w 5961980"/>
                <a:gd name="connsiteY89" fmla="*/ 2629411 h 6858000"/>
                <a:gd name="connsiteX90" fmla="*/ 5625920 w 5961980"/>
                <a:gd name="connsiteY90" fmla="*/ 2588057 h 6858000"/>
                <a:gd name="connsiteX91" fmla="*/ 5810638 w 5961980"/>
                <a:gd name="connsiteY91" fmla="*/ 2500522 h 6858000"/>
                <a:gd name="connsiteX92" fmla="*/ 5845789 w 5961980"/>
                <a:gd name="connsiteY92" fmla="*/ 2433665 h 6858000"/>
                <a:gd name="connsiteX93" fmla="*/ 5778932 w 5961980"/>
                <a:gd name="connsiteY93" fmla="*/ 2433665 h 6858000"/>
                <a:gd name="connsiteX94" fmla="*/ 5680370 w 5961980"/>
                <a:gd name="connsiteY94" fmla="*/ 2478466 h 6858000"/>
                <a:gd name="connsiteX95" fmla="*/ 5672099 w 5961980"/>
                <a:gd name="connsiteY95" fmla="*/ 2462614 h 6858000"/>
                <a:gd name="connsiteX96" fmla="*/ 5850614 w 5961980"/>
                <a:gd name="connsiteY96" fmla="*/ 2325454 h 6858000"/>
                <a:gd name="connsiteX97" fmla="*/ 5831315 w 5961980"/>
                <a:gd name="connsiteY97" fmla="*/ 2293748 h 6858000"/>
                <a:gd name="connsiteX98" fmla="*/ 5546656 w 5961980"/>
                <a:gd name="connsiteY98" fmla="*/ 2419191 h 6858000"/>
                <a:gd name="connsiteX99" fmla="*/ 5707251 w 5961980"/>
                <a:gd name="connsiteY99" fmla="*/ 2273071 h 6858000"/>
                <a:gd name="connsiteX100" fmla="*/ 5738956 w 5961980"/>
                <a:gd name="connsiteY100" fmla="*/ 2202768 h 6858000"/>
                <a:gd name="connsiteX101" fmla="*/ 5656247 w 5961980"/>
                <a:gd name="connsiteY101" fmla="*/ 2208971 h 6858000"/>
                <a:gd name="connsiteX102" fmla="*/ 5484624 w 5961980"/>
                <a:gd name="connsiteY102" fmla="*/ 2348888 h 6858000"/>
                <a:gd name="connsiteX103" fmla="*/ 5333679 w 5961980"/>
                <a:gd name="connsiteY103" fmla="*/ 2398514 h 6858000"/>
                <a:gd name="connsiteX104" fmla="*/ 5303353 w 5961980"/>
                <a:gd name="connsiteY104" fmla="*/ 2164859 h 6858000"/>
                <a:gd name="connsiteX105" fmla="*/ 5153786 w 5961980"/>
                <a:gd name="connsiteY105" fmla="*/ 2524646 h 6858000"/>
                <a:gd name="connsiteX106" fmla="*/ 5072455 w 5961980"/>
                <a:gd name="connsiteY106" fmla="*/ 2579096 h 6858000"/>
                <a:gd name="connsiteX107" fmla="*/ 4809852 w 5961980"/>
                <a:gd name="connsiteY107" fmla="*/ 2582543 h 6858000"/>
                <a:gd name="connsiteX108" fmla="*/ 4718872 w 5961980"/>
                <a:gd name="connsiteY108" fmla="*/ 2581164 h 6858000"/>
                <a:gd name="connsiteX109" fmla="*/ 4554831 w 5961980"/>
                <a:gd name="connsiteY109" fmla="*/ 2576339 h 6858000"/>
                <a:gd name="connsiteX110" fmla="*/ 4438349 w 5961980"/>
                <a:gd name="connsiteY110" fmla="*/ 2482602 h 6858000"/>
                <a:gd name="connsiteX111" fmla="*/ 4459026 w 5961980"/>
                <a:gd name="connsiteY111" fmla="*/ 2087664 h 6858000"/>
                <a:gd name="connsiteX112" fmla="*/ 4462472 w 5961980"/>
                <a:gd name="connsiteY112" fmla="*/ 1867794 h 6858000"/>
                <a:gd name="connsiteX113" fmla="*/ 4349436 w 5961980"/>
                <a:gd name="connsiteY113" fmla="*/ 1296409 h 6858000"/>
                <a:gd name="connsiteX114" fmla="*/ 4452823 w 5961980"/>
                <a:gd name="connsiteY114" fmla="*/ 1175791 h 6858000"/>
                <a:gd name="connsiteX115" fmla="*/ 4653393 w 5961980"/>
                <a:gd name="connsiteY115" fmla="*/ 1037252 h 6858000"/>
                <a:gd name="connsiteX116" fmla="*/ 4818813 w 5961980"/>
                <a:gd name="connsiteY116" fmla="*/ 900093 h 6858000"/>
                <a:gd name="connsiteX117" fmla="*/ 4823637 w 5961980"/>
                <a:gd name="connsiteY117" fmla="*/ 862184 h 6858000"/>
                <a:gd name="connsiteX118" fmla="*/ 4827083 w 5961980"/>
                <a:gd name="connsiteY118" fmla="*/ 553402 h 6858000"/>
                <a:gd name="connsiteX119" fmla="*/ 4842936 w 5961980"/>
                <a:gd name="connsiteY119" fmla="*/ 405214 h 6858000"/>
                <a:gd name="connsiteX120" fmla="*/ 4763673 w 5961980"/>
                <a:gd name="connsiteY120" fmla="*/ 143989 h 6858000"/>
                <a:gd name="connsiteX121" fmla="*/ 4494867 w 5961980"/>
                <a:gd name="connsiteY121" fmla="*/ 15100 h 6858000"/>
                <a:gd name="connsiteX122" fmla="*/ 4197112 w 5961980"/>
                <a:gd name="connsiteY122" fmla="*/ 73686 h 6858000"/>
                <a:gd name="connsiteX123" fmla="*/ 4009637 w 5961980"/>
                <a:gd name="connsiteY123" fmla="*/ 367994 h 6858000"/>
                <a:gd name="connsiteX124" fmla="*/ 3992406 w 5961980"/>
                <a:gd name="connsiteY124" fmla="*/ 724335 h 6858000"/>
                <a:gd name="connsiteX125" fmla="*/ 3947605 w 5961980"/>
                <a:gd name="connsiteY125" fmla="*/ 760865 h 6858000"/>
                <a:gd name="connsiteX126" fmla="*/ 3396897 w 5961980"/>
                <a:gd name="connsiteY126" fmla="*/ 705036 h 6858000"/>
                <a:gd name="connsiteX127" fmla="*/ 3078465 w 5961980"/>
                <a:gd name="connsiteY127" fmla="*/ 800841 h 6858000"/>
                <a:gd name="connsiteX128" fmla="*/ 2664918 w 5961980"/>
                <a:gd name="connsiteY128" fmla="*/ 810491 h 6858000"/>
                <a:gd name="connsiteX129" fmla="*/ 2494674 w 5961980"/>
                <a:gd name="connsiteY129" fmla="*/ 872523 h 6858000"/>
                <a:gd name="connsiteX130" fmla="*/ 2092154 w 5961980"/>
                <a:gd name="connsiteY130" fmla="*/ 1350170 h 6858000"/>
                <a:gd name="connsiteX131" fmla="*/ 1743395 w 5961980"/>
                <a:gd name="connsiteY131" fmla="*/ 1800248 h 6858000"/>
                <a:gd name="connsiteX132" fmla="*/ 1744774 w 5961980"/>
                <a:gd name="connsiteY132" fmla="*/ 1865726 h 6858000"/>
                <a:gd name="connsiteX133" fmla="*/ 1800603 w 5961980"/>
                <a:gd name="connsiteY133" fmla="*/ 1921555 h 6858000"/>
                <a:gd name="connsiteX134" fmla="*/ 1805428 w 5961980"/>
                <a:gd name="connsiteY134" fmla="*/ 2005644 h 6858000"/>
                <a:gd name="connsiteX135" fmla="*/ 1636562 w 5961980"/>
                <a:gd name="connsiteY135" fmla="*/ 2145561 h 6858000"/>
                <a:gd name="connsiteX136" fmla="*/ 1423585 w 5961980"/>
                <a:gd name="connsiteY136" fmla="*/ 1706511 h 6858000"/>
                <a:gd name="connsiteX137" fmla="*/ 1243692 w 5961980"/>
                <a:gd name="connsiteY137" fmla="*/ 1507318 h 6858000"/>
                <a:gd name="connsiteX138" fmla="*/ 1138926 w 5961980"/>
                <a:gd name="connsiteY138" fmla="*/ 1577622 h 6858000"/>
                <a:gd name="connsiteX139" fmla="*/ 18901 w 5961980"/>
                <a:gd name="connsiteY139" fmla="*/ 2269625 h 6858000"/>
                <a:gd name="connsiteX140" fmla="*/ 3049 w 5961980"/>
                <a:gd name="connsiteY140" fmla="*/ 2335103 h 6858000"/>
                <a:gd name="connsiteX141" fmla="*/ 104368 w 5961980"/>
                <a:gd name="connsiteY141" fmla="*/ 2552216 h 6858000"/>
                <a:gd name="connsiteX142" fmla="*/ 104368 w 5961980"/>
                <a:gd name="connsiteY142" fmla="*/ 2552216 h 6858000"/>
                <a:gd name="connsiteX143" fmla="*/ 1692391 w 5961980"/>
                <a:gd name="connsiteY143" fmla="*/ 2187605 h 6858000"/>
                <a:gd name="connsiteX144" fmla="*/ 1711690 w 5961980"/>
                <a:gd name="connsiteY144" fmla="*/ 2198633 h 6858000"/>
                <a:gd name="connsiteX145" fmla="*/ 1867460 w 5961980"/>
                <a:gd name="connsiteY145" fmla="*/ 2526714 h 6858000"/>
                <a:gd name="connsiteX146" fmla="*/ 1822659 w 5961980"/>
                <a:gd name="connsiteY146" fmla="*/ 2557041 h 6858000"/>
                <a:gd name="connsiteX147" fmla="*/ 1681363 w 5961980"/>
                <a:gd name="connsiteY147" fmla="*/ 2256529 h 6858000"/>
                <a:gd name="connsiteX148" fmla="*/ 1692391 w 5961980"/>
                <a:gd name="connsiteY148" fmla="*/ 2187605 h 6858000"/>
                <a:gd name="connsiteX149" fmla="*/ 1692391 w 5961980"/>
                <a:gd name="connsiteY149" fmla="*/ 218760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5961980" h="6858000">
                  <a:moveTo>
                    <a:pt x="104368" y="2552216"/>
                  </a:moveTo>
                  <a:cubicBezTo>
                    <a:pt x="155372" y="2661806"/>
                    <a:pt x="204309" y="2773464"/>
                    <a:pt x="255313" y="2883054"/>
                  </a:cubicBezTo>
                  <a:cubicBezTo>
                    <a:pt x="429003" y="3264896"/>
                    <a:pt x="602004" y="3645360"/>
                    <a:pt x="775694" y="4027203"/>
                  </a:cubicBezTo>
                  <a:cubicBezTo>
                    <a:pt x="801196" y="4083032"/>
                    <a:pt x="903204" y="4119562"/>
                    <a:pt x="956965" y="4084410"/>
                  </a:cubicBezTo>
                  <a:cubicBezTo>
                    <a:pt x="1117560" y="3984469"/>
                    <a:pt x="1278154" y="3882461"/>
                    <a:pt x="1439438" y="3781831"/>
                  </a:cubicBezTo>
                  <a:cubicBezTo>
                    <a:pt x="1654483" y="3648117"/>
                    <a:pt x="1868838" y="3514404"/>
                    <a:pt x="2087329" y="3384136"/>
                  </a:cubicBezTo>
                  <a:cubicBezTo>
                    <a:pt x="2189338" y="3323482"/>
                    <a:pt x="2189338" y="3328307"/>
                    <a:pt x="2136955" y="3218717"/>
                  </a:cubicBezTo>
                  <a:cubicBezTo>
                    <a:pt x="2099046" y="3139454"/>
                    <a:pt x="2073544" y="3051919"/>
                    <a:pt x="2034947" y="2971967"/>
                  </a:cubicBezTo>
                  <a:cubicBezTo>
                    <a:pt x="1977739" y="2855484"/>
                    <a:pt x="1912261" y="2744515"/>
                    <a:pt x="1844025" y="2617005"/>
                  </a:cubicBezTo>
                  <a:cubicBezTo>
                    <a:pt x="1917085" y="2599774"/>
                    <a:pt x="1971536" y="2588057"/>
                    <a:pt x="2038393" y="2572204"/>
                  </a:cubicBezTo>
                  <a:cubicBezTo>
                    <a:pt x="2079748" y="2465371"/>
                    <a:pt x="2159011" y="2343374"/>
                    <a:pt x="2122481" y="2191740"/>
                  </a:cubicBezTo>
                  <a:cubicBezTo>
                    <a:pt x="2121102" y="2182090"/>
                    <a:pt x="2130752" y="2167616"/>
                    <a:pt x="2136955" y="2158656"/>
                  </a:cubicBezTo>
                  <a:cubicBezTo>
                    <a:pt x="2241721" y="2007711"/>
                    <a:pt x="2342351" y="1853320"/>
                    <a:pt x="2451941" y="1705132"/>
                  </a:cubicBezTo>
                  <a:cubicBezTo>
                    <a:pt x="2502945" y="1636897"/>
                    <a:pt x="2563599" y="1559012"/>
                    <a:pt x="2638037" y="1526617"/>
                  </a:cubicBezTo>
                  <a:cubicBezTo>
                    <a:pt x="2770372" y="1470788"/>
                    <a:pt x="2915114" y="1447354"/>
                    <a:pt x="3055031" y="1408756"/>
                  </a:cubicBezTo>
                  <a:cubicBezTo>
                    <a:pt x="3061234" y="1418406"/>
                    <a:pt x="3066059" y="1425987"/>
                    <a:pt x="3072262" y="1435637"/>
                  </a:cubicBezTo>
                  <a:cubicBezTo>
                    <a:pt x="3050206" y="1492844"/>
                    <a:pt x="3037111" y="1559701"/>
                    <a:pt x="3000581" y="1607259"/>
                  </a:cubicBezTo>
                  <a:cubicBezTo>
                    <a:pt x="2921317" y="1710646"/>
                    <a:pt x="2860664" y="1833332"/>
                    <a:pt x="2736599" y="1895364"/>
                  </a:cubicBezTo>
                  <a:cubicBezTo>
                    <a:pt x="2714544" y="1906392"/>
                    <a:pt x="2700069" y="1933273"/>
                    <a:pt x="2685595" y="1956018"/>
                  </a:cubicBezTo>
                  <a:cubicBezTo>
                    <a:pt x="2513973" y="2250326"/>
                    <a:pt x="2341661" y="2543256"/>
                    <a:pt x="2171417" y="2837564"/>
                  </a:cubicBezTo>
                  <a:cubicBezTo>
                    <a:pt x="2161768" y="2853416"/>
                    <a:pt x="2155565" y="2888568"/>
                    <a:pt x="2163147" y="2894771"/>
                  </a:cubicBezTo>
                  <a:cubicBezTo>
                    <a:pt x="2214151" y="2937504"/>
                    <a:pt x="2209326" y="3001604"/>
                    <a:pt x="2234828" y="3050541"/>
                  </a:cubicBezTo>
                  <a:cubicBezTo>
                    <a:pt x="2290657" y="3155306"/>
                    <a:pt x="2317538" y="3271789"/>
                    <a:pt x="2400247" y="3365526"/>
                  </a:cubicBezTo>
                  <a:cubicBezTo>
                    <a:pt x="2473307" y="3446857"/>
                    <a:pt x="2540164" y="3513714"/>
                    <a:pt x="2658025" y="3505443"/>
                  </a:cubicBezTo>
                  <a:cubicBezTo>
                    <a:pt x="2673878" y="3594356"/>
                    <a:pt x="2707651" y="3670862"/>
                    <a:pt x="2691109" y="3768046"/>
                  </a:cubicBezTo>
                  <a:cubicBezTo>
                    <a:pt x="2648376" y="4036852"/>
                    <a:pt x="2629077" y="4309105"/>
                    <a:pt x="2600129" y="4579978"/>
                  </a:cubicBezTo>
                  <a:cubicBezTo>
                    <a:pt x="2546367" y="4594452"/>
                    <a:pt x="2498120" y="4605481"/>
                    <a:pt x="2482267" y="4634429"/>
                  </a:cubicBezTo>
                  <a:cubicBezTo>
                    <a:pt x="2411964" y="4753669"/>
                    <a:pt x="2287900" y="4810876"/>
                    <a:pt x="2179688" y="4865326"/>
                  </a:cubicBezTo>
                  <a:cubicBezTo>
                    <a:pt x="2021851" y="4944589"/>
                    <a:pt x="1904679" y="5056247"/>
                    <a:pt x="1788197" y="5180312"/>
                  </a:cubicBezTo>
                  <a:cubicBezTo>
                    <a:pt x="1755113" y="5216842"/>
                    <a:pt x="1711690" y="5247169"/>
                    <a:pt x="1668957" y="5269225"/>
                  </a:cubicBezTo>
                  <a:cubicBezTo>
                    <a:pt x="1522837" y="5344352"/>
                    <a:pt x="1371202" y="5412588"/>
                    <a:pt x="1225082" y="5487026"/>
                  </a:cubicBezTo>
                  <a:cubicBezTo>
                    <a:pt x="1137548" y="5529760"/>
                    <a:pt x="1059663" y="5580764"/>
                    <a:pt x="950073" y="5563533"/>
                  </a:cubicBezTo>
                  <a:cubicBezTo>
                    <a:pt x="881838" y="5552505"/>
                    <a:pt x="806710" y="5585588"/>
                    <a:pt x="735028" y="5601441"/>
                  </a:cubicBezTo>
                  <a:cubicBezTo>
                    <a:pt x="720554" y="5604888"/>
                    <a:pt x="706080" y="5623497"/>
                    <a:pt x="697120" y="5637971"/>
                  </a:cubicBezTo>
                  <a:cubicBezTo>
                    <a:pt x="665414" y="5688975"/>
                    <a:pt x="669550" y="5990176"/>
                    <a:pt x="722622" y="6007407"/>
                  </a:cubicBezTo>
                  <a:cubicBezTo>
                    <a:pt x="856335" y="6050830"/>
                    <a:pt x="763976" y="6125269"/>
                    <a:pt x="760530" y="6177651"/>
                  </a:cubicBezTo>
                  <a:cubicBezTo>
                    <a:pt x="744678" y="6424401"/>
                    <a:pt x="843240" y="6624972"/>
                    <a:pt x="1001077" y="6801419"/>
                  </a:cubicBezTo>
                  <a:cubicBezTo>
                    <a:pt x="1027958" y="6831746"/>
                    <a:pt x="1093436" y="6869654"/>
                    <a:pt x="1114114" y="6858626"/>
                  </a:cubicBezTo>
                  <a:cubicBezTo>
                    <a:pt x="1155468" y="6834503"/>
                    <a:pt x="1184417" y="6780742"/>
                    <a:pt x="1206473" y="6733183"/>
                  </a:cubicBezTo>
                  <a:cubicBezTo>
                    <a:pt x="1217501" y="6711128"/>
                    <a:pt x="1211297" y="6675976"/>
                    <a:pt x="1205094" y="6647028"/>
                  </a:cubicBezTo>
                  <a:cubicBezTo>
                    <a:pt x="1174767" y="6508489"/>
                    <a:pt x="1167186" y="6372019"/>
                    <a:pt x="1217501" y="6236237"/>
                  </a:cubicBezTo>
                  <a:cubicBezTo>
                    <a:pt x="1244381" y="6163177"/>
                    <a:pt x="1269883" y="6088049"/>
                    <a:pt x="1292628" y="6021192"/>
                  </a:cubicBezTo>
                  <a:cubicBezTo>
                    <a:pt x="1404286" y="6088049"/>
                    <a:pt x="1517323" y="6158352"/>
                    <a:pt x="1644144" y="6234169"/>
                  </a:cubicBezTo>
                  <a:cubicBezTo>
                    <a:pt x="1669646" y="6170759"/>
                    <a:pt x="1685499" y="6127336"/>
                    <a:pt x="1704798" y="6085981"/>
                  </a:cubicBezTo>
                  <a:cubicBezTo>
                    <a:pt x="1752356" y="5988797"/>
                    <a:pt x="1782682" y="5875761"/>
                    <a:pt x="1854364" y="5802701"/>
                  </a:cubicBezTo>
                  <a:cubicBezTo>
                    <a:pt x="1937074" y="5719991"/>
                    <a:pt x="2051488" y="5662784"/>
                    <a:pt x="2161768" y="5616605"/>
                  </a:cubicBezTo>
                  <a:cubicBezTo>
                    <a:pt x="2332012" y="5544923"/>
                    <a:pt x="2510527" y="5493919"/>
                    <a:pt x="2683527" y="5433265"/>
                  </a:cubicBezTo>
                  <a:cubicBezTo>
                    <a:pt x="2823444" y="5385707"/>
                    <a:pt x="2957158" y="5329878"/>
                    <a:pt x="3032286" y="5191340"/>
                  </a:cubicBezTo>
                  <a:cubicBezTo>
                    <a:pt x="3141876" y="4992148"/>
                    <a:pt x="3250088" y="4793645"/>
                    <a:pt x="3356921" y="4594452"/>
                  </a:cubicBezTo>
                  <a:cubicBezTo>
                    <a:pt x="3458929" y="4403531"/>
                    <a:pt x="3528543" y="4198136"/>
                    <a:pt x="3667082" y="4026514"/>
                  </a:cubicBezTo>
                  <a:cubicBezTo>
                    <a:pt x="3703612" y="3980334"/>
                    <a:pt x="3725668" y="3983780"/>
                    <a:pt x="3770469" y="4004458"/>
                  </a:cubicBezTo>
                  <a:cubicBezTo>
                    <a:pt x="3848353" y="4039609"/>
                    <a:pt x="3929685" y="4074761"/>
                    <a:pt x="4011016" y="4098195"/>
                  </a:cubicBezTo>
                  <a:cubicBezTo>
                    <a:pt x="4131634" y="4134725"/>
                    <a:pt x="4259145" y="4149199"/>
                    <a:pt x="4375627" y="4195379"/>
                  </a:cubicBezTo>
                  <a:cubicBezTo>
                    <a:pt x="4469365" y="4233288"/>
                    <a:pt x="4590672" y="4270507"/>
                    <a:pt x="4574819" y="4418006"/>
                  </a:cubicBezTo>
                  <a:cubicBezTo>
                    <a:pt x="4573441" y="4433858"/>
                    <a:pt x="4594118" y="4453157"/>
                    <a:pt x="4605146" y="4470388"/>
                  </a:cubicBezTo>
                  <a:cubicBezTo>
                    <a:pt x="4616174" y="4489687"/>
                    <a:pt x="4634094" y="4508297"/>
                    <a:pt x="4640298" y="4528974"/>
                  </a:cubicBezTo>
                  <a:cubicBezTo>
                    <a:pt x="4662354" y="4606859"/>
                    <a:pt x="4676828" y="4688190"/>
                    <a:pt x="4700951" y="4766075"/>
                  </a:cubicBezTo>
                  <a:cubicBezTo>
                    <a:pt x="4716804" y="4817079"/>
                    <a:pt x="4749198" y="4858434"/>
                    <a:pt x="4711290" y="4903235"/>
                  </a:cubicBezTo>
                  <a:cubicBezTo>
                    <a:pt x="4694059" y="4922534"/>
                    <a:pt x="4696816" y="4968713"/>
                    <a:pt x="4705087" y="4996972"/>
                  </a:cubicBezTo>
                  <a:cubicBezTo>
                    <a:pt x="4734035" y="5096913"/>
                    <a:pt x="4745752" y="5196164"/>
                    <a:pt x="4776079" y="5296105"/>
                  </a:cubicBezTo>
                  <a:cubicBezTo>
                    <a:pt x="4801581" y="5383639"/>
                    <a:pt x="4836044" y="5677259"/>
                    <a:pt x="4862924" y="5763414"/>
                  </a:cubicBezTo>
                  <a:cubicBezTo>
                    <a:pt x="4877398" y="5808215"/>
                    <a:pt x="4922889" y="5717924"/>
                    <a:pt x="4932538" y="5762036"/>
                  </a:cubicBezTo>
                  <a:cubicBezTo>
                    <a:pt x="4964243" y="5906777"/>
                    <a:pt x="4958729" y="5970877"/>
                    <a:pt x="4912550" y="6119065"/>
                  </a:cubicBezTo>
                  <a:cubicBezTo>
                    <a:pt x="4896697" y="6171448"/>
                    <a:pt x="4936673" y="6327907"/>
                    <a:pt x="4938052" y="6387182"/>
                  </a:cubicBezTo>
                  <a:lnTo>
                    <a:pt x="5117256" y="6368572"/>
                  </a:lnTo>
                  <a:cubicBezTo>
                    <a:pt x="5117256" y="6368572"/>
                    <a:pt x="5117256" y="6335489"/>
                    <a:pt x="5117256" y="6294134"/>
                  </a:cubicBezTo>
                  <a:cubicBezTo>
                    <a:pt x="5158611" y="6283795"/>
                    <a:pt x="5117256" y="6299648"/>
                    <a:pt x="5196519" y="6356166"/>
                  </a:cubicBezTo>
                  <a:cubicBezTo>
                    <a:pt x="5317827" y="6368572"/>
                    <a:pt x="5459122" y="6432672"/>
                    <a:pt x="5927120" y="6380290"/>
                  </a:cubicBezTo>
                  <a:cubicBezTo>
                    <a:pt x="5975368" y="6366505"/>
                    <a:pt x="5967786" y="6283106"/>
                    <a:pt x="5947798" y="6221763"/>
                  </a:cubicBezTo>
                  <a:cubicBezTo>
                    <a:pt x="5938148" y="6191436"/>
                    <a:pt x="5898172" y="6139053"/>
                    <a:pt x="5865088" y="6142500"/>
                  </a:cubicBezTo>
                  <a:cubicBezTo>
                    <a:pt x="5710697" y="6153527"/>
                    <a:pt x="5641083" y="6149392"/>
                    <a:pt x="5526668" y="6039802"/>
                  </a:cubicBezTo>
                  <a:cubicBezTo>
                    <a:pt x="5499788" y="6014300"/>
                    <a:pt x="5474286" y="5981216"/>
                    <a:pt x="5442580" y="5971566"/>
                  </a:cubicBezTo>
                  <a:cubicBezTo>
                    <a:pt x="5334369" y="5942618"/>
                    <a:pt x="5297839" y="5853705"/>
                    <a:pt x="5267512" y="5766171"/>
                  </a:cubicBezTo>
                  <a:cubicBezTo>
                    <a:pt x="5237185" y="5678637"/>
                    <a:pt x="5288189" y="5662784"/>
                    <a:pt x="5269579" y="5570425"/>
                  </a:cubicBezTo>
                  <a:cubicBezTo>
                    <a:pt x="5210993" y="5285766"/>
                    <a:pt x="5162746" y="4919088"/>
                    <a:pt x="5175842" y="4633050"/>
                  </a:cubicBezTo>
                  <a:cubicBezTo>
                    <a:pt x="5182045" y="4510364"/>
                    <a:pt x="5208926" y="4387679"/>
                    <a:pt x="5210993" y="4263614"/>
                  </a:cubicBezTo>
                  <a:cubicBezTo>
                    <a:pt x="5210993" y="4182283"/>
                    <a:pt x="5204790" y="4083721"/>
                    <a:pt x="5159989" y="4025135"/>
                  </a:cubicBezTo>
                  <a:cubicBezTo>
                    <a:pt x="5048331" y="3876947"/>
                    <a:pt x="4896008" y="3770803"/>
                    <a:pt x="4742995" y="3665348"/>
                  </a:cubicBezTo>
                  <a:cubicBezTo>
                    <a:pt x="4561723" y="3539906"/>
                    <a:pt x="4396304" y="3393096"/>
                    <a:pt x="4226061" y="3253179"/>
                  </a:cubicBezTo>
                  <a:cubicBezTo>
                    <a:pt x="4215033" y="3243530"/>
                    <a:pt x="4217790" y="3208378"/>
                    <a:pt x="4222615" y="3187701"/>
                  </a:cubicBezTo>
                  <a:cubicBezTo>
                    <a:pt x="4237089" y="3136697"/>
                    <a:pt x="4263969" y="3087760"/>
                    <a:pt x="4273619" y="3034688"/>
                  </a:cubicBezTo>
                  <a:cubicBezTo>
                    <a:pt x="4279822" y="2996780"/>
                    <a:pt x="4290850" y="2977481"/>
                    <a:pt x="4330826" y="2977481"/>
                  </a:cubicBezTo>
                  <a:cubicBezTo>
                    <a:pt x="4394237" y="2978859"/>
                    <a:pt x="4458336" y="2972656"/>
                    <a:pt x="4521747" y="2982305"/>
                  </a:cubicBezTo>
                  <a:cubicBezTo>
                    <a:pt x="4696816" y="3007808"/>
                    <a:pt x="4871884" y="3039513"/>
                    <a:pt x="5043507" y="3069840"/>
                  </a:cubicBezTo>
                  <a:cubicBezTo>
                    <a:pt x="5091065" y="2925098"/>
                    <a:pt x="5142069" y="2787938"/>
                    <a:pt x="5336436" y="2810683"/>
                  </a:cubicBezTo>
                  <a:cubicBezTo>
                    <a:pt x="5360560" y="2814129"/>
                    <a:pt x="5387441" y="2801034"/>
                    <a:pt x="5412942" y="2791384"/>
                  </a:cubicBezTo>
                  <a:cubicBezTo>
                    <a:pt x="5521154" y="2750030"/>
                    <a:pt x="5629366" y="2710053"/>
                    <a:pt x="5736199" y="2665941"/>
                  </a:cubicBezTo>
                  <a:cubicBezTo>
                    <a:pt x="5760323" y="2656292"/>
                    <a:pt x="5774108" y="2625965"/>
                    <a:pt x="5793406" y="2605288"/>
                  </a:cubicBezTo>
                  <a:cubicBezTo>
                    <a:pt x="5788582" y="2599084"/>
                    <a:pt x="5782379" y="2590814"/>
                    <a:pt x="5777554" y="2584610"/>
                  </a:cubicBezTo>
                  <a:cubicBezTo>
                    <a:pt x="5714143" y="2599084"/>
                    <a:pt x="5648665" y="2611491"/>
                    <a:pt x="5562509" y="2629411"/>
                  </a:cubicBezTo>
                  <a:cubicBezTo>
                    <a:pt x="5595593" y="2607356"/>
                    <a:pt x="5608689" y="2596328"/>
                    <a:pt x="5625920" y="2588057"/>
                  </a:cubicBezTo>
                  <a:cubicBezTo>
                    <a:pt x="5687952" y="2557730"/>
                    <a:pt x="5751363" y="2533606"/>
                    <a:pt x="5810638" y="2500522"/>
                  </a:cubicBezTo>
                  <a:cubicBezTo>
                    <a:pt x="5829936" y="2489494"/>
                    <a:pt x="5834761" y="2455721"/>
                    <a:pt x="5845789" y="2433665"/>
                  </a:cubicBezTo>
                  <a:cubicBezTo>
                    <a:pt x="5823733" y="2433665"/>
                    <a:pt x="5799610" y="2427462"/>
                    <a:pt x="5778932" y="2433665"/>
                  </a:cubicBezTo>
                  <a:cubicBezTo>
                    <a:pt x="5745849" y="2444693"/>
                    <a:pt x="5713454" y="2463992"/>
                    <a:pt x="5680370" y="2478466"/>
                  </a:cubicBezTo>
                  <a:cubicBezTo>
                    <a:pt x="5676924" y="2473642"/>
                    <a:pt x="5675546" y="2468817"/>
                    <a:pt x="5672099" y="2462614"/>
                  </a:cubicBezTo>
                  <a:cubicBezTo>
                    <a:pt x="5730685" y="2416434"/>
                    <a:pt x="5789960" y="2371633"/>
                    <a:pt x="5850614" y="2325454"/>
                  </a:cubicBezTo>
                  <a:cubicBezTo>
                    <a:pt x="5844411" y="2314426"/>
                    <a:pt x="5838207" y="2303398"/>
                    <a:pt x="5831315" y="2293748"/>
                  </a:cubicBezTo>
                  <a:cubicBezTo>
                    <a:pt x="5716900" y="2284099"/>
                    <a:pt x="5646597" y="2387486"/>
                    <a:pt x="5546656" y="2419191"/>
                  </a:cubicBezTo>
                  <a:cubicBezTo>
                    <a:pt x="5597661" y="2366809"/>
                    <a:pt x="5654868" y="2322008"/>
                    <a:pt x="5707251" y="2273071"/>
                  </a:cubicBezTo>
                  <a:cubicBezTo>
                    <a:pt x="5724482" y="2257219"/>
                    <a:pt x="5727928" y="2226892"/>
                    <a:pt x="5738956" y="2202768"/>
                  </a:cubicBezTo>
                  <a:cubicBezTo>
                    <a:pt x="5710008" y="2204146"/>
                    <a:pt x="5675546" y="2194497"/>
                    <a:pt x="5656247" y="2208971"/>
                  </a:cubicBezTo>
                  <a:cubicBezTo>
                    <a:pt x="5595593" y="2250326"/>
                    <a:pt x="5541832" y="2302709"/>
                    <a:pt x="5484624" y="2348888"/>
                  </a:cubicBezTo>
                  <a:cubicBezTo>
                    <a:pt x="5441891" y="2384040"/>
                    <a:pt x="5400536" y="2430219"/>
                    <a:pt x="5333679" y="2398514"/>
                  </a:cubicBezTo>
                  <a:cubicBezTo>
                    <a:pt x="5373656" y="2248947"/>
                    <a:pt x="5364006" y="2194497"/>
                    <a:pt x="5303353" y="2164859"/>
                  </a:cubicBezTo>
                  <a:cubicBezTo>
                    <a:pt x="5253727" y="2284099"/>
                    <a:pt x="5207547" y="2406785"/>
                    <a:pt x="5153786" y="2524646"/>
                  </a:cubicBezTo>
                  <a:cubicBezTo>
                    <a:pt x="5142758" y="2550148"/>
                    <a:pt x="5101403" y="2575650"/>
                    <a:pt x="5072455" y="2579096"/>
                  </a:cubicBezTo>
                  <a:cubicBezTo>
                    <a:pt x="4984921" y="2585300"/>
                    <a:pt x="4897386" y="2582543"/>
                    <a:pt x="4809852" y="2582543"/>
                  </a:cubicBezTo>
                  <a:cubicBezTo>
                    <a:pt x="4779525" y="2582543"/>
                    <a:pt x="4749198" y="2582543"/>
                    <a:pt x="4718872" y="2581164"/>
                  </a:cubicBezTo>
                  <a:cubicBezTo>
                    <a:pt x="4665110" y="2579786"/>
                    <a:pt x="4609282" y="2570136"/>
                    <a:pt x="4554831" y="2576339"/>
                  </a:cubicBezTo>
                  <a:cubicBezTo>
                    <a:pt x="4499002" y="2584610"/>
                    <a:pt x="4435591" y="2536363"/>
                    <a:pt x="4438349" y="2482602"/>
                  </a:cubicBezTo>
                  <a:cubicBezTo>
                    <a:pt x="4446620" y="2350267"/>
                    <a:pt x="4452823" y="2218621"/>
                    <a:pt x="4459026" y="2087664"/>
                  </a:cubicBezTo>
                  <a:cubicBezTo>
                    <a:pt x="4462472" y="2014604"/>
                    <a:pt x="4474878" y="1939476"/>
                    <a:pt x="4462472" y="1867794"/>
                  </a:cubicBezTo>
                  <a:cubicBezTo>
                    <a:pt x="4430767" y="1676873"/>
                    <a:pt x="4387344" y="1487330"/>
                    <a:pt x="4349436" y="1296409"/>
                  </a:cubicBezTo>
                  <a:cubicBezTo>
                    <a:pt x="4330137" y="1197847"/>
                    <a:pt x="4357707" y="1172345"/>
                    <a:pt x="4452823" y="1175791"/>
                  </a:cubicBezTo>
                  <a:cubicBezTo>
                    <a:pt x="4572062" y="1179237"/>
                    <a:pt x="4602389" y="1146843"/>
                    <a:pt x="4653393" y="1037252"/>
                  </a:cubicBezTo>
                  <a:cubicBezTo>
                    <a:pt x="4683720" y="971774"/>
                    <a:pt x="4725075" y="902160"/>
                    <a:pt x="4818813" y="900093"/>
                  </a:cubicBezTo>
                  <a:cubicBezTo>
                    <a:pt x="4820191" y="887686"/>
                    <a:pt x="4827083" y="873212"/>
                    <a:pt x="4823637" y="862184"/>
                  </a:cubicBezTo>
                  <a:cubicBezTo>
                    <a:pt x="4794689" y="758797"/>
                    <a:pt x="4806406" y="656789"/>
                    <a:pt x="4827083" y="553402"/>
                  </a:cubicBezTo>
                  <a:cubicBezTo>
                    <a:pt x="4836733" y="503776"/>
                    <a:pt x="4827083" y="451393"/>
                    <a:pt x="4842936" y="405214"/>
                  </a:cubicBezTo>
                  <a:cubicBezTo>
                    <a:pt x="4878088" y="297002"/>
                    <a:pt x="4858789" y="203265"/>
                    <a:pt x="4763673" y="143989"/>
                  </a:cubicBezTo>
                  <a:cubicBezTo>
                    <a:pt x="4679585" y="91607"/>
                    <a:pt x="4588604" y="45427"/>
                    <a:pt x="4494867" y="15100"/>
                  </a:cubicBezTo>
                  <a:cubicBezTo>
                    <a:pt x="4390101" y="-20051"/>
                    <a:pt x="4291539" y="8897"/>
                    <a:pt x="4197112" y="73686"/>
                  </a:cubicBezTo>
                  <a:cubicBezTo>
                    <a:pt x="4092347" y="146746"/>
                    <a:pt x="4050992" y="259783"/>
                    <a:pt x="4009637" y="367994"/>
                  </a:cubicBezTo>
                  <a:cubicBezTo>
                    <a:pt x="3966904" y="479652"/>
                    <a:pt x="3946226" y="598892"/>
                    <a:pt x="3992406" y="724335"/>
                  </a:cubicBezTo>
                  <a:cubicBezTo>
                    <a:pt x="3981378" y="733984"/>
                    <a:pt x="3963458" y="748458"/>
                    <a:pt x="3947605" y="760865"/>
                  </a:cubicBezTo>
                  <a:cubicBezTo>
                    <a:pt x="3778740" y="609920"/>
                    <a:pt x="3525786" y="573390"/>
                    <a:pt x="3396897" y="705036"/>
                  </a:cubicBezTo>
                  <a:cubicBezTo>
                    <a:pt x="3301092" y="803598"/>
                    <a:pt x="3181852" y="776717"/>
                    <a:pt x="3078465" y="800841"/>
                  </a:cubicBezTo>
                  <a:cubicBezTo>
                    <a:pt x="2946130" y="831168"/>
                    <a:pt x="2801389" y="802220"/>
                    <a:pt x="2664918" y="810491"/>
                  </a:cubicBezTo>
                  <a:cubicBezTo>
                    <a:pt x="2606332" y="813937"/>
                    <a:pt x="2531204" y="831168"/>
                    <a:pt x="2494674" y="872523"/>
                  </a:cubicBezTo>
                  <a:cubicBezTo>
                    <a:pt x="2353379" y="1025535"/>
                    <a:pt x="2222422" y="1187508"/>
                    <a:pt x="2092154" y="1350170"/>
                  </a:cubicBezTo>
                  <a:cubicBezTo>
                    <a:pt x="1972914" y="1498358"/>
                    <a:pt x="1858500" y="1647925"/>
                    <a:pt x="1743395" y="1800248"/>
                  </a:cubicBezTo>
                  <a:cubicBezTo>
                    <a:pt x="1732368" y="1814722"/>
                    <a:pt x="1735124" y="1847806"/>
                    <a:pt x="1744774" y="1865726"/>
                  </a:cubicBezTo>
                  <a:cubicBezTo>
                    <a:pt x="1755802" y="1887782"/>
                    <a:pt x="1777858" y="1907081"/>
                    <a:pt x="1800603" y="1921555"/>
                  </a:cubicBezTo>
                  <a:cubicBezTo>
                    <a:pt x="1841958" y="1950504"/>
                    <a:pt x="1843336" y="1976006"/>
                    <a:pt x="1805428" y="2005644"/>
                  </a:cubicBezTo>
                  <a:cubicBezTo>
                    <a:pt x="1749599" y="2051823"/>
                    <a:pt x="1693770" y="2098003"/>
                    <a:pt x="1636562" y="2145561"/>
                  </a:cubicBezTo>
                  <a:cubicBezTo>
                    <a:pt x="1563502" y="1995994"/>
                    <a:pt x="1482171" y="1856077"/>
                    <a:pt x="1423585" y="1706511"/>
                  </a:cubicBezTo>
                  <a:cubicBezTo>
                    <a:pt x="1385677" y="1612773"/>
                    <a:pt x="1326401" y="1550741"/>
                    <a:pt x="1243692" y="1507318"/>
                  </a:cubicBezTo>
                  <a:cubicBezTo>
                    <a:pt x="1208540" y="1531442"/>
                    <a:pt x="1173389" y="1554876"/>
                    <a:pt x="1138926" y="1577622"/>
                  </a:cubicBezTo>
                  <a:cubicBezTo>
                    <a:pt x="760530" y="1805073"/>
                    <a:pt x="387648" y="2035970"/>
                    <a:pt x="18901" y="2269625"/>
                  </a:cubicBezTo>
                  <a:cubicBezTo>
                    <a:pt x="4427" y="2279274"/>
                    <a:pt x="-5222" y="2317183"/>
                    <a:pt x="3049" y="2335103"/>
                  </a:cubicBezTo>
                  <a:cubicBezTo>
                    <a:pt x="31308" y="2410231"/>
                    <a:pt x="71284" y="2480534"/>
                    <a:pt x="104368" y="2552216"/>
                  </a:cubicBezTo>
                  <a:lnTo>
                    <a:pt x="104368" y="2552216"/>
                  </a:lnTo>
                  <a:close/>
                  <a:moveTo>
                    <a:pt x="1692391" y="2187605"/>
                  </a:moveTo>
                  <a:cubicBezTo>
                    <a:pt x="1698594" y="2191051"/>
                    <a:pt x="1704798" y="2193808"/>
                    <a:pt x="1711690" y="2198633"/>
                  </a:cubicBezTo>
                  <a:cubicBezTo>
                    <a:pt x="1762694" y="2305466"/>
                    <a:pt x="1813699" y="2411610"/>
                    <a:pt x="1867460" y="2526714"/>
                  </a:cubicBezTo>
                  <a:cubicBezTo>
                    <a:pt x="1868838" y="2525335"/>
                    <a:pt x="1851607" y="2537742"/>
                    <a:pt x="1822659" y="2557041"/>
                  </a:cubicBezTo>
                  <a:cubicBezTo>
                    <a:pt x="1773033" y="2453654"/>
                    <a:pt x="1725475" y="2356470"/>
                    <a:pt x="1681363" y="2256529"/>
                  </a:cubicBezTo>
                  <a:cubicBezTo>
                    <a:pt x="1673782" y="2238609"/>
                    <a:pt x="1687567" y="2210350"/>
                    <a:pt x="1692391" y="2187605"/>
                  </a:cubicBezTo>
                  <a:lnTo>
                    <a:pt x="1692391" y="2187605"/>
                  </a:lnTo>
                  <a:close/>
                </a:path>
              </a:pathLst>
            </a:custGeom>
            <a:solidFill>
              <a:schemeClr val="accent3"/>
            </a:solidFill>
            <a:ln w="68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275194" y="5303148"/>
              <a:ext cx="2942926" cy="792000"/>
              <a:chOff x="275194" y="5303148"/>
              <a:chExt cx="2942926" cy="7920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75194" y="5303148"/>
                <a:ext cx="2942926" cy="792000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/>
                    </a:solidFill>
                  </a:rPr>
                  <a:t>Server (Handler)</a:t>
                </a:r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ame 17"/>
              <p:cNvSpPr/>
              <p:nvPr/>
            </p:nvSpPr>
            <p:spPr>
              <a:xfrm>
                <a:off x="478841" y="5392981"/>
                <a:ext cx="318434" cy="318434"/>
              </a:xfrm>
              <a:custGeom>
                <a:avLst/>
                <a:gdLst/>
                <a:ahLst/>
                <a:cxnLst/>
                <a:rect l="l" t="t" r="r" b="b"/>
                <a:pathLst>
                  <a:path w="3240000" h="3240000">
                    <a:moveTo>
                      <a:pt x="415456" y="380544"/>
                    </a:moveTo>
                    <a:lnTo>
                      <a:pt x="415456" y="385333"/>
                    </a:lnTo>
                    <a:lnTo>
                      <a:pt x="385333" y="385333"/>
                    </a:lnTo>
                    <a:lnTo>
                      <a:pt x="385333" y="2854667"/>
                    </a:lnTo>
                    <a:lnTo>
                      <a:pt x="1529120" y="2854667"/>
                    </a:lnTo>
                    <a:cubicBezTo>
                      <a:pt x="1267123" y="2430711"/>
                      <a:pt x="997530" y="1721825"/>
                      <a:pt x="436017" y="1672600"/>
                    </a:cubicBezTo>
                    <a:lnTo>
                      <a:pt x="600235" y="1185112"/>
                    </a:lnTo>
                    <a:cubicBezTo>
                      <a:pt x="1132790" y="1359573"/>
                      <a:pt x="1278822" y="1550851"/>
                      <a:pt x="1544730" y="1923929"/>
                    </a:cubicBezTo>
                    <a:cubicBezTo>
                      <a:pt x="1789452" y="1379400"/>
                      <a:pt x="1927092" y="1088696"/>
                      <a:pt x="2233403" y="596568"/>
                    </a:cubicBezTo>
                    <a:lnTo>
                      <a:pt x="2770666" y="596568"/>
                    </a:lnTo>
                    <a:cubicBezTo>
                      <a:pt x="2331495" y="1220469"/>
                      <a:pt x="1907612" y="2113878"/>
                      <a:pt x="1578489" y="2854667"/>
                    </a:cubicBezTo>
                    <a:lnTo>
                      <a:pt x="2854667" y="2854667"/>
                    </a:lnTo>
                    <a:lnTo>
                      <a:pt x="2854667" y="596568"/>
                    </a:lnTo>
                    <a:lnTo>
                      <a:pt x="2858395" y="596568"/>
                    </a:lnTo>
                    <a:lnTo>
                      <a:pt x="2858395" y="380544"/>
                    </a:lnTo>
                    <a:close/>
                    <a:moveTo>
                      <a:pt x="0" y="0"/>
                    </a:moveTo>
                    <a:lnTo>
                      <a:pt x="3240000" y="0"/>
                    </a:lnTo>
                    <a:lnTo>
                      <a:pt x="3240000" y="3240000"/>
                    </a:lnTo>
                    <a:lnTo>
                      <a:pt x="0" y="32400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4A6E9F-D37F-8971-B070-D1E354A28A6F}"/>
              </a:ext>
            </a:extLst>
          </p:cNvPr>
          <p:cNvGrpSpPr/>
          <p:nvPr/>
        </p:nvGrpSpPr>
        <p:grpSpPr>
          <a:xfrm>
            <a:off x="8117030" y="1456443"/>
            <a:ext cx="3741387" cy="868713"/>
            <a:chOff x="3816685" y="3617458"/>
            <a:chExt cx="3741387" cy="868713"/>
          </a:xfrm>
        </p:grpSpPr>
        <p:sp>
          <p:nvSpPr>
            <p:cNvPr id="15" name="Bent-Up Arrow 130">
              <a:extLst>
                <a:ext uri="{FF2B5EF4-FFF2-40B4-BE49-F238E27FC236}">
                  <a16:creationId xmlns:a16="http://schemas.microsoft.com/office/drawing/2014/main" id="{F58D4B49-2BA3-F662-95A7-2A49A29C69B3}"/>
                </a:ext>
              </a:extLst>
            </p:cNvPr>
            <p:cNvSpPr/>
            <p:nvPr/>
          </p:nvSpPr>
          <p:spPr>
            <a:xfrm rot="16200000" flipV="1">
              <a:off x="3924788" y="3780860"/>
              <a:ext cx="597208" cy="813414"/>
            </a:xfrm>
            <a:prstGeom prst="bentUpArrow">
              <a:avLst>
                <a:gd name="adj1" fmla="val 36792"/>
                <a:gd name="adj2" fmla="val 29908"/>
                <a:gd name="adj3" fmla="val 3972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329968-6449-78A0-D334-C5BCCD1402D3}"/>
                </a:ext>
              </a:extLst>
            </p:cNvPr>
            <p:cNvSpPr/>
            <p:nvPr/>
          </p:nvSpPr>
          <p:spPr>
            <a:xfrm>
              <a:off x="4615146" y="3617458"/>
              <a:ext cx="2942926" cy="792000"/>
            </a:xfrm>
            <a:prstGeom prst="rect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9D60C7-7B38-06B9-E21B-8C61FA8994FC}"/>
                </a:ext>
              </a:extLst>
            </p:cNvPr>
            <p:cNvSpPr txBox="1"/>
            <p:nvPr/>
          </p:nvSpPr>
          <p:spPr>
            <a:xfrm>
              <a:off x="5358554" y="3855623"/>
              <a:ext cx="205048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  <a:cs typeface="Arial" panose="020B0604020202020204" pitchFamily="34" charset="0"/>
                </a:rPr>
                <a:t>Dashboard</a:t>
              </a:r>
              <a:endParaRPr lang="ko-KR" altLang="en-US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Donut 39">
              <a:extLst>
                <a:ext uri="{FF2B5EF4-FFF2-40B4-BE49-F238E27FC236}">
                  <a16:creationId xmlns:a16="http://schemas.microsoft.com/office/drawing/2014/main" id="{1A0C4EB2-DBAE-B592-22BC-C547E0929F5F}"/>
                </a:ext>
              </a:extLst>
            </p:cNvPr>
            <p:cNvSpPr/>
            <p:nvPr/>
          </p:nvSpPr>
          <p:spPr>
            <a:xfrm>
              <a:off x="4852784" y="3821022"/>
              <a:ext cx="404132" cy="404132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152300" y="922782"/>
                  </a:moveTo>
                  <a:lnTo>
                    <a:pt x="2354400" y="1620000"/>
                  </a:lnTo>
                  <a:lnTo>
                    <a:pt x="1152300" y="2317218"/>
                  </a:lnTo>
                  <a:close/>
                  <a:moveTo>
                    <a:pt x="1620000" y="342403"/>
                  </a:moveTo>
                  <a:cubicBezTo>
                    <a:pt x="914403" y="342403"/>
                    <a:pt x="342403" y="914403"/>
                    <a:pt x="342403" y="1620000"/>
                  </a:cubicBezTo>
                  <a:cubicBezTo>
                    <a:pt x="342403" y="2325597"/>
                    <a:pt x="914403" y="2897597"/>
                    <a:pt x="1620000" y="2897597"/>
                  </a:cubicBezTo>
                  <a:cubicBezTo>
                    <a:pt x="2325597" y="2897597"/>
                    <a:pt x="2897597" y="2325597"/>
                    <a:pt x="2897597" y="1620000"/>
                  </a:cubicBezTo>
                  <a:cubicBezTo>
                    <a:pt x="2897597" y="914403"/>
                    <a:pt x="2325597" y="342403"/>
                    <a:pt x="1620000" y="342403"/>
                  </a:cubicBez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189381"/>
            <a:ext cx="11573197" cy="724247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4000" b="0" i="0" u="sng" strike="noStrike" kern="1200" cap="none" spc="0" normalizeH="0" baseline="0" noProof="0" dirty="0">
                <a:ln>
                  <a:noFill/>
                </a:ln>
                <a:solidFill>
                  <a:srgbClr val="1B5251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/>
                <a:ea typeface="Arial Unicode MS" panose="020B0604020202020204" charset="-122"/>
                <a:cs typeface="Arial" panose="020B0604020202020204" pitchFamily="34" charset="0"/>
              </a:rPr>
              <a:t>Scenario 2: Negotiating with a Partner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55298" y="4385258"/>
            <a:ext cx="2075288" cy="1735262"/>
            <a:chOff x="955298" y="4385258"/>
            <a:chExt cx="2075288" cy="1735262"/>
          </a:xfrm>
        </p:grpSpPr>
        <p:sp>
          <p:nvSpPr>
            <p:cNvPr id="22" name="Rectangle 21"/>
            <p:cNvSpPr/>
            <p:nvPr/>
          </p:nvSpPr>
          <p:spPr>
            <a:xfrm>
              <a:off x="955298" y="4385258"/>
              <a:ext cx="2075288" cy="52615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Relationship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42799" y="5104857"/>
              <a:ext cx="19266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Trust and personal connection:</a:t>
              </a:r>
              <a:b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</a:b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Engage in personal conversation first; show genuine interest.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030586" y="3858614"/>
            <a:ext cx="2075288" cy="1316705"/>
            <a:chOff x="3030586" y="3858614"/>
            <a:chExt cx="2075288" cy="1316705"/>
          </a:xfrm>
        </p:grpSpPr>
        <p:sp>
          <p:nvSpPr>
            <p:cNvPr id="23" name="Rectangle 22"/>
            <p:cNvSpPr/>
            <p:nvPr/>
          </p:nvSpPr>
          <p:spPr>
            <a:xfrm>
              <a:off x="3030586" y="3858614"/>
              <a:ext cx="2075288" cy="5261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Hierarchy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119532" y="4528988"/>
              <a:ext cx="19266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Respect the partner’s seniority and social network.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105874" y="3331970"/>
            <a:ext cx="2075288" cy="1273882"/>
            <a:chOff x="5105874" y="3331970"/>
            <a:chExt cx="2075288" cy="1273882"/>
          </a:xfrm>
        </p:grpSpPr>
        <p:sp>
          <p:nvSpPr>
            <p:cNvPr id="24" name="Rectangle 23"/>
            <p:cNvSpPr/>
            <p:nvPr/>
          </p:nvSpPr>
          <p:spPr>
            <a:xfrm>
              <a:off x="5105874" y="3331970"/>
              <a:ext cx="2075288" cy="5261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Time Orientation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194820" y="3959521"/>
              <a:ext cx="18980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Avoid pressuring for immediate decisions; let trust develop.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181162" y="2805326"/>
            <a:ext cx="2075288" cy="1300016"/>
            <a:chOff x="7181162" y="2805326"/>
            <a:chExt cx="2075288" cy="1300016"/>
          </a:xfrm>
        </p:grpSpPr>
        <p:sp>
          <p:nvSpPr>
            <p:cNvPr id="25" name="Rectangle 24"/>
            <p:cNvSpPr/>
            <p:nvPr/>
          </p:nvSpPr>
          <p:spPr>
            <a:xfrm>
              <a:off x="7181162" y="2805326"/>
              <a:ext cx="2075288" cy="5261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Communication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270772" y="3459011"/>
              <a:ext cx="18980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Be patient and attentive to indirect communication or hints.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9256450" y="2278682"/>
            <a:ext cx="2075288" cy="1528604"/>
            <a:chOff x="9256450" y="2278682"/>
            <a:chExt cx="2075288" cy="1528604"/>
          </a:xfrm>
        </p:grpSpPr>
        <p:sp>
          <p:nvSpPr>
            <p:cNvPr id="26" name="Rectangle 25"/>
            <p:cNvSpPr/>
            <p:nvPr/>
          </p:nvSpPr>
          <p:spPr>
            <a:xfrm>
              <a:off x="9256450" y="2278682"/>
              <a:ext cx="2075288" cy="5261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Decision-making</a:t>
              </a:r>
              <a:endParaRPr lang="ko-KR" altLang="en-US" sz="1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346728" y="2976289"/>
              <a:ext cx="18980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Reinforce agreements through follow-up messages or visits, showing reliability.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9862018" y="786775"/>
            <a:ext cx="864597" cy="1491417"/>
            <a:chOff x="10432357" y="212669"/>
            <a:chExt cx="612578" cy="1056688"/>
          </a:xfrm>
        </p:grpSpPr>
        <p:sp>
          <p:nvSpPr>
            <p:cNvPr id="5" name="Freeform: Shape 4"/>
            <p:cNvSpPr/>
            <p:nvPr/>
          </p:nvSpPr>
          <p:spPr>
            <a:xfrm>
              <a:off x="10561867" y="1079641"/>
              <a:ext cx="345457" cy="153999"/>
            </a:xfrm>
            <a:custGeom>
              <a:avLst/>
              <a:gdLst>
                <a:gd name="connsiteX0" fmla="*/ 755333 w 790575"/>
                <a:gd name="connsiteY0" fmla="*/ 358140 h 352425"/>
                <a:gd name="connsiteX1" fmla="*/ 35243 w 790575"/>
                <a:gd name="connsiteY1" fmla="*/ 358140 h 352425"/>
                <a:gd name="connsiteX2" fmla="*/ 0 w 790575"/>
                <a:gd name="connsiteY2" fmla="*/ 322897 h 352425"/>
                <a:gd name="connsiteX3" fmla="*/ 0 w 790575"/>
                <a:gd name="connsiteY3" fmla="*/ 35242 h 352425"/>
                <a:gd name="connsiteX4" fmla="*/ 35243 w 790575"/>
                <a:gd name="connsiteY4" fmla="*/ 0 h 352425"/>
                <a:gd name="connsiteX5" fmla="*/ 755333 w 790575"/>
                <a:gd name="connsiteY5" fmla="*/ 0 h 352425"/>
                <a:gd name="connsiteX6" fmla="*/ 790575 w 790575"/>
                <a:gd name="connsiteY6" fmla="*/ 35242 h 352425"/>
                <a:gd name="connsiteX7" fmla="*/ 790575 w 790575"/>
                <a:gd name="connsiteY7" fmla="*/ 323850 h 352425"/>
                <a:gd name="connsiteX8" fmla="*/ 755333 w 790575"/>
                <a:gd name="connsiteY8" fmla="*/ 35814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0575" h="352425">
                  <a:moveTo>
                    <a:pt x="755333" y="358140"/>
                  </a:moveTo>
                  <a:lnTo>
                    <a:pt x="35243" y="358140"/>
                  </a:lnTo>
                  <a:cubicBezTo>
                    <a:pt x="16193" y="358140"/>
                    <a:pt x="0" y="341947"/>
                    <a:pt x="0" y="322897"/>
                  </a:cubicBezTo>
                  <a:lnTo>
                    <a:pt x="0" y="35242"/>
                  </a:lnTo>
                  <a:cubicBezTo>
                    <a:pt x="0" y="16192"/>
                    <a:pt x="16193" y="0"/>
                    <a:pt x="35243" y="0"/>
                  </a:cubicBezTo>
                  <a:lnTo>
                    <a:pt x="755333" y="0"/>
                  </a:lnTo>
                  <a:cubicBezTo>
                    <a:pt x="774383" y="0"/>
                    <a:pt x="790575" y="16192"/>
                    <a:pt x="790575" y="35242"/>
                  </a:cubicBezTo>
                  <a:lnTo>
                    <a:pt x="790575" y="323850"/>
                  </a:lnTo>
                  <a:cubicBezTo>
                    <a:pt x="790575" y="342900"/>
                    <a:pt x="775335" y="358140"/>
                    <a:pt x="755333" y="358140"/>
                  </a:cubicBezTo>
                  <a:close/>
                </a:path>
              </a:pathLst>
            </a:custGeom>
            <a:solidFill>
              <a:srgbClr val="FCC9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10613478" y="1097538"/>
              <a:ext cx="245566" cy="120702"/>
            </a:xfrm>
            <a:custGeom>
              <a:avLst/>
              <a:gdLst>
                <a:gd name="connsiteX0" fmla="*/ 545782 w 561975"/>
                <a:gd name="connsiteY0" fmla="*/ 280988 h 276225"/>
                <a:gd name="connsiteX1" fmla="*/ 22860 w 561975"/>
                <a:gd name="connsiteY1" fmla="*/ 280988 h 276225"/>
                <a:gd name="connsiteX2" fmla="*/ 0 w 561975"/>
                <a:gd name="connsiteY2" fmla="*/ 258127 h 276225"/>
                <a:gd name="connsiteX3" fmla="*/ 0 w 561975"/>
                <a:gd name="connsiteY3" fmla="*/ 22860 h 276225"/>
                <a:gd name="connsiteX4" fmla="*/ 22860 w 561975"/>
                <a:gd name="connsiteY4" fmla="*/ 0 h 276225"/>
                <a:gd name="connsiteX5" fmla="*/ 545782 w 561975"/>
                <a:gd name="connsiteY5" fmla="*/ 0 h 276225"/>
                <a:gd name="connsiteX6" fmla="*/ 568643 w 561975"/>
                <a:gd name="connsiteY6" fmla="*/ 22860 h 276225"/>
                <a:gd name="connsiteX7" fmla="*/ 568643 w 561975"/>
                <a:gd name="connsiteY7" fmla="*/ 258127 h 276225"/>
                <a:gd name="connsiteX8" fmla="*/ 545782 w 561975"/>
                <a:gd name="connsiteY8" fmla="*/ 280988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276225">
                  <a:moveTo>
                    <a:pt x="545782" y="280988"/>
                  </a:moveTo>
                  <a:lnTo>
                    <a:pt x="22860" y="280988"/>
                  </a:lnTo>
                  <a:cubicBezTo>
                    <a:pt x="9525" y="280988"/>
                    <a:pt x="0" y="270510"/>
                    <a:pt x="0" y="258127"/>
                  </a:cubicBezTo>
                  <a:lnTo>
                    <a:pt x="0" y="22860"/>
                  </a:lnTo>
                  <a:cubicBezTo>
                    <a:pt x="0" y="9525"/>
                    <a:pt x="10477" y="0"/>
                    <a:pt x="22860" y="0"/>
                  </a:cubicBezTo>
                  <a:lnTo>
                    <a:pt x="545782" y="0"/>
                  </a:lnTo>
                  <a:cubicBezTo>
                    <a:pt x="559118" y="0"/>
                    <a:pt x="568643" y="10477"/>
                    <a:pt x="568643" y="22860"/>
                  </a:cubicBezTo>
                  <a:lnTo>
                    <a:pt x="568643" y="258127"/>
                  </a:lnTo>
                  <a:cubicBezTo>
                    <a:pt x="569595" y="270510"/>
                    <a:pt x="559118" y="280988"/>
                    <a:pt x="545782" y="280988"/>
                  </a:cubicBezTo>
                  <a:close/>
                </a:path>
              </a:pathLst>
            </a:custGeom>
            <a:solidFill>
              <a:srgbClr val="E1E3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10551046" y="1234472"/>
              <a:ext cx="378754" cy="33297"/>
            </a:xfrm>
            <a:custGeom>
              <a:avLst/>
              <a:gdLst>
                <a:gd name="connsiteX0" fmla="*/ 850582 w 866775"/>
                <a:gd name="connsiteY0" fmla="*/ 82867 h 76200"/>
                <a:gd name="connsiteX1" fmla="*/ 18098 w 866775"/>
                <a:gd name="connsiteY1" fmla="*/ 82867 h 76200"/>
                <a:gd name="connsiteX2" fmla="*/ 0 w 866775"/>
                <a:gd name="connsiteY2" fmla="*/ 64770 h 76200"/>
                <a:gd name="connsiteX3" fmla="*/ 0 w 866775"/>
                <a:gd name="connsiteY3" fmla="*/ 18097 h 76200"/>
                <a:gd name="connsiteX4" fmla="*/ 18098 w 866775"/>
                <a:gd name="connsiteY4" fmla="*/ 0 h 76200"/>
                <a:gd name="connsiteX5" fmla="*/ 850582 w 866775"/>
                <a:gd name="connsiteY5" fmla="*/ 0 h 76200"/>
                <a:gd name="connsiteX6" fmla="*/ 868680 w 866775"/>
                <a:gd name="connsiteY6" fmla="*/ 18097 h 76200"/>
                <a:gd name="connsiteX7" fmla="*/ 868680 w 866775"/>
                <a:gd name="connsiteY7" fmla="*/ 64770 h 76200"/>
                <a:gd name="connsiteX8" fmla="*/ 850582 w 866775"/>
                <a:gd name="connsiteY8" fmla="*/ 8286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6775" h="76200">
                  <a:moveTo>
                    <a:pt x="850582" y="82867"/>
                  </a:moveTo>
                  <a:lnTo>
                    <a:pt x="18098" y="82867"/>
                  </a:lnTo>
                  <a:cubicBezTo>
                    <a:pt x="7620" y="82867"/>
                    <a:pt x="0" y="74295"/>
                    <a:pt x="0" y="64770"/>
                  </a:cubicBezTo>
                  <a:lnTo>
                    <a:pt x="0" y="18097"/>
                  </a:lnTo>
                  <a:cubicBezTo>
                    <a:pt x="0" y="7620"/>
                    <a:pt x="8573" y="0"/>
                    <a:pt x="18098" y="0"/>
                  </a:cubicBezTo>
                  <a:lnTo>
                    <a:pt x="850582" y="0"/>
                  </a:lnTo>
                  <a:cubicBezTo>
                    <a:pt x="861060" y="0"/>
                    <a:pt x="868680" y="8572"/>
                    <a:pt x="868680" y="18097"/>
                  </a:cubicBezTo>
                  <a:lnTo>
                    <a:pt x="868680" y="64770"/>
                  </a:lnTo>
                  <a:cubicBezTo>
                    <a:pt x="868680" y="75247"/>
                    <a:pt x="860107" y="82867"/>
                    <a:pt x="850582" y="82867"/>
                  </a:cubicBezTo>
                  <a:close/>
                </a:path>
              </a:pathLst>
            </a:custGeom>
            <a:solidFill>
              <a:srgbClr val="F738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10432357" y="212669"/>
              <a:ext cx="611833" cy="853237"/>
            </a:xfrm>
            <a:custGeom>
              <a:avLst/>
              <a:gdLst>
                <a:gd name="connsiteX0" fmla="*/ 1404140 w 1400175"/>
                <a:gd name="connsiteY0" fmla="*/ 122873 h 1952625"/>
                <a:gd name="connsiteX1" fmla="*/ 1380328 w 1400175"/>
                <a:gd name="connsiteY1" fmla="*/ 100013 h 1952625"/>
                <a:gd name="connsiteX2" fmla="*/ 1224118 w 1400175"/>
                <a:gd name="connsiteY2" fmla="*/ 100965 h 1952625"/>
                <a:gd name="connsiteX3" fmla="*/ 1200305 w 1400175"/>
                <a:gd name="connsiteY3" fmla="*/ 77153 h 1952625"/>
                <a:gd name="connsiteX4" fmla="*/ 1201257 w 1400175"/>
                <a:gd name="connsiteY4" fmla="*/ 20003 h 1952625"/>
                <a:gd name="connsiteX5" fmla="*/ 1183160 w 1400175"/>
                <a:gd name="connsiteY5" fmla="*/ 0 h 1952625"/>
                <a:gd name="connsiteX6" fmla="*/ 700243 w 1400175"/>
                <a:gd name="connsiteY6" fmla="*/ 1905 h 1952625"/>
                <a:gd name="connsiteX7" fmla="*/ 700243 w 1400175"/>
                <a:gd name="connsiteY7" fmla="*/ 953 h 1952625"/>
                <a:gd name="connsiteX8" fmla="*/ 222087 w 1400175"/>
                <a:gd name="connsiteY8" fmla="*/ 0 h 1952625"/>
                <a:gd name="connsiteX9" fmla="*/ 203990 w 1400175"/>
                <a:gd name="connsiteY9" fmla="*/ 20003 h 1952625"/>
                <a:gd name="connsiteX10" fmla="*/ 204943 w 1400175"/>
                <a:gd name="connsiteY10" fmla="*/ 77153 h 1952625"/>
                <a:gd name="connsiteX11" fmla="*/ 181130 w 1400175"/>
                <a:gd name="connsiteY11" fmla="*/ 100965 h 1952625"/>
                <a:gd name="connsiteX12" fmla="*/ 24920 w 1400175"/>
                <a:gd name="connsiteY12" fmla="*/ 100013 h 1952625"/>
                <a:gd name="connsiteX13" fmla="*/ 1107 w 1400175"/>
                <a:gd name="connsiteY13" fmla="*/ 122873 h 1952625"/>
                <a:gd name="connsiteX14" fmla="*/ 23015 w 1400175"/>
                <a:gd name="connsiteY14" fmla="*/ 400050 h 1952625"/>
                <a:gd name="connsiteX15" fmla="*/ 119218 w 1400175"/>
                <a:gd name="connsiteY15" fmla="*/ 641985 h 1952625"/>
                <a:gd name="connsiteX16" fmla="*/ 373535 w 1400175"/>
                <a:gd name="connsiteY16" fmla="*/ 835343 h 1952625"/>
                <a:gd name="connsiteX17" fmla="*/ 405920 w 1400175"/>
                <a:gd name="connsiteY17" fmla="*/ 849630 h 1952625"/>
                <a:gd name="connsiteX18" fmla="*/ 574513 w 1400175"/>
                <a:gd name="connsiteY18" fmla="*/ 1005840 h 1952625"/>
                <a:gd name="connsiteX19" fmla="*/ 535460 w 1400175"/>
                <a:gd name="connsiteY19" fmla="*/ 1062990 h 1952625"/>
                <a:gd name="connsiteX20" fmla="*/ 587848 w 1400175"/>
                <a:gd name="connsiteY20" fmla="*/ 1099185 h 1952625"/>
                <a:gd name="connsiteX21" fmla="*/ 615470 w 1400175"/>
                <a:gd name="connsiteY21" fmla="*/ 1099185 h 1952625"/>
                <a:gd name="connsiteX22" fmla="*/ 635473 w 1400175"/>
                <a:gd name="connsiteY22" fmla="*/ 1119188 h 1952625"/>
                <a:gd name="connsiteX23" fmla="*/ 639282 w 1400175"/>
                <a:gd name="connsiteY23" fmla="*/ 1198245 h 1952625"/>
                <a:gd name="connsiteX24" fmla="*/ 626900 w 1400175"/>
                <a:gd name="connsiteY24" fmla="*/ 1439228 h 1952625"/>
                <a:gd name="connsiteX25" fmla="*/ 562130 w 1400175"/>
                <a:gd name="connsiteY25" fmla="*/ 1719263 h 1952625"/>
                <a:gd name="connsiteX26" fmla="*/ 427828 w 1400175"/>
                <a:gd name="connsiteY26" fmla="*/ 1946910 h 1952625"/>
                <a:gd name="connsiteX27" fmla="*/ 467832 w 1400175"/>
                <a:gd name="connsiteY27" fmla="*/ 1960245 h 1952625"/>
                <a:gd name="connsiteX28" fmla="*/ 667857 w 1400175"/>
                <a:gd name="connsiteY28" fmla="*/ 1960245 h 1952625"/>
                <a:gd name="connsiteX29" fmla="*/ 697385 w 1400175"/>
                <a:gd name="connsiteY29" fmla="*/ 1960245 h 1952625"/>
                <a:gd name="connsiteX30" fmla="*/ 697385 w 1400175"/>
                <a:gd name="connsiteY30" fmla="*/ 1960245 h 1952625"/>
                <a:gd name="connsiteX31" fmla="*/ 701195 w 1400175"/>
                <a:gd name="connsiteY31" fmla="*/ 1960245 h 1952625"/>
                <a:gd name="connsiteX32" fmla="*/ 705005 w 1400175"/>
                <a:gd name="connsiteY32" fmla="*/ 1960245 h 1952625"/>
                <a:gd name="connsiteX33" fmla="*/ 705005 w 1400175"/>
                <a:gd name="connsiteY33" fmla="*/ 1960245 h 1952625"/>
                <a:gd name="connsiteX34" fmla="*/ 734532 w 1400175"/>
                <a:gd name="connsiteY34" fmla="*/ 1960245 h 1952625"/>
                <a:gd name="connsiteX35" fmla="*/ 934557 w 1400175"/>
                <a:gd name="connsiteY35" fmla="*/ 1960245 h 1952625"/>
                <a:gd name="connsiteX36" fmla="*/ 974563 w 1400175"/>
                <a:gd name="connsiteY36" fmla="*/ 1946910 h 1952625"/>
                <a:gd name="connsiteX37" fmla="*/ 840260 w 1400175"/>
                <a:gd name="connsiteY37" fmla="*/ 1719263 h 1952625"/>
                <a:gd name="connsiteX38" fmla="*/ 775490 w 1400175"/>
                <a:gd name="connsiteY38" fmla="*/ 1439228 h 1952625"/>
                <a:gd name="connsiteX39" fmla="*/ 763107 w 1400175"/>
                <a:gd name="connsiteY39" fmla="*/ 1198245 h 1952625"/>
                <a:gd name="connsiteX40" fmla="*/ 766918 w 1400175"/>
                <a:gd name="connsiteY40" fmla="*/ 1119188 h 1952625"/>
                <a:gd name="connsiteX41" fmla="*/ 786920 w 1400175"/>
                <a:gd name="connsiteY41" fmla="*/ 1099185 h 1952625"/>
                <a:gd name="connsiteX42" fmla="*/ 814543 w 1400175"/>
                <a:gd name="connsiteY42" fmla="*/ 1099185 h 1952625"/>
                <a:gd name="connsiteX43" fmla="*/ 866930 w 1400175"/>
                <a:gd name="connsiteY43" fmla="*/ 1062990 h 1952625"/>
                <a:gd name="connsiteX44" fmla="*/ 827878 w 1400175"/>
                <a:gd name="connsiteY44" fmla="*/ 1005840 h 1952625"/>
                <a:gd name="connsiteX45" fmla="*/ 996470 w 1400175"/>
                <a:gd name="connsiteY45" fmla="*/ 849630 h 1952625"/>
                <a:gd name="connsiteX46" fmla="*/ 1028855 w 1400175"/>
                <a:gd name="connsiteY46" fmla="*/ 835343 h 1952625"/>
                <a:gd name="connsiteX47" fmla="*/ 1283173 w 1400175"/>
                <a:gd name="connsiteY47" fmla="*/ 641985 h 1952625"/>
                <a:gd name="connsiteX48" fmla="*/ 1379375 w 1400175"/>
                <a:gd name="connsiteY48" fmla="*/ 400050 h 1952625"/>
                <a:gd name="connsiteX49" fmla="*/ 1404140 w 1400175"/>
                <a:gd name="connsiteY49" fmla="*/ 122873 h 1952625"/>
                <a:gd name="connsiteX50" fmla="*/ 284000 w 1400175"/>
                <a:gd name="connsiteY50" fmla="*/ 731520 h 1952625"/>
                <a:gd name="connsiteX51" fmla="*/ 132553 w 1400175"/>
                <a:gd name="connsiteY51" fmla="*/ 548640 h 1952625"/>
                <a:gd name="connsiteX52" fmla="*/ 74450 w 1400175"/>
                <a:gd name="connsiteY52" fmla="*/ 360998 h 1952625"/>
                <a:gd name="connsiteX53" fmla="*/ 60162 w 1400175"/>
                <a:gd name="connsiteY53" fmla="*/ 174308 h 1952625"/>
                <a:gd name="connsiteX54" fmla="*/ 75403 w 1400175"/>
                <a:gd name="connsiteY54" fmla="*/ 158115 h 1952625"/>
                <a:gd name="connsiteX55" fmla="*/ 196370 w 1400175"/>
                <a:gd name="connsiteY55" fmla="*/ 158115 h 1952625"/>
                <a:gd name="connsiteX56" fmla="*/ 209705 w 1400175"/>
                <a:gd name="connsiteY56" fmla="*/ 167640 h 1952625"/>
                <a:gd name="connsiteX57" fmla="*/ 219230 w 1400175"/>
                <a:gd name="connsiteY57" fmla="*/ 240983 h 1952625"/>
                <a:gd name="connsiteX58" fmla="*/ 246853 w 1400175"/>
                <a:gd name="connsiteY58" fmla="*/ 420053 h 1952625"/>
                <a:gd name="connsiteX59" fmla="*/ 286857 w 1400175"/>
                <a:gd name="connsiteY59" fmla="*/ 585788 h 1952625"/>
                <a:gd name="connsiteX60" fmla="*/ 356390 w 1400175"/>
                <a:gd name="connsiteY60" fmla="*/ 764858 h 1952625"/>
                <a:gd name="connsiteX61" fmla="*/ 284000 w 1400175"/>
                <a:gd name="connsiteY61" fmla="*/ 731520 h 1952625"/>
                <a:gd name="connsiteX62" fmla="*/ 1331750 w 1400175"/>
                <a:gd name="connsiteY62" fmla="*/ 360998 h 1952625"/>
                <a:gd name="connsiteX63" fmla="*/ 1273648 w 1400175"/>
                <a:gd name="connsiteY63" fmla="*/ 548640 h 1952625"/>
                <a:gd name="connsiteX64" fmla="*/ 1122200 w 1400175"/>
                <a:gd name="connsiteY64" fmla="*/ 731520 h 1952625"/>
                <a:gd name="connsiteX65" fmla="*/ 1048857 w 1400175"/>
                <a:gd name="connsiteY65" fmla="*/ 765810 h 1952625"/>
                <a:gd name="connsiteX66" fmla="*/ 1118390 w 1400175"/>
                <a:gd name="connsiteY66" fmla="*/ 586740 h 1952625"/>
                <a:gd name="connsiteX67" fmla="*/ 1158395 w 1400175"/>
                <a:gd name="connsiteY67" fmla="*/ 421005 h 1952625"/>
                <a:gd name="connsiteX68" fmla="*/ 1186018 w 1400175"/>
                <a:gd name="connsiteY68" fmla="*/ 241935 h 1952625"/>
                <a:gd name="connsiteX69" fmla="*/ 1195543 w 1400175"/>
                <a:gd name="connsiteY69" fmla="*/ 168593 h 1952625"/>
                <a:gd name="connsiteX70" fmla="*/ 1208878 w 1400175"/>
                <a:gd name="connsiteY70" fmla="*/ 159068 h 1952625"/>
                <a:gd name="connsiteX71" fmla="*/ 1329845 w 1400175"/>
                <a:gd name="connsiteY71" fmla="*/ 159068 h 1952625"/>
                <a:gd name="connsiteX72" fmla="*/ 1345085 w 1400175"/>
                <a:gd name="connsiteY72" fmla="*/ 175260 h 1952625"/>
                <a:gd name="connsiteX73" fmla="*/ 1331750 w 1400175"/>
                <a:gd name="connsiteY73" fmla="*/ 360998 h 195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400175" h="1952625">
                  <a:moveTo>
                    <a:pt x="1404140" y="122873"/>
                  </a:moveTo>
                  <a:cubicBezTo>
                    <a:pt x="1403188" y="106680"/>
                    <a:pt x="1397473" y="100013"/>
                    <a:pt x="1380328" y="100013"/>
                  </a:cubicBezTo>
                  <a:cubicBezTo>
                    <a:pt x="1327940" y="100965"/>
                    <a:pt x="1276505" y="99060"/>
                    <a:pt x="1224118" y="100965"/>
                  </a:cubicBezTo>
                  <a:cubicBezTo>
                    <a:pt x="1205068" y="100965"/>
                    <a:pt x="1199353" y="94298"/>
                    <a:pt x="1200305" y="77153"/>
                  </a:cubicBezTo>
                  <a:cubicBezTo>
                    <a:pt x="1201257" y="58103"/>
                    <a:pt x="1200305" y="39053"/>
                    <a:pt x="1201257" y="20003"/>
                  </a:cubicBezTo>
                  <a:cubicBezTo>
                    <a:pt x="1202210" y="6668"/>
                    <a:pt x="1197448" y="0"/>
                    <a:pt x="1183160" y="0"/>
                  </a:cubicBezTo>
                  <a:cubicBezTo>
                    <a:pt x="1024093" y="953"/>
                    <a:pt x="859310" y="953"/>
                    <a:pt x="700243" y="1905"/>
                  </a:cubicBezTo>
                  <a:cubicBezTo>
                    <a:pt x="700243" y="1905"/>
                    <a:pt x="700243" y="1905"/>
                    <a:pt x="700243" y="953"/>
                  </a:cubicBezTo>
                  <a:cubicBezTo>
                    <a:pt x="541175" y="953"/>
                    <a:pt x="382107" y="0"/>
                    <a:pt x="222087" y="0"/>
                  </a:cubicBezTo>
                  <a:cubicBezTo>
                    <a:pt x="207800" y="0"/>
                    <a:pt x="203037" y="6668"/>
                    <a:pt x="203990" y="20003"/>
                  </a:cubicBezTo>
                  <a:cubicBezTo>
                    <a:pt x="204943" y="39053"/>
                    <a:pt x="203990" y="58103"/>
                    <a:pt x="204943" y="77153"/>
                  </a:cubicBezTo>
                  <a:cubicBezTo>
                    <a:pt x="205895" y="95250"/>
                    <a:pt x="200180" y="101918"/>
                    <a:pt x="181130" y="100965"/>
                  </a:cubicBezTo>
                  <a:cubicBezTo>
                    <a:pt x="128743" y="100013"/>
                    <a:pt x="77307" y="100965"/>
                    <a:pt x="24920" y="100013"/>
                  </a:cubicBezTo>
                  <a:cubicBezTo>
                    <a:pt x="7775" y="100013"/>
                    <a:pt x="2060" y="106680"/>
                    <a:pt x="1107" y="122873"/>
                  </a:cubicBezTo>
                  <a:cubicBezTo>
                    <a:pt x="-2702" y="216218"/>
                    <a:pt x="3012" y="308610"/>
                    <a:pt x="23015" y="400050"/>
                  </a:cubicBezTo>
                  <a:cubicBezTo>
                    <a:pt x="42065" y="485775"/>
                    <a:pt x="69687" y="568643"/>
                    <a:pt x="119218" y="641985"/>
                  </a:cubicBezTo>
                  <a:cubicBezTo>
                    <a:pt x="182082" y="736283"/>
                    <a:pt x="263998" y="803910"/>
                    <a:pt x="373535" y="835343"/>
                  </a:cubicBezTo>
                  <a:cubicBezTo>
                    <a:pt x="384012" y="838200"/>
                    <a:pt x="398300" y="839153"/>
                    <a:pt x="405920" y="849630"/>
                  </a:cubicBezTo>
                  <a:cubicBezTo>
                    <a:pt x="449735" y="915353"/>
                    <a:pt x="504980" y="967740"/>
                    <a:pt x="574513" y="1005840"/>
                  </a:cubicBezTo>
                  <a:cubicBezTo>
                    <a:pt x="542128" y="1017270"/>
                    <a:pt x="531650" y="1034415"/>
                    <a:pt x="535460" y="1062990"/>
                  </a:cubicBezTo>
                  <a:cubicBezTo>
                    <a:pt x="539270" y="1086803"/>
                    <a:pt x="557368" y="1099185"/>
                    <a:pt x="587848" y="1099185"/>
                  </a:cubicBezTo>
                  <a:cubicBezTo>
                    <a:pt x="597373" y="1099185"/>
                    <a:pt x="605945" y="1100138"/>
                    <a:pt x="615470" y="1099185"/>
                  </a:cubicBezTo>
                  <a:cubicBezTo>
                    <a:pt x="630710" y="1097280"/>
                    <a:pt x="635473" y="1104900"/>
                    <a:pt x="635473" y="1119188"/>
                  </a:cubicBezTo>
                  <a:cubicBezTo>
                    <a:pt x="636425" y="1145858"/>
                    <a:pt x="639282" y="1171575"/>
                    <a:pt x="639282" y="1198245"/>
                  </a:cubicBezTo>
                  <a:cubicBezTo>
                    <a:pt x="639282" y="1279208"/>
                    <a:pt x="636425" y="1359218"/>
                    <a:pt x="626900" y="1439228"/>
                  </a:cubicBezTo>
                  <a:cubicBezTo>
                    <a:pt x="616423" y="1535430"/>
                    <a:pt x="594515" y="1628775"/>
                    <a:pt x="562130" y="1719263"/>
                  </a:cubicBezTo>
                  <a:cubicBezTo>
                    <a:pt x="532603" y="1803083"/>
                    <a:pt x="486882" y="1880235"/>
                    <a:pt x="427828" y="1946910"/>
                  </a:cubicBezTo>
                  <a:cubicBezTo>
                    <a:pt x="437353" y="1962150"/>
                    <a:pt x="453545" y="1960245"/>
                    <a:pt x="467832" y="1960245"/>
                  </a:cubicBezTo>
                  <a:cubicBezTo>
                    <a:pt x="534507" y="1961198"/>
                    <a:pt x="601182" y="1960245"/>
                    <a:pt x="667857" y="1960245"/>
                  </a:cubicBezTo>
                  <a:cubicBezTo>
                    <a:pt x="677382" y="1960245"/>
                    <a:pt x="687860" y="1960245"/>
                    <a:pt x="697385" y="1960245"/>
                  </a:cubicBezTo>
                  <a:lnTo>
                    <a:pt x="697385" y="1960245"/>
                  </a:lnTo>
                  <a:cubicBezTo>
                    <a:pt x="698338" y="1960245"/>
                    <a:pt x="700243" y="1960245"/>
                    <a:pt x="701195" y="1960245"/>
                  </a:cubicBezTo>
                  <a:cubicBezTo>
                    <a:pt x="702148" y="1960245"/>
                    <a:pt x="704053" y="1960245"/>
                    <a:pt x="705005" y="1960245"/>
                  </a:cubicBezTo>
                  <a:lnTo>
                    <a:pt x="705005" y="1960245"/>
                  </a:lnTo>
                  <a:cubicBezTo>
                    <a:pt x="714530" y="1960245"/>
                    <a:pt x="725007" y="1960245"/>
                    <a:pt x="734532" y="1960245"/>
                  </a:cubicBezTo>
                  <a:cubicBezTo>
                    <a:pt x="801207" y="1960245"/>
                    <a:pt x="867882" y="1960245"/>
                    <a:pt x="934557" y="1960245"/>
                  </a:cubicBezTo>
                  <a:cubicBezTo>
                    <a:pt x="948845" y="1960245"/>
                    <a:pt x="965038" y="1962150"/>
                    <a:pt x="974563" y="1946910"/>
                  </a:cubicBezTo>
                  <a:cubicBezTo>
                    <a:pt x="915507" y="1879283"/>
                    <a:pt x="869788" y="1803083"/>
                    <a:pt x="840260" y="1719263"/>
                  </a:cubicBezTo>
                  <a:cubicBezTo>
                    <a:pt x="807875" y="1628775"/>
                    <a:pt x="785968" y="1535430"/>
                    <a:pt x="775490" y="1439228"/>
                  </a:cubicBezTo>
                  <a:cubicBezTo>
                    <a:pt x="766918" y="1359218"/>
                    <a:pt x="763107" y="1278255"/>
                    <a:pt x="763107" y="1198245"/>
                  </a:cubicBezTo>
                  <a:cubicBezTo>
                    <a:pt x="763107" y="1171575"/>
                    <a:pt x="765965" y="1145858"/>
                    <a:pt x="766918" y="1119188"/>
                  </a:cubicBezTo>
                  <a:cubicBezTo>
                    <a:pt x="766918" y="1104900"/>
                    <a:pt x="770728" y="1097280"/>
                    <a:pt x="786920" y="1099185"/>
                  </a:cubicBezTo>
                  <a:cubicBezTo>
                    <a:pt x="795493" y="1100138"/>
                    <a:pt x="805018" y="1099185"/>
                    <a:pt x="814543" y="1099185"/>
                  </a:cubicBezTo>
                  <a:cubicBezTo>
                    <a:pt x="845023" y="1099185"/>
                    <a:pt x="863120" y="1086803"/>
                    <a:pt x="866930" y="1062990"/>
                  </a:cubicBezTo>
                  <a:cubicBezTo>
                    <a:pt x="871693" y="1034415"/>
                    <a:pt x="860263" y="1017270"/>
                    <a:pt x="827878" y="1005840"/>
                  </a:cubicBezTo>
                  <a:cubicBezTo>
                    <a:pt x="898363" y="967740"/>
                    <a:pt x="953607" y="915353"/>
                    <a:pt x="996470" y="849630"/>
                  </a:cubicBezTo>
                  <a:cubicBezTo>
                    <a:pt x="1004090" y="839153"/>
                    <a:pt x="1017425" y="838200"/>
                    <a:pt x="1028855" y="835343"/>
                  </a:cubicBezTo>
                  <a:cubicBezTo>
                    <a:pt x="1138393" y="802958"/>
                    <a:pt x="1220307" y="735330"/>
                    <a:pt x="1283173" y="641985"/>
                  </a:cubicBezTo>
                  <a:cubicBezTo>
                    <a:pt x="1332703" y="567690"/>
                    <a:pt x="1360325" y="484823"/>
                    <a:pt x="1379375" y="400050"/>
                  </a:cubicBezTo>
                  <a:cubicBezTo>
                    <a:pt x="1402235" y="308610"/>
                    <a:pt x="1407950" y="216218"/>
                    <a:pt x="1404140" y="122873"/>
                  </a:cubicBezTo>
                  <a:close/>
                  <a:moveTo>
                    <a:pt x="284000" y="731520"/>
                  </a:moveTo>
                  <a:cubicBezTo>
                    <a:pt x="215420" y="686753"/>
                    <a:pt x="166843" y="621983"/>
                    <a:pt x="132553" y="548640"/>
                  </a:cubicBezTo>
                  <a:cubicBezTo>
                    <a:pt x="104930" y="488633"/>
                    <a:pt x="86832" y="425768"/>
                    <a:pt x="74450" y="360998"/>
                  </a:cubicBezTo>
                  <a:cubicBezTo>
                    <a:pt x="63020" y="299085"/>
                    <a:pt x="60162" y="237173"/>
                    <a:pt x="60162" y="174308"/>
                  </a:cubicBezTo>
                  <a:cubicBezTo>
                    <a:pt x="60162" y="162878"/>
                    <a:pt x="63973" y="158115"/>
                    <a:pt x="75403" y="158115"/>
                  </a:cubicBezTo>
                  <a:cubicBezTo>
                    <a:pt x="115407" y="159068"/>
                    <a:pt x="156365" y="158115"/>
                    <a:pt x="196370" y="158115"/>
                  </a:cubicBezTo>
                  <a:cubicBezTo>
                    <a:pt x="203037" y="158115"/>
                    <a:pt x="209705" y="158115"/>
                    <a:pt x="209705" y="167640"/>
                  </a:cubicBezTo>
                  <a:cubicBezTo>
                    <a:pt x="208753" y="192405"/>
                    <a:pt x="218278" y="216218"/>
                    <a:pt x="219230" y="240983"/>
                  </a:cubicBezTo>
                  <a:cubicBezTo>
                    <a:pt x="222087" y="300990"/>
                    <a:pt x="235423" y="360045"/>
                    <a:pt x="246853" y="420053"/>
                  </a:cubicBezTo>
                  <a:cubicBezTo>
                    <a:pt x="257330" y="476250"/>
                    <a:pt x="271618" y="531495"/>
                    <a:pt x="286857" y="585788"/>
                  </a:cubicBezTo>
                  <a:cubicBezTo>
                    <a:pt x="304003" y="645795"/>
                    <a:pt x="326862" y="704850"/>
                    <a:pt x="356390" y="764858"/>
                  </a:cubicBezTo>
                  <a:cubicBezTo>
                    <a:pt x="325910" y="762000"/>
                    <a:pt x="304955" y="745808"/>
                    <a:pt x="284000" y="731520"/>
                  </a:cubicBezTo>
                  <a:close/>
                  <a:moveTo>
                    <a:pt x="1331750" y="360998"/>
                  </a:moveTo>
                  <a:cubicBezTo>
                    <a:pt x="1319368" y="425768"/>
                    <a:pt x="1302223" y="488633"/>
                    <a:pt x="1273648" y="548640"/>
                  </a:cubicBezTo>
                  <a:cubicBezTo>
                    <a:pt x="1239357" y="621983"/>
                    <a:pt x="1190780" y="686753"/>
                    <a:pt x="1122200" y="731520"/>
                  </a:cubicBezTo>
                  <a:cubicBezTo>
                    <a:pt x="1101245" y="744855"/>
                    <a:pt x="1080290" y="762000"/>
                    <a:pt x="1048857" y="765810"/>
                  </a:cubicBezTo>
                  <a:cubicBezTo>
                    <a:pt x="1078385" y="704850"/>
                    <a:pt x="1101245" y="646748"/>
                    <a:pt x="1118390" y="586740"/>
                  </a:cubicBezTo>
                  <a:cubicBezTo>
                    <a:pt x="1134582" y="532448"/>
                    <a:pt x="1147918" y="477203"/>
                    <a:pt x="1158395" y="421005"/>
                  </a:cubicBezTo>
                  <a:cubicBezTo>
                    <a:pt x="1169825" y="361950"/>
                    <a:pt x="1183160" y="302895"/>
                    <a:pt x="1186018" y="241935"/>
                  </a:cubicBezTo>
                  <a:cubicBezTo>
                    <a:pt x="1186970" y="217170"/>
                    <a:pt x="1196495" y="193358"/>
                    <a:pt x="1195543" y="168593"/>
                  </a:cubicBezTo>
                  <a:cubicBezTo>
                    <a:pt x="1195543" y="159068"/>
                    <a:pt x="1202210" y="159068"/>
                    <a:pt x="1208878" y="159068"/>
                  </a:cubicBezTo>
                  <a:cubicBezTo>
                    <a:pt x="1248882" y="159068"/>
                    <a:pt x="1289840" y="159068"/>
                    <a:pt x="1329845" y="159068"/>
                  </a:cubicBezTo>
                  <a:cubicBezTo>
                    <a:pt x="1341275" y="159068"/>
                    <a:pt x="1345085" y="163830"/>
                    <a:pt x="1345085" y="175260"/>
                  </a:cubicBezTo>
                  <a:cubicBezTo>
                    <a:pt x="1346990" y="237173"/>
                    <a:pt x="1343180" y="299085"/>
                    <a:pt x="1331750" y="360998"/>
                  </a:cubicBezTo>
                  <a:close/>
                </a:path>
              </a:pathLst>
            </a:custGeom>
            <a:solidFill>
              <a:srgbClr val="FCC90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10736937" y="213918"/>
              <a:ext cx="307998" cy="853237"/>
            </a:xfrm>
            <a:custGeom>
              <a:avLst/>
              <a:gdLst>
                <a:gd name="connsiteX0" fmla="*/ 2261 w 704850"/>
                <a:gd name="connsiteY0" fmla="*/ 1960245 h 1952625"/>
                <a:gd name="connsiteX1" fmla="*/ 39409 w 704850"/>
                <a:gd name="connsiteY1" fmla="*/ 1960245 h 1952625"/>
                <a:gd name="connsiteX2" fmla="*/ 239434 w 704850"/>
                <a:gd name="connsiteY2" fmla="*/ 1960245 h 1952625"/>
                <a:gd name="connsiteX3" fmla="*/ 279439 w 704850"/>
                <a:gd name="connsiteY3" fmla="*/ 1946910 h 1952625"/>
                <a:gd name="connsiteX4" fmla="*/ 145136 w 704850"/>
                <a:gd name="connsiteY4" fmla="*/ 1719263 h 1952625"/>
                <a:gd name="connsiteX5" fmla="*/ 80366 w 704850"/>
                <a:gd name="connsiteY5" fmla="*/ 1439228 h 1952625"/>
                <a:gd name="connsiteX6" fmla="*/ 67984 w 704850"/>
                <a:gd name="connsiteY6" fmla="*/ 1198245 h 1952625"/>
                <a:gd name="connsiteX7" fmla="*/ 71794 w 704850"/>
                <a:gd name="connsiteY7" fmla="*/ 1119188 h 1952625"/>
                <a:gd name="connsiteX8" fmla="*/ 91796 w 704850"/>
                <a:gd name="connsiteY8" fmla="*/ 1099185 h 1952625"/>
                <a:gd name="connsiteX9" fmla="*/ 119419 w 704850"/>
                <a:gd name="connsiteY9" fmla="*/ 1099185 h 1952625"/>
                <a:gd name="connsiteX10" fmla="*/ 171806 w 704850"/>
                <a:gd name="connsiteY10" fmla="*/ 1062990 h 1952625"/>
                <a:gd name="connsiteX11" fmla="*/ 132754 w 704850"/>
                <a:gd name="connsiteY11" fmla="*/ 1005840 h 1952625"/>
                <a:gd name="connsiteX12" fmla="*/ 301346 w 704850"/>
                <a:gd name="connsiteY12" fmla="*/ 849630 h 1952625"/>
                <a:gd name="connsiteX13" fmla="*/ 333731 w 704850"/>
                <a:gd name="connsiteY13" fmla="*/ 835343 h 1952625"/>
                <a:gd name="connsiteX14" fmla="*/ 588049 w 704850"/>
                <a:gd name="connsiteY14" fmla="*/ 641985 h 1952625"/>
                <a:gd name="connsiteX15" fmla="*/ 684251 w 704850"/>
                <a:gd name="connsiteY15" fmla="*/ 400050 h 1952625"/>
                <a:gd name="connsiteX16" fmla="*/ 706159 w 704850"/>
                <a:gd name="connsiteY16" fmla="*/ 122873 h 1952625"/>
                <a:gd name="connsiteX17" fmla="*/ 682346 w 704850"/>
                <a:gd name="connsiteY17" fmla="*/ 100013 h 1952625"/>
                <a:gd name="connsiteX18" fmla="*/ 526136 w 704850"/>
                <a:gd name="connsiteY18" fmla="*/ 100965 h 1952625"/>
                <a:gd name="connsiteX19" fmla="*/ 502324 w 704850"/>
                <a:gd name="connsiteY19" fmla="*/ 77153 h 1952625"/>
                <a:gd name="connsiteX20" fmla="*/ 503276 w 704850"/>
                <a:gd name="connsiteY20" fmla="*/ 20003 h 1952625"/>
                <a:gd name="connsiteX21" fmla="*/ 485179 w 704850"/>
                <a:gd name="connsiteY21" fmla="*/ 0 h 1952625"/>
                <a:gd name="connsiteX22" fmla="*/ 1309 w 704850"/>
                <a:gd name="connsiteY22" fmla="*/ 1905 h 1952625"/>
                <a:gd name="connsiteX23" fmla="*/ 356 w 704850"/>
                <a:gd name="connsiteY23" fmla="*/ 545783 h 1952625"/>
                <a:gd name="connsiteX24" fmla="*/ 356 w 704850"/>
                <a:gd name="connsiteY24" fmla="*/ 1960245 h 1952625"/>
                <a:gd name="connsiteX25" fmla="*/ 351829 w 704850"/>
                <a:gd name="connsiteY25" fmla="*/ 762953 h 1952625"/>
                <a:gd name="connsiteX26" fmla="*/ 421361 w 704850"/>
                <a:gd name="connsiteY26" fmla="*/ 583883 h 1952625"/>
                <a:gd name="connsiteX27" fmla="*/ 461366 w 704850"/>
                <a:gd name="connsiteY27" fmla="*/ 418148 h 1952625"/>
                <a:gd name="connsiteX28" fmla="*/ 488989 w 704850"/>
                <a:gd name="connsiteY28" fmla="*/ 239078 h 1952625"/>
                <a:gd name="connsiteX29" fmla="*/ 498514 w 704850"/>
                <a:gd name="connsiteY29" fmla="*/ 165735 h 1952625"/>
                <a:gd name="connsiteX30" fmla="*/ 511849 w 704850"/>
                <a:gd name="connsiteY30" fmla="*/ 156210 h 1952625"/>
                <a:gd name="connsiteX31" fmla="*/ 632816 w 704850"/>
                <a:gd name="connsiteY31" fmla="*/ 156210 h 1952625"/>
                <a:gd name="connsiteX32" fmla="*/ 648056 w 704850"/>
                <a:gd name="connsiteY32" fmla="*/ 172403 h 1952625"/>
                <a:gd name="connsiteX33" fmla="*/ 633769 w 704850"/>
                <a:gd name="connsiteY33" fmla="*/ 359093 h 1952625"/>
                <a:gd name="connsiteX34" fmla="*/ 575666 w 704850"/>
                <a:gd name="connsiteY34" fmla="*/ 546735 h 1952625"/>
                <a:gd name="connsiteX35" fmla="*/ 424219 w 704850"/>
                <a:gd name="connsiteY35" fmla="*/ 729615 h 1952625"/>
                <a:gd name="connsiteX36" fmla="*/ 351829 w 704850"/>
                <a:gd name="connsiteY36" fmla="*/ 762953 h 195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04850" h="1952625">
                  <a:moveTo>
                    <a:pt x="2261" y="1960245"/>
                  </a:moveTo>
                  <a:cubicBezTo>
                    <a:pt x="14644" y="1960245"/>
                    <a:pt x="27026" y="1960245"/>
                    <a:pt x="39409" y="1960245"/>
                  </a:cubicBezTo>
                  <a:cubicBezTo>
                    <a:pt x="106084" y="1960245"/>
                    <a:pt x="172759" y="1960245"/>
                    <a:pt x="239434" y="1960245"/>
                  </a:cubicBezTo>
                  <a:cubicBezTo>
                    <a:pt x="253721" y="1960245"/>
                    <a:pt x="269914" y="1962150"/>
                    <a:pt x="279439" y="1946910"/>
                  </a:cubicBezTo>
                  <a:cubicBezTo>
                    <a:pt x="220384" y="1879283"/>
                    <a:pt x="174664" y="1803083"/>
                    <a:pt x="145136" y="1719263"/>
                  </a:cubicBezTo>
                  <a:cubicBezTo>
                    <a:pt x="112751" y="1628775"/>
                    <a:pt x="90844" y="1535430"/>
                    <a:pt x="80366" y="1439228"/>
                  </a:cubicBezTo>
                  <a:cubicBezTo>
                    <a:pt x="71794" y="1359218"/>
                    <a:pt x="67984" y="1278255"/>
                    <a:pt x="67984" y="1198245"/>
                  </a:cubicBezTo>
                  <a:cubicBezTo>
                    <a:pt x="67984" y="1171575"/>
                    <a:pt x="70841" y="1145858"/>
                    <a:pt x="71794" y="1119188"/>
                  </a:cubicBezTo>
                  <a:cubicBezTo>
                    <a:pt x="71794" y="1104900"/>
                    <a:pt x="75604" y="1097280"/>
                    <a:pt x="91796" y="1099185"/>
                  </a:cubicBezTo>
                  <a:cubicBezTo>
                    <a:pt x="100369" y="1100138"/>
                    <a:pt x="109894" y="1099185"/>
                    <a:pt x="119419" y="1099185"/>
                  </a:cubicBezTo>
                  <a:cubicBezTo>
                    <a:pt x="149899" y="1099185"/>
                    <a:pt x="167996" y="1086803"/>
                    <a:pt x="171806" y="1062990"/>
                  </a:cubicBezTo>
                  <a:cubicBezTo>
                    <a:pt x="176569" y="1034415"/>
                    <a:pt x="165139" y="1017270"/>
                    <a:pt x="132754" y="1005840"/>
                  </a:cubicBezTo>
                  <a:cubicBezTo>
                    <a:pt x="203239" y="967740"/>
                    <a:pt x="258484" y="915353"/>
                    <a:pt x="301346" y="849630"/>
                  </a:cubicBezTo>
                  <a:cubicBezTo>
                    <a:pt x="308966" y="839153"/>
                    <a:pt x="322301" y="838200"/>
                    <a:pt x="333731" y="835343"/>
                  </a:cubicBezTo>
                  <a:cubicBezTo>
                    <a:pt x="443269" y="802958"/>
                    <a:pt x="525184" y="735330"/>
                    <a:pt x="588049" y="641985"/>
                  </a:cubicBezTo>
                  <a:cubicBezTo>
                    <a:pt x="637579" y="567690"/>
                    <a:pt x="665201" y="484823"/>
                    <a:pt x="684251" y="400050"/>
                  </a:cubicBezTo>
                  <a:cubicBezTo>
                    <a:pt x="704254" y="309563"/>
                    <a:pt x="709969" y="216218"/>
                    <a:pt x="706159" y="122873"/>
                  </a:cubicBezTo>
                  <a:cubicBezTo>
                    <a:pt x="705206" y="106680"/>
                    <a:pt x="699491" y="100013"/>
                    <a:pt x="682346" y="100013"/>
                  </a:cubicBezTo>
                  <a:cubicBezTo>
                    <a:pt x="629959" y="100965"/>
                    <a:pt x="578524" y="99060"/>
                    <a:pt x="526136" y="100965"/>
                  </a:cubicBezTo>
                  <a:cubicBezTo>
                    <a:pt x="507086" y="100965"/>
                    <a:pt x="501371" y="94298"/>
                    <a:pt x="502324" y="77153"/>
                  </a:cubicBezTo>
                  <a:cubicBezTo>
                    <a:pt x="503276" y="58103"/>
                    <a:pt x="502324" y="39053"/>
                    <a:pt x="503276" y="20003"/>
                  </a:cubicBezTo>
                  <a:cubicBezTo>
                    <a:pt x="504229" y="6668"/>
                    <a:pt x="499466" y="0"/>
                    <a:pt x="485179" y="0"/>
                  </a:cubicBezTo>
                  <a:cubicBezTo>
                    <a:pt x="326111" y="952"/>
                    <a:pt x="161329" y="952"/>
                    <a:pt x="1309" y="1905"/>
                  </a:cubicBezTo>
                  <a:cubicBezTo>
                    <a:pt x="-1549" y="5715"/>
                    <a:pt x="1309" y="545783"/>
                    <a:pt x="356" y="545783"/>
                  </a:cubicBezTo>
                  <a:lnTo>
                    <a:pt x="356" y="1960245"/>
                  </a:lnTo>
                  <a:close/>
                  <a:moveTo>
                    <a:pt x="351829" y="762953"/>
                  </a:moveTo>
                  <a:cubicBezTo>
                    <a:pt x="381356" y="701993"/>
                    <a:pt x="404216" y="643890"/>
                    <a:pt x="421361" y="583883"/>
                  </a:cubicBezTo>
                  <a:cubicBezTo>
                    <a:pt x="437554" y="529590"/>
                    <a:pt x="450889" y="474345"/>
                    <a:pt x="461366" y="418148"/>
                  </a:cubicBezTo>
                  <a:cubicBezTo>
                    <a:pt x="472796" y="359093"/>
                    <a:pt x="486131" y="300038"/>
                    <a:pt x="488989" y="239078"/>
                  </a:cubicBezTo>
                  <a:cubicBezTo>
                    <a:pt x="489941" y="214313"/>
                    <a:pt x="499466" y="190500"/>
                    <a:pt x="498514" y="165735"/>
                  </a:cubicBezTo>
                  <a:cubicBezTo>
                    <a:pt x="498514" y="156210"/>
                    <a:pt x="505181" y="156210"/>
                    <a:pt x="511849" y="156210"/>
                  </a:cubicBezTo>
                  <a:cubicBezTo>
                    <a:pt x="551854" y="156210"/>
                    <a:pt x="592811" y="156210"/>
                    <a:pt x="632816" y="156210"/>
                  </a:cubicBezTo>
                  <a:cubicBezTo>
                    <a:pt x="644246" y="156210"/>
                    <a:pt x="648056" y="160973"/>
                    <a:pt x="648056" y="172403"/>
                  </a:cubicBezTo>
                  <a:cubicBezTo>
                    <a:pt x="648056" y="235268"/>
                    <a:pt x="645199" y="297180"/>
                    <a:pt x="633769" y="359093"/>
                  </a:cubicBezTo>
                  <a:cubicBezTo>
                    <a:pt x="621386" y="423863"/>
                    <a:pt x="604241" y="486728"/>
                    <a:pt x="575666" y="546735"/>
                  </a:cubicBezTo>
                  <a:cubicBezTo>
                    <a:pt x="541376" y="620078"/>
                    <a:pt x="492799" y="684848"/>
                    <a:pt x="424219" y="729615"/>
                  </a:cubicBezTo>
                  <a:cubicBezTo>
                    <a:pt x="405169" y="742950"/>
                    <a:pt x="383261" y="759143"/>
                    <a:pt x="351829" y="762953"/>
                  </a:cubicBezTo>
                  <a:close/>
                </a:path>
              </a:pathLst>
            </a:custGeom>
            <a:solidFill>
              <a:srgbClr val="F3C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10599659" y="1064241"/>
              <a:ext cx="278863" cy="12486"/>
            </a:xfrm>
            <a:custGeom>
              <a:avLst/>
              <a:gdLst>
                <a:gd name="connsiteX0" fmla="*/ 641225 w 638175"/>
                <a:gd name="connsiteY0" fmla="*/ 35242 h 28575"/>
                <a:gd name="connsiteX1" fmla="*/ 193 w 638175"/>
                <a:gd name="connsiteY1" fmla="*/ 34290 h 28575"/>
                <a:gd name="connsiteX2" fmla="*/ 46865 w 638175"/>
                <a:gd name="connsiteY2" fmla="*/ 0 h 28575"/>
                <a:gd name="connsiteX3" fmla="*/ 75440 w 638175"/>
                <a:gd name="connsiteY3" fmla="*/ 3810 h 28575"/>
                <a:gd name="connsiteX4" fmla="*/ 565978 w 638175"/>
                <a:gd name="connsiteY4" fmla="*/ 3810 h 28575"/>
                <a:gd name="connsiteX5" fmla="*/ 594553 w 638175"/>
                <a:gd name="connsiteY5" fmla="*/ 0 h 28575"/>
                <a:gd name="connsiteX6" fmla="*/ 608840 w 638175"/>
                <a:gd name="connsiteY6" fmla="*/ 2857 h 28575"/>
                <a:gd name="connsiteX7" fmla="*/ 641225 w 638175"/>
                <a:gd name="connsiteY7" fmla="*/ 3524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8175" h="28575">
                  <a:moveTo>
                    <a:pt x="641225" y="35242"/>
                  </a:moveTo>
                  <a:cubicBezTo>
                    <a:pt x="427865" y="35242"/>
                    <a:pt x="213553" y="35242"/>
                    <a:pt x="193" y="34290"/>
                  </a:cubicBezTo>
                  <a:cubicBezTo>
                    <a:pt x="-2665" y="-1905"/>
                    <a:pt x="26863" y="5715"/>
                    <a:pt x="46865" y="0"/>
                  </a:cubicBezTo>
                  <a:cubicBezTo>
                    <a:pt x="56390" y="952"/>
                    <a:pt x="65915" y="3810"/>
                    <a:pt x="75440" y="3810"/>
                  </a:cubicBezTo>
                  <a:cubicBezTo>
                    <a:pt x="239270" y="3810"/>
                    <a:pt x="403100" y="3810"/>
                    <a:pt x="565978" y="3810"/>
                  </a:cubicBezTo>
                  <a:cubicBezTo>
                    <a:pt x="575503" y="3810"/>
                    <a:pt x="585980" y="3810"/>
                    <a:pt x="594553" y="0"/>
                  </a:cubicBezTo>
                  <a:cubicBezTo>
                    <a:pt x="599315" y="952"/>
                    <a:pt x="604078" y="2857"/>
                    <a:pt x="608840" y="2857"/>
                  </a:cubicBezTo>
                  <a:cubicBezTo>
                    <a:pt x="633605" y="1905"/>
                    <a:pt x="643130" y="12382"/>
                    <a:pt x="641225" y="35242"/>
                  </a:cubicBezTo>
                  <a:close/>
                </a:path>
              </a:pathLst>
            </a:custGeom>
            <a:solidFill>
              <a:srgbClr val="F65B3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10550630" y="1265195"/>
              <a:ext cx="366268" cy="4162"/>
            </a:xfrm>
            <a:custGeom>
              <a:avLst/>
              <a:gdLst>
                <a:gd name="connsiteX0" fmla="*/ 0 w 838200"/>
                <a:gd name="connsiteY0" fmla="*/ 1129 h 9525"/>
                <a:gd name="connsiteX1" fmla="*/ 818197 w 838200"/>
                <a:gd name="connsiteY1" fmla="*/ 1129 h 9525"/>
                <a:gd name="connsiteX2" fmla="*/ 839152 w 838200"/>
                <a:gd name="connsiteY2" fmla="*/ 9701 h 9525"/>
                <a:gd name="connsiteX3" fmla="*/ 762952 w 838200"/>
                <a:gd name="connsiteY3" fmla="*/ 10654 h 9525"/>
                <a:gd name="connsiteX4" fmla="*/ 24765 w 838200"/>
                <a:gd name="connsiteY4" fmla="*/ 9701 h 9525"/>
                <a:gd name="connsiteX5" fmla="*/ 0 w 838200"/>
                <a:gd name="connsiteY5" fmla="*/ 112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200" h="9525">
                  <a:moveTo>
                    <a:pt x="0" y="1129"/>
                  </a:moveTo>
                  <a:cubicBezTo>
                    <a:pt x="272415" y="1129"/>
                    <a:pt x="545782" y="1129"/>
                    <a:pt x="818197" y="1129"/>
                  </a:cubicBezTo>
                  <a:cubicBezTo>
                    <a:pt x="825817" y="1129"/>
                    <a:pt x="837247" y="-4586"/>
                    <a:pt x="839152" y="9701"/>
                  </a:cubicBezTo>
                  <a:cubicBezTo>
                    <a:pt x="813435" y="9701"/>
                    <a:pt x="787717" y="10654"/>
                    <a:pt x="762952" y="10654"/>
                  </a:cubicBezTo>
                  <a:cubicBezTo>
                    <a:pt x="517207" y="10654"/>
                    <a:pt x="271463" y="10654"/>
                    <a:pt x="24765" y="9701"/>
                  </a:cubicBezTo>
                  <a:cubicBezTo>
                    <a:pt x="17145" y="10654"/>
                    <a:pt x="2857" y="19226"/>
                    <a:pt x="0" y="1129"/>
                  </a:cubicBezTo>
                  <a:close/>
                </a:path>
              </a:pathLst>
            </a:custGeom>
            <a:solidFill>
              <a:srgbClr val="78201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10594332" y="237762"/>
              <a:ext cx="291349" cy="270538"/>
            </a:xfrm>
            <a:custGeom>
              <a:avLst/>
              <a:gdLst>
                <a:gd name="connsiteX0" fmla="*/ 324802 w 666750"/>
                <a:gd name="connsiteY0" fmla="*/ 4488 h 619125"/>
                <a:gd name="connsiteX1" fmla="*/ 341947 w 666750"/>
                <a:gd name="connsiteY1" fmla="*/ 12108 h 619125"/>
                <a:gd name="connsiteX2" fmla="*/ 402907 w 666750"/>
                <a:gd name="connsiteY2" fmla="*/ 205465 h 619125"/>
                <a:gd name="connsiteX3" fmla="*/ 440055 w 666750"/>
                <a:gd name="connsiteY3" fmla="*/ 234040 h 619125"/>
                <a:gd name="connsiteX4" fmla="*/ 669607 w 666750"/>
                <a:gd name="connsiteY4" fmla="*/ 233088 h 619125"/>
                <a:gd name="connsiteX5" fmla="*/ 641985 w 666750"/>
                <a:gd name="connsiteY5" fmla="*/ 255948 h 619125"/>
                <a:gd name="connsiteX6" fmla="*/ 483870 w 666750"/>
                <a:gd name="connsiteY6" fmla="*/ 370248 h 619125"/>
                <a:gd name="connsiteX7" fmla="*/ 469582 w 666750"/>
                <a:gd name="connsiteY7" fmla="*/ 411205 h 619125"/>
                <a:gd name="connsiteX8" fmla="*/ 533400 w 666750"/>
                <a:gd name="connsiteY8" fmla="*/ 611230 h 619125"/>
                <a:gd name="connsiteX9" fmla="*/ 538163 w 666750"/>
                <a:gd name="connsiteY9" fmla="*/ 626470 h 619125"/>
                <a:gd name="connsiteX10" fmla="*/ 482917 w 666750"/>
                <a:gd name="connsiteY10" fmla="*/ 590275 h 619125"/>
                <a:gd name="connsiteX11" fmla="*/ 352425 w 666750"/>
                <a:gd name="connsiteY11" fmla="*/ 496930 h 619125"/>
                <a:gd name="connsiteX12" fmla="*/ 326707 w 666750"/>
                <a:gd name="connsiteY12" fmla="*/ 488358 h 619125"/>
                <a:gd name="connsiteX13" fmla="*/ 217170 w 666750"/>
                <a:gd name="connsiteY13" fmla="*/ 563605 h 619125"/>
                <a:gd name="connsiteX14" fmla="*/ 124777 w 666750"/>
                <a:gd name="connsiteY14" fmla="*/ 624565 h 619125"/>
                <a:gd name="connsiteX15" fmla="*/ 149542 w 666750"/>
                <a:gd name="connsiteY15" fmla="*/ 546460 h 619125"/>
                <a:gd name="connsiteX16" fmla="*/ 194310 w 666750"/>
                <a:gd name="connsiteY16" fmla="*/ 409300 h 619125"/>
                <a:gd name="connsiteX17" fmla="*/ 180975 w 666750"/>
                <a:gd name="connsiteY17" fmla="*/ 371200 h 619125"/>
                <a:gd name="connsiteX18" fmla="*/ 16192 w 666750"/>
                <a:gd name="connsiteY18" fmla="*/ 252138 h 619125"/>
                <a:gd name="connsiteX19" fmla="*/ 0 w 666750"/>
                <a:gd name="connsiteY19" fmla="*/ 233088 h 619125"/>
                <a:gd name="connsiteX20" fmla="*/ 112395 w 666750"/>
                <a:gd name="connsiteY20" fmla="*/ 233088 h 619125"/>
                <a:gd name="connsiteX21" fmla="*/ 220980 w 666750"/>
                <a:gd name="connsiteY21" fmla="*/ 234993 h 619125"/>
                <a:gd name="connsiteX22" fmla="*/ 259080 w 666750"/>
                <a:gd name="connsiteY22" fmla="*/ 210228 h 619125"/>
                <a:gd name="connsiteX23" fmla="*/ 322897 w 666750"/>
                <a:gd name="connsiteY23" fmla="*/ 12108 h 619125"/>
                <a:gd name="connsiteX24" fmla="*/ 324802 w 666750"/>
                <a:gd name="connsiteY24" fmla="*/ 4488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66750" h="619125">
                  <a:moveTo>
                    <a:pt x="324802" y="4488"/>
                  </a:moveTo>
                  <a:cubicBezTo>
                    <a:pt x="337185" y="-6942"/>
                    <a:pt x="340042" y="6393"/>
                    <a:pt x="341947" y="12108"/>
                  </a:cubicBezTo>
                  <a:cubicBezTo>
                    <a:pt x="362902" y="75925"/>
                    <a:pt x="384810" y="140695"/>
                    <a:pt x="402907" y="205465"/>
                  </a:cubicBezTo>
                  <a:cubicBezTo>
                    <a:pt x="408622" y="226420"/>
                    <a:pt x="417195" y="234040"/>
                    <a:pt x="440055" y="234040"/>
                  </a:cubicBezTo>
                  <a:cubicBezTo>
                    <a:pt x="514350" y="233088"/>
                    <a:pt x="587692" y="233088"/>
                    <a:pt x="669607" y="233088"/>
                  </a:cubicBezTo>
                  <a:cubicBezTo>
                    <a:pt x="657225" y="243565"/>
                    <a:pt x="649605" y="250233"/>
                    <a:pt x="641985" y="255948"/>
                  </a:cubicBezTo>
                  <a:cubicBezTo>
                    <a:pt x="589597" y="294048"/>
                    <a:pt x="537210" y="333100"/>
                    <a:pt x="483870" y="370248"/>
                  </a:cubicBezTo>
                  <a:cubicBezTo>
                    <a:pt x="467677" y="381678"/>
                    <a:pt x="461963" y="389298"/>
                    <a:pt x="469582" y="411205"/>
                  </a:cubicBezTo>
                  <a:cubicBezTo>
                    <a:pt x="493395" y="476928"/>
                    <a:pt x="512445" y="544555"/>
                    <a:pt x="533400" y="611230"/>
                  </a:cubicBezTo>
                  <a:cubicBezTo>
                    <a:pt x="534352" y="615993"/>
                    <a:pt x="541020" y="617898"/>
                    <a:pt x="538163" y="626470"/>
                  </a:cubicBezTo>
                  <a:cubicBezTo>
                    <a:pt x="516255" y="619803"/>
                    <a:pt x="501015" y="602658"/>
                    <a:pt x="482917" y="590275"/>
                  </a:cubicBezTo>
                  <a:cubicBezTo>
                    <a:pt x="439102" y="559795"/>
                    <a:pt x="396240" y="527410"/>
                    <a:pt x="352425" y="496930"/>
                  </a:cubicBezTo>
                  <a:cubicBezTo>
                    <a:pt x="344805" y="492168"/>
                    <a:pt x="339090" y="480738"/>
                    <a:pt x="326707" y="488358"/>
                  </a:cubicBezTo>
                  <a:cubicBezTo>
                    <a:pt x="286702" y="508360"/>
                    <a:pt x="254317" y="538840"/>
                    <a:pt x="217170" y="563605"/>
                  </a:cubicBezTo>
                  <a:cubicBezTo>
                    <a:pt x="186690" y="583608"/>
                    <a:pt x="159067" y="606468"/>
                    <a:pt x="124777" y="624565"/>
                  </a:cubicBezTo>
                  <a:cubicBezTo>
                    <a:pt x="133350" y="598848"/>
                    <a:pt x="140970" y="572178"/>
                    <a:pt x="149542" y="546460"/>
                  </a:cubicBezTo>
                  <a:cubicBezTo>
                    <a:pt x="164782" y="500740"/>
                    <a:pt x="178117" y="455020"/>
                    <a:pt x="194310" y="409300"/>
                  </a:cubicBezTo>
                  <a:cubicBezTo>
                    <a:pt x="200977" y="391203"/>
                    <a:pt x="195263" y="380725"/>
                    <a:pt x="180975" y="371200"/>
                  </a:cubicBezTo>
                  <a:cubicBezTo>
                    <a:pt x="125730" y="332148"/>
                    <a:pt x="71438" y="291190"/>
                    <a:pt x="16192" y="252138"/>
                  </a:cubicBezTo>
                  <a:cubicBezTo>
                    <a:pt x="10477" y="248328"/>
                    <a:pt x="5715" y="243565"/>
                    <a:pt x="0" y="233088"/>
                  </a:cubicBezTo>
                  <a:cubicBezTo>
                    <a:pt x="39052" y="233088"/>
                    <a:pt x="76200" y="233088"/>
                    <a:pt x="112395" y="233088"/>
                  </a:cubicBezTo>
                  <a:cubicBezTo>
                    <a:pt x="148590" y="233088"/>
                    <a:pt x="184785" y="233088"/>
                    <a:pt x="220980" y="234993"/>
                  </a:cubicBezTo>
                  <a:cubicBezTo>
                    <a:pt x="240030" y="235945"/>
                    <a:pt x="252413" y="231183"/>
                    <a:pt x="259080" y="210228"/>
                  </a:cubicBezTo>
                  <a:cubicBezTo>
                    <a:pt x="279082" y="144505"/>
                    <a:pt x="300990" y="78783"/>
                    <a:pt x="322897" y="12108"/>
                  </a:cubicBezTo>
                  <a:cubicBezTo>
                    <a:pt x="325755" y="11155"/>
                    <a:pt x="324802" y="7345"/>
                    <a:pt x="324802" y="4488"/>
                  </a:cubicBezTo>
                  <a:close/>
                </a:path>
              </a:pathLst>
            </a:custGeom>
            <a:solidFill>
              <a:srgbClr val="FCFC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Rectangle: Rounded Corners 44"/>
          <p:cNvSpPr/>
          <p:nvPr/>
        </p:nvSpPr>
        <p:spPr>
          <a:xfrm>
            <a:off x="7181162" y="5365949"/>
            <a:ext cx="4592133" cy="910517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The partner trusts you, strengthening the relationship and paving the way for a successful agreement.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u="sng" dirty="0"/>
              <a:t>What to Avoid (Risks &amp; </a:t>
            </a:r>
            <a:r>
              <a:rPr lang="en-US" u="sng" dirty="0">
                <a:solidFill>
                  <a:srgbClr val="F20000"/>
                </a:solidFill>
                <a:latin typeface="+mn-lt"/>
              </a:rPr>
              <a:t>Impact</a:t>
            </a:r>
            <a:r>
              <a:rPr lang="en-US" u="sng" dirty="0"/>
              <a:t>)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209788" y="2051297"/>
            <a:ext cx="2762596" cy="2841722"/>
            <a:chOff x="209788" y="2051297"/>
            <a:chExt cx="2762596" cy="2841722"/>
          </a:xfrm>
        </p:grpSpPr>
        <p:grpSp>
          <p:nvGrpSpPr>
            <p:cNvPr id="3" name="Group 2"/>
            <p:cNvGrpSpPr/>
            <p:nvPr/>
          </p:nvGrpSpPr>
          <p:grpSpPr>
            <a:xfrm>
              <a:off x="1136862" y="3380850"/>
              <a:ext cx="1512168" cy="1512169"/>
              <a:chOff x="1109790" y="3082676"/>
              <a:chExt cx="1512168" cy="1512169"/>
            </a:xfrm>
          </p:grpSpPr>
          <p:sp>
            <p:nvSpPr>
              <p:cNvPr id="4" name="Diamond 3"/>
              <p:cNvSpPr/>
              <p:nvPr/>
            </p:nvSpPr>
            <p:spPr>
              <a:xfrm>
                <a:off x="1217874" y="3190760"/>
                <a:ext cx="1296000" cy="1296000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" name="Diamond 4"/>
              <p:cNvSpPr/>
              <p:nvPr/>
            </p:nvSpPr>
            <p:spPr>
              <a:xfrm>
                <a:off x="1109790" y="3082676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209788" y="2051297"/>
              <a:ext cx="276259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Ignoring seniority or challenging elders publicly</a:t>
              </a:r>
              <a:b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</a:br>
              <a:b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</a:br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IMPACT:</a:t>
              </a:r>
            </a:p>
            <a:p>
              <a:pPr algn="ctr"/>
              <a:r>
                <a:rPr lang="en-US" altLang="ko-KR" sz="1200" b="1" dirty="0">
                  <a:solidFill>
                    <a:srgbClr val="F20000"/>
                  </a:solidFill>
                  <a:cs typeface="Arial" panose="020B0604020202020204" pitchFamily="34" charset="0"/>
                </a:rPr>
                <a:t>Loss</a:t>
              </a:r>
              <a:r>
                <a:rPr lang="en-US" altLang="ko-KR" sz="1200" b="1" dirty="0">
                  <a:solidFill>
                    <a:srgbClr val="C00000"/>
                  </a:solidFill>
                  <a:cs typeface="Arial" panose="020B0604020202020204" pitchFamily="34" charset="0"/>
                </a:rPr>
                <a:t> </a:t>
              </a:r>
              <a:r>
                <a:rPr lang="en-US" altLang="ko-KR" sz="1200" b="1" dirty="0">
                  <a:solidFill>
                    <a:srgbClr val="F20000"/>
                  </a:solidFill>
                  <a:cs typeface="Arial" panose="020B0604020202020204" pitchFamily="34" charset="0"/>
                </a:rPr>
                <a:t>of respect, damaged relationships, reduced influence</a:t>
              </a:r>
            </a:p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3" name="Rounded Rectangle 6"/>
            <p:cNvSpPr/>
            <p:nvPr/>
          </p:nvSpPr>
          <p:spPr>
            <a:xfrm>
              <a:off x="1721038" y="3984058"/>
              <a:ext cx="345998" cy="351772"/>
            </a:xfrm>
            <a:custGeom>
              <a:avLst/>
              <a:gdLst/>
              <a:ahLst/>
              <a:cxnLst/>
              <a:rect l="l" t="t" r="r" b="b"/>
              <a:pathLst>
                <a:path w="3186824" h="3060919">
                  <a:moveTo>
                    <a:pt x="1045874" y="2696689"/>
                  </a:moveTo>
                  <a:lnTo>
                    <a:pt x="2125874" y="2696689"/>
                  </a:lnTo>
                  <a:lnTo>
                    <a:pt x="2125874" y="2804689"/>
                  </a:lnTo>
                  <a:lnTo>
                    <a:pt x="1045874" y="2804689"/>
                  </a:lnTo>
                  <a:close/>
                  <a:moveTo>
                    <a:pt x="1045874" y="2410468"/>
                  </a:moveTo>
                  <a:lnTo>
                    <a:pt x="2125874" y="2410468"/>
                  </a:lnTo>
                  <a:lnTo>
                    <a:pt x="2125874" y="2518468"/>
                  </a:lnTo>
                  <a:lnTo>
                    <a:pt x="1045874" y="2518468"/>
                  </a:lnTo>
                  <a:close/>
                  <a:moveTo>
                    <a:pt x="1045874" y="2124247"/>
                  </a:moveTo>
                  <a:lnTo>
                    <a:pt x="2125874" y="2124247"/>
                  </a:lnTo>
                  <a:lnTo>
                    <a:pt x="2125874" y="2232247"/>
                  </a:lnTo>
                  <a:lnTo>
                    <a:pt x="1045874" y="2232247"/>
                  </a:lnTo>
                  <a:close/>
                  <a:moveTo>
                    <a:pt x="902547" y="1956791"/>
                  </a:moveTo>
                  <a:lnTo>
                    <a:pt x="902547" y="2109191"/>
                  </a:lnTo>
                  <a:lnTo>
                    <a:pt x="902547" y="2185391"/>
                  </a:lnTo>
                  <a:lnTo>
                    <a:pt x="902547" y="2376263"/>
                  </a:lnTo>
                  <a:lnTo>
                    <a:pt x="902547" y="2973921"/>
                  </a:lnTo>
                  <a:lnTo>
                    <a:pt x="2284277" y="2973921"/>
                  </a:lnTo>
                  <a:lnTo>
                    <a:pt x="2284277" y="2376263"/>
                  </a:lnTo>
                  <a:lnTo>
                    <a:pt x="2284277" y="2185391"/>
                  </a:lnTo>
                  <a:lnTo>
                    <a:pt x="2284277" y="2109191"/>
                  </a:lnTo>
                  <a:lnTo>
                    <a:pt x="2284277" y="1956791"/>
                  </a:lnTo>
                  <a:close/>
                  <a:moveTo>
                    <a:pt x="469172" y="1728191"/>
                  </a:moveTo>
                  <a:lnTo>
                    <a:pt x="469172" y="2185391"/>
                  </a:lnTo>
                  <a:lnTo>
                    <a:pt x="767127" y="2185391"/>
                  </a:lnTo>
                  <a:lnTo>
                    <a:pt x="767127" y="2109191"/>
                  </a:lnTo>
                  <a:lnTo>
                    <a:pt x="545372" y="2109191"/>
                  </a:lnTo>
                  <a:lnTo>
                    <a:pt x="545372" y="1804391"/>
                  </a:lnTo>
                  <a:lnTo>
                    <a:pt x="2641452" y="1804391"/>
                  </a:lnTo>
                  <a:lnTo>
                    <a:pt x="2641452" y="2109191"/>
                  </a:lnTo>
                  <a:lnTo>
                    <a:pt x="2419697" y="2109191"/>
                  </a:lnTo>
                  <a:lnTo>
                    <a:pt x="2419697" y="2185391"/>
                  </a:lnTo>
                  <a:lnTo>
                    <a:pt x="2717652" y="2185391"/>
                  </a:lnTo>
                  <a:lnTo>
                    <a:pt x="2717652" y="1728191"/>
                  </a:lnTo>
                  <a:close/>
                  <a:moveTo>
                    <a:pt x="2819005" y="1350909"/>
                  </a:moveTo>
                  <a:cubicBezTo>
                    <a:pt x="2769294" y="1350909"/>
                    <a:pt x="2728995" y="1391208"/>
                    <a:pt x="2728995" y="1440919"/>
                  </a:cubicBezTo>
                  <a:cubicBezTo>
                    <a:pt x="2728995" y="1490630"/>
                    <a:pt x="2769294" y="1530929"/>
                    <a:pt x="2819005" y="1530929"/>
                  </a:cubicBezTo>
                  <a:cubicBezTo>
                    <a:pt x="2868716" y="1530929"/>
                    <a:pt x="2909015" y="1490630"/>
                    <a:pt x="2909015" y="1440919"/>
                  </a:cubicBezTo>
                  <a:cubicBezTo>
                    <a:pt x="2909015" y="1391208"/>
                    <a:pt x="2868716" y="1350909"/>
                    <a:pt x="2819005" y="1350909"/>
                  </a:cubicBezTo>
                  <a:close/>
                  <a:moveTo>
                    <a:pt x="2509707" y="1350909"/>
                  </a:moveTo>
                  <a:cubicBezTo>
                    <a:pt x="2459996" y="1350909"/>
                    <a:pt x="2419697" y="1391208"/>
                    <a:pt x="2419697" y="1440919"/>
                  </a:cubicBezTo>
                  <a:cubicBezTo>
                    <a:pt x="2419697" y="1490630"/>
                    <a:pt x="2459996" y="1530929"/>
                    <a:pt x="2509707" y="1530929"/>
                  </a:cubicBezTo>
                  <a:cubicBezTo>
                    <a:pt x="2559418" y="1530929"/>
                    <a:pt x="2599717" y="1490630"/>
                    <a:pt x="2599717" y="1440919"/>
                  </a:cubicBezTo>
                  <a:cubicBezTo>
                    <a:pt x="2599717" y="1391208"/>
                    <a:pt x="2559418" y="1350909"/>
                    <a:pt x="2509707" y="1350909"/>
                  </a:cubicBezTo>
                  <a:close/>
                  <a:moveTo>
                    <a:pt x="195993" y="1200328"/>
                  </a:moveTo>
                  <a:lnTo>
                    <a:pt x="2990831" y="1200328"/>
                  </a:lnTo>
                  <a:cubicBezTo>
                    <a:pt x="3099075" y="1200328"/>
                    <a:pt x="3186824" y="1288077"/>
                    <a:pt x="3186824" y="1396321"/>
                  </a:cubicBezTo>
                  <a:lnTo>
                    <a:pt x="3186824" y="2180270"/>
                  </a:lnTo>
                  <a:cubicBezTo>
                    <a:pt x="3186824" y="2288514"/>
                    <a:pt x="3099075" y="2376263"/>
                    <a:pt x="2990831" y="2376263"/>
                  </a:cubicBezTo>
                  <a:lnTo>
                    <a:pt x="2419697" y="2376263"/>
                  </a:lnTo>
                  <a:lnTo>
                    <a:pt x="2419697" y="3060919"/>
                  </a:lnTo>
                  <a:lnTo>
                    <a:pt x="767127" y="3060919"/>
                  </a:lnTo>
                  <a:lnTo>
                    <a:pt x="767127" y="2376263"/>
                  </a:lnTo>
                  <a:lnTo>
                    <a:pt x="195993" y="2376263"/>
                  </a:lnTo>
                  <a:cubicBezTo>
                    <a:pt x="87749" y="2376263"/>
                    <a:pt x="0" y="2288514"/>
                    <a:pt x="0" y="2180270"/>
                  </a:cubicBezTo>
                  <a:lnTo>
                    <a:pt x="0" y="1396321"/>
                  </a:lnTo>
                  <a:cubicBezTo>
                    <a:pt x="0" y="1288077"/>
                    <a:pt x="87749" y="1200328"/>
                    <a:pt x="195993" y="1200328"/>
                  </a:cubicBezTo>
                  <a:close/>
                  <a:moveTo>
                    <a:pt x="767127" y="0"/>
                  </a:moveTo>
                  <a:lnTo>
                    <a:pt x="2419697" y="0"/>
                  </a:lnTo>
                  <a:lnTo>
                    <a:pt x="2419697" y="190589"/>
                  </a:lnTo>
                  <a:lnTo>
                    <a:pt x="2565249" y="190589"/>
                  </a:lnTo>
                  <a:cubicBezTo>
                    <a:pt x="2649419" y="190589"/>
                    <a:pt x="2717652" y="258822"/>
                    <a:pt x="2717652" y="342992"/>
                  </a:cubicBezTo>
                  <a:lnTo>
                    <a:pt x="2717652" y="1104989"/>
                  </a:lnTo>
                  <a:lnTo>
                    <a:pt x="2284277" y="1104989"/>
                  </a:lnTo>
                  <a:lnTo>
                    <a:pt x="2284277" y="1104128"/>
                  </a:lnTo>
                  <a:lnTo>
                    <a:pt x="2284277" y="190589"/>
                  </a:lnTo>
                  <a:lnTo>
                    <a:pt x="2284277" y="96523"/>
                  </a:lnTo>
                  <a:lnTo>
                    <a:pt x="902547" y="96523"/>
                  </a:lnTo>
                  <a:lnTo>
                    <a:pt x="902547" y="190589"/>
                  </a:lnTo>
                  <a:lnTo>
                    <a:pt x="902547" y="1104128"/>
                  </a:lnTo>
                  <a:lnTo>
                    <a:pt x="902547" y="1104989"/>
                  </a:lnTo>
                  <a:lnTo>
                    <a:pt x="469172" y="1104989"/>
                  </a:lnTo>
                  <a:lnTo>
                    <a:pt x="469172" y="342992"/>
                  </a:lnTo>
                  <a:cubicBezTo>
                    <a:pt x="469172" y="258822"/>
                    <a:pt x="537405" y="190589"/>
                    <a:pt x="621575" y="190589"/>
                  </a:cubicBezTo>
                  <a:lnTo>
                    <a:pt x="767127" y="1905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8395885" y="1874661"/>
            <a:ext cx="2762596" cy="3018358"/>
            <a:chOff x="8395885" y="1874661"/>
            <a:chExt cx="2762596" cy="3018358"/>
          </a:xfrm>
        </p:grpSpPr>
        <p:grpSp>
          <p:nvGrpSpPr>
            <p:cNvPr id="9" name="Group 8"/>
            <p:cNvGrpSpPr/>
            <p:nvPr/>
          </p:nvGrpSpPr>
          <p:grpSpPr>
            <a:xfrm>
              <a:off x="8898889" y="3380850"/>
              <a:ext cx="1512168" cy="1512169"/>
              <a:chOff x="6506690" y="3082676"/>
              <a:chExt cx="1512168" cy="1512169"/>
            </a:xfrm>
          </p:grpSpPr>
          <p:sp>
            <p:nvSpPr>
              <p:cNvPr id="10" name="Diamond 9"/>
              <p:cNvSpPr/>
              <p:nvPr/>
            </p:nvSpPr>
            <p:spPr>
              <a:xfrm>
                <a:off x="6614774" y="3190760"/>
                <a:ext cx="1296000" cy="1296000"/>
              </a:xfrm>
              <a:prstGeom prst="diamond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1" name="Diamond 10"/>
              <p:cNvSpPr/>
              <p:nvPr/>
            </p:nvSpPr>
            <p:spPr>
              <a:xfrm>
                <a:off x="6506690" y="3082676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8395885" y="1874661"/>
              <a:ext cx="276259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Handling conflicts publicly or ignoring relational aspects</a:t>
              </a:r>
            </a:p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IMPACT:</a:t>
              </a:r>
            </a:p>
            <a:p>
              <a:pPr algn="ctr"/>
              <a:r>
                <a:rPr lang="en-US" altLang="ko-KR" sz="1200" b="1" dirty="0">
                  <a:solidFill>
                    <a:srgbClr val="F20000"/>
                  </a:solidFill>
                  <a:cs typeface="Arial" panose="020B0604020202020204" pitchFamily="34" charset="0"/>
                </a:rPr>
                <a:t>Escalation of disputes, loss of trust, damaged team morale</a:t>
              </a:r>
              <a:endParaRPr lang="ko-KR" altLang="en-US" sz="1200" b="1" dirty="0">
                <a:solidFill>
                  <a:srgbClr val="F2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Rounded Rectangle 5"/>
            <p:cNvSpPr/>
            <p:nvPr/>
          </p:nvSpPr>
          <p:spPr>
            <a:xfrm flipH="1">
              <a:off x="9424176" y="3984902"/>
              <a:ext cx="391682" cy="323114"/>
            </a:xfrm>
            <a:custGeom>
              <a:avLst/>
              <a:gdLst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-1" fmla="*/ 1384251 w 3217557"/>
                <a:gd name="connsiteY0-2" fmla="*/ 661544 h 2702049"/>
                <a:gd name="connsiteX1-3" fmla="*/ 1574067 w 3217557"/>
                <a:gd name="connsiteY1-4" fmla="*/ 851360 h 2702049"/>
                <a:gd name="connsiteX2-5" fmla="*/ 1384251 w 3217557"/>
                <a:gd name="connsiteY2-6" fmla="*/ 1041176 h 2702049"/>
                <a:gd name="connsiteX3-7" fmla="*/ 1194435 w 3217557"/>
                <a:gd name="connsiteY3-8" fmla="*/ 851360 h 2702049"/>
                <a:gd name="connsiteX4-9" fmla="*/ 1384251 w 3217557"/>
                <a:gd name="connsiteY4-10" fmla="*/ 661544 h 2702049"/>
                <a:gd name="connsiteX5-11" fmla="*/ 1993421 w 3217557"/>
                <a:gd name="connsiteY5-12" fmla="*/ 661544 h 2702049"/>
                <a:gd name="connsiteX6-13" fmla="*/ 2183237 w 3217557"/>
                <a:gd name="connsiteY6-14" fmla="*/ 851360 h 2702049"/>
                <a:gd name="connsiteX7-15" fmla="*/ 1993421 w 3217557"/>
                <a:gd name="connsiteY7-16" fmla="*/ 1041176 h 2702049"/>
                <a:gd name="connsiteX8-17" fmla="*/ 1803605 w 3217557"/>
                <a:gd name="connsiteY8-18" fmla="*/ 851360 h 2702049"/>
                <a:gd name="connsiteX9-19" fmla="*/ 1993421 w 3217557"/>
                <a:gd name="connsiteY9-20" fmla="*/ 661544 h 2702049"/>
                <a:gd name="connsiteX10-21" fmla="*/ 2602591 w 3217557"/>
                <a:gd name="connsiteY10-22" fmla="*/ 661544 h 2702049"/>
                <a:gd name="connsiteX11-23" fmla="*/ 2792407 w 3217557"/>
                <a:gd name="connsiteY11-24" fmla="*/ 851360 h 2702049"/>
                <a:gd name="connsiteX12-25" fmla="*/ 2602591 w 3217557"/>
                <a:gd name="connsiteY12-26" fmla="*/ 1041176 h 2702049"/>
                <a:gd name="connsiteX13-27" fmla="*/ 2412775 w 3217557"/>
                <a:gd name="connsiteY13-28" fmla="*/ 851360 h 2702049"/>
                <a:gd name="connsiteX14-29" fmla="*/ 2602591 w 3217557"/>
                <a:gd name="connsiteY14-30" fmla="*/ 661544 h 2702049"/>
                <a:gd name="connsiteX15-31" fmla="*/ 677114 w 3217557"/>
                <a:gd name="connsiteY15-32" fmla="*/ 569491 h 2702049"/>
                <a:gd name="connsiteX16-33" fmla="*/ 330916 w 3217557"/>
                <a:gd name="connsiteY16-34" fmla="*/ 569491 h 2702049"/>
                <a:gd name="connsiteX17-35" fmla="*/ 0 w 3217557"/>
                <a:gd name="connsiteY17-36" fmla="*/ 900407 h 2702049"/>
                <a:gd name="connsiteX18-37" fmla="*/ 0 w 3217557"/>
                <a:gd name="connsiteY18-38" fmla="*/ 1952009 h 2702049"/>
                <a:gd name="connsiteX19-39" fmla="*/ 330916 w 3217557"/>
                <a:gd name="connsiteY19-40" fmla="*/ 2282925 h 2702049"/>
                <a:gd name="connsiteX20-41" fmla="*/ 711670 w 3217557"/>
                <a:gd name="connsiteY20-42" fmla="*/ 2282925 h 2702049"/>
                <a:gd name="connsiteX21-43" fmla="*/ 15770 w 3217557"/>
                <a:gd name="connsiteY21-44" fmla="*/ 2702049 h 2702049"/>
                <a:gd name="connsiteX22-45" fmla="*/ 1294529 w 3217557"/>
                <a:gd name="connsiteY22-46" fmla="*/ 2282925 h 2702049"/>
                <a:gd name="connsiteX23-47" fmla="*/ 2117356 w 3217557"/>
                <a:gd name="connsiteY23-48" fmla="*/ 2282925 h 2702049"/>
                <a:gd name="connsiteX24-49" fmla="*/ 2418395 w 3217557"/>
                <a:gd name="connsiteY24-50" fmla="*/ 2087951 h 2702049"/>
                <a:gd name="connsiteX25-51" fmla="*/ 1830857 w 3217557"/>
                <a:gd name="connsiteY25-52" fmla="*/ 1799347 h 2702049"/>
                <a:gd name="connsiteX26-53" fmla="*/ 1008030 w 3217557"/>
                <a:gd name="connsiteY26-54" fmla="*/ 1799347 h 2702049"/>
                <a:gd name="connsiteX27-55" fmla="*/ 677114 w 3217557"/>
                <a:gd name="connsiteY27-56" fmla="*/ 1468431 h 2702049"/>
                <a:gd name="connsiteX28-57" fmla="*/ 677114 w 3217557"/>
                <a:gd name="connsiteY28-58" fmla="*/ 569491 h 2702049"/>
                <a:gd name="connsiteX29-59" fmla="*/ 2886641 w 3217557"/>
                <a:gd name="connsiteY29-60" fmla="*/ 0 h 2702049"/>
                <a:gd name="connsiteX30-61" fmla="*/ 1100201 w 3217557"/>
                <a:gd name="connsiteY30-62" fmla="*/ 0 h 2702049"/>
                <a:gd name="connsiteX31-63" fmla="*/ 769285 w 3217557"/>
                <a:gd name="connsiteY31-64" fmla="*/ 330916 h 2702049"/>
                <a:gd name="connsiteX32-65" fmla="*/ 769285 w 3217557"/>
                <a:gd name="connsiteY32-66" fmla="*/ 1382518 h 2702049"/>
                <a:gd name="connsiteX33-67" fmla="*/ 1100201 w 3217557"/>
                <a:gd name="connsiteY33-68" fmla="*/ 1713434 h 2702049"/>
                <a:gd name="connsiteX34-69" fmla="*/ 1923028 w 3217557"/>
                <a:gd name="connsiteY34-70" fmla="*/ 1713434 h 2702049"/>
                <a:gd name="connsiteX35-71" fmla="*/ 3078958 w 3217557"/>
                <a:gd name="connsiteY35-72" fmla="*/ 2077967 h 2702049"/>
                <a:gd name="connsiteX36-73" fmla="*/ 2505887 w 3217557"/>
                <a:gd name="connsiteY36-74" fmla="*/ 1713434 h 2702049"/>
                <a:gd name="connsiteX37-75" fmla="*/ 2886641 w 3217557"/>
                <a:gd name="connsiteY37-76" fmla="*/ 1713434 h 2702049"/>
                <a:gd name="connsiteX38-77" fmla="*/ 3217557 w 3217557"/>
                <a:gd name="connsiteY38-78" fmla="*/ 1382518 h 2702049"/>
                <a:gd name="connsiteX39-79" fmla="*/ 3217557 w 3217557"/>
                <a:gd name="connsiteY39-80" fmla="*/ 330916 h 2702049"/>
                <a:gd name="connsiteX40-81" fmla="*/ 2886641 w 3217557"/>
                <a:gd name="connsiteY40-82" fmla="*/ 0 h 2702049"/>
                <a:gd name="connsiteX0-83" fmla="*/ 1384251 w 3217557"/>
                <a:gd name="connsiteY0-84" fmla="*/ 661544 h 2633810"/>
                <a:gd name="connsiteX1-85" fmla="*/ 1574067 w 3217557"/>
                <a:gd name="connsiteY1-86" fmla="*/ 851360 h 2633810"/>
                <a:gd name="connsiteX2-87" fmla="*/ 1384251 w 3217557"/>
                <a:gd name="connsiteY2-88" fmla="*/ 1041176 h 2633810"/>
                <a:gd name="connsiteX3-89" fmla="*/ 1194435 w 3217557"/>
                <a:gd name="connsiteY3-90" fmla="*/ 851360 h 2633810"/>
                <a:gd name="connsiteX4-91" fmla="*/ 1384251 w 3217557"/>
                <a:gd name="connsiteY4-92" fmla="*/ 661544 h 2633810"/>
                <a:gd name="connsiteX5-93" fmla="*/ 1993421 w 3217557"/>
                <a:gd name="connsiteY5-94" fmla="*/ 661544 h 2633810"/>
                <a:gd name="connsiteX6-95" fmla="*/ 2183237 w 3217557"/>
                <a:gd name="connsiteY6-96" fmla="*/ 851360 h 2633810"/>
                <a:gd name="connsiteX7-97" fmla="*/ 1993421 w 3217557"/>
                <a:gd name="connsiteY7-98" fmla="*/ 1041176 h 2633810"/>
                <a:gd name="connsiteX8-99" fmla="*/ 1803605 w 3217557"/>
                <a:gd name="connsiteY8-100" fmla="*/ 851360 h 2633810"/>
                <a:gd name="connsiteX9-101" fmla="*/ 1993421 w 3217557"/>
                <a:gd name="connsiteY9-102" fmla="*/ 661544 h 2633810"/>
                <a:gd name="connsiteX10-103" fmla="*/ 2602591 w 3217557"/>
                <a:gd name="connsiteY10-104" fmla="*/ 661544 h 2633810"/>
                <a:gd name="connsiteX11-105" fmla="*/ 2792407 w 3217557"/>
                <a:gd name="connsiteY11-106" fmla="*/ 851360 h 2633810"/>
                <a:gd name="connsiteX12-107" fmla="*/ 2602591 w 3217557"/>
                <a:gd name="connsiteY12-108" fmla="*/ 1041176 h 2633810"/>
                <a:gd name="connsiteX13-109" fmla="*/ 2412775 w 3217557"/>
                <a:gd name="connsiteY13-110" fmla="*/ 851360 h 2633810"/>
                <a:gd name="connsiteX14-111" fmla="*/ 2602591 w 3217557"/>
                <a:gd name="connsiteY14-112" fmla="*/ 661544 h 2633810"/>
                <a:gd name="connsiteX15-113" fmla="*/ 677114 w 3217557"/>
                <a:gd name="connsiteY15-114" fmla="*/ 569491 h 2633810"/>
                <a:gd name="connsiteX16-115" fmla="*/ 330916 w 3217557"/>
                <a:gd name="connsiteY16-116" fmla="*/ 569491 h 2633810"/>
                <a:gd name="connsiteX17-117" fmla="*/ 0 w 3217557"/>
                <a:gd name="connsiteY17-118" fmla="*/ 900407 h 2633810"/>
                <a:gd name="connsiteX18-119" fmla="*/ 0 w 3217557"/>
                <a:gd name="connsiteY18-120" fmla="*/ 1952009 h 2633810"/>
                <a:gd name="connsiteX19-121" fmla="*/ 330916 w 3217557"/>
                <a:gd name="connsiteY19-122" fmla="*/ 2282925 h 2633810"/>
                <a:gd name="connsiteX20-123" fmla="*/ 711670 w 3217557"/>
                <a:gd name="connsiteY20-124" fmla="*/ 2282925 h 2633810"/>
                <a:gd name="connsiteX21-125" fmla="*/ 165895 w 3217557"/>
                <a:gd name="connsiteY21-126" fmla="*/ 2633810 h 2633810"/>
                <a:gd name="connsiteX22-127" fmla="*/ 1294529 w 3217557"/>
                <a:gd name="connsiteY22-128" fmla="*/ 2282925 h 2633810"/>
                <a:gd name="connsiteX23-129" fmla="*/ 2117356 w 3217557"/>
                <a:gd name="connsiteY23-130" fmla="*/ 2282925 h 2633810"/>
                <a:gd name="connsiteX24-131" fmla="*/ 2418395 w 3217557"/>
                <a:gd name="connsiteY24-132" fmla="*/ 2087951 h 2633810"/>
                <a:gd name="connsiteX25-133" fmla="*/ 1830857 w 3217557"/>
                <a:gd name="connsiteY25-134" fmla="*/ 1799347 h 2633810"/>
                <a:gd name="connsiteX26-135" fmla="*/ 1008030 w 3217557"/>
                <a:gd name="connsiteY26-136" fmla="*/ 1799347 h 2633810"/>
                <a:gd name="connsiteX27-137" fmla="*/ 677114 w 3217557"/>
                <a:gd name="connsiteY27-138" fmla="*/ 1468431 h 2633810"/>
                <a:gd name="connsiteX28-139" fmla="*/ 677114 w 3217557"/>
                <a:gd name="connsiteY28-140" fmla="*/ 569491 h 2633810"/>
                <a:gd name="connsiteX29-141" fmla="*/ 2886641 w 3217557"/>
                <a:gd name="connsiteY29-142" fmla="*/ 0 h 2633810"/>
                <a:gd name="connsiteX30-143" fmla="*/ 1100201 w 3217557"/>
                <a:gd name="connsiteY30-144" fmla="*/ 0 h 2633810"/>
                <a:gd name="connsiteX31-145" fmla="*/ 769285 w 3217557"/>
                <a:gd name="connsiteY31-146" fmla="*/ 330916 h 2633810"/>
                <a:gd name="connsiteX32-147" fmla="*/ 769285 w 3217557"/>
                <a:gd name="connsiteY32-148" fmla="*/ 1382518 h 2633810"/>
                <a:gd name="connsiteX33-149" fmla="*/ 1100201 w 3217557"/>
                <a:gd name="connsiteY33-150" fmla="*/ 1713434 h 2633810"/>
                <a:gd name="connsiteX34-151" fmla="*/ 1923028 w 3217557"/>
                <a:gd name="connsiteY34-152" fmla="*/ 1713434 h 2633810"/>
                <a:gd name="connsiteX35-153" fmla="*/ 3078958 w 3217557"/>
                <a:gd name="connsiteY35-154" fmla="*/ 2077967 h 2633810"/>
                <a:gd name="connsiteX36-155" fmla="*/ 2505887 w 3217557"/>
                <a:gd name="connsiteY36-156" fmla="*/ 1713434 h 2633810"/>
                <a:gd name="connsiteX37-157" fmla="*/ 2886641 w 3217557"/>
                <a:gd name="connsiteY37-158" fmla="*/ 1713434 h 2633810"/>
                <a:gd name="connsiteX38-159" fmla="*/ 3217557 w 3217557"/>
                <a:gd name="connsiteY38-160" fmla="*/ 1382518 h 2633810"/>
                <a:gd name="connsiteX39-161" fmla="*/ 3217557 w 3217557"/>
                <a:gd name="connsiteY39-162" fmla="*/ 330916 h 2633810"/>
                <a:gd name="connsiteX40-163" fmla="*/ 2886641 w 3217557"/>
                <a:gd name="connsiteY40-164" fmla="*/ 0 h 2633810"/>
                <a:gd name="connsiteX0-165" fmla="*/ 1384251 w 3217557"/>
                <a:gd name="connsiteY0-166" fmla="*/ 661544 h 2633810"/>
                <a:gd name="connsiteX1-167" fmla="*/ 1574067 w 3217557"/>
                <a:gd name="connsiteY1-168" fmla="*/ 851360 h 2633810"/>
                <a:gd name="connsiteX2-169" fmla="*/ 1384251 w 3217557"/>
                <a:gd name="connsiteY2-170" fmla="*/ 1041176 h 2633810"/>
                <a:gd name="connsiteX3-171" fmla="*/ 1194435 w 3217557"/>
                <a:gd name="connsiteY3-172" fmla="*/ 851360 h 2633810"/>
                <a:gd name="connsiteX4-173" fmla="*/ 1384251 w 3217557"/>
                <a:gd name="connsiteY4-174" fmla="*/ 661544 h 2633810"/>
                <a:gd name="connsiteX5-175" fmla="*/ 1993421 w 3217557"/>
                <a:gd name="connsiteY5-176" fmla="*/ 661544 h 2633810"/>
                <a:gd name="connsiteX6-177" fmla="*/ 2183237 w 3217557"/>
                <a:gd name="connsiteY6-178" fmla="*/ 851360 h 2633810"/>
                <a:gd name="connsiteX7-179" fmla="*/ 1993421 w 3217557"/>
                <a:gd name="connsiteY7-180" fmla="*/ 1041176 h 2633810"/>
                <a:gd name="connsiteX8-181" fmla="*/ 1803605 w 3217557"/>
                <a:gd name="connsiteY8-182" fmla="*/ 851360 h 2633810"/>
                <a:gd name="connsiteX9-183" fmla="*/ 1993421 w 3217557"/>
                <a:gd name="connsiteY9-184" fmla="*/ 661544 h 2633810"/>
                <a:gd name="connsiteX10-185" fmla="*/ 2602591 w 3217557"/>
                <a:gd name="connsiteY10-186" fmla="*/ 661544 h 2633810"/>
                <a:gd name="connsiteX11-187" fmla="*/ 2792407 w 3217557"/>
                <a:gd name="connsiteY11-188" fmla="*/ 851360 h 2633810"/>
                <a:gd name="connsiteX12-189" fmla="*/ 2602591 w 3217557"/>
                <a:gd name="connsiteY12-190" fmla="*/ 1041176 h 2633810"/>
                <a:gd name="connsiteX13-191" fmla="*/ 2412775 w 3217557"/>
                <a:gd name="connsiteY13-192" fmla="*/ 851360 h 2633810"/>
                <a:gd name="connsiteX14-193" fmla="*/ 2602591 w 3217557"/>
                <a:gd name="connsiteY14-194" fmla="*/ 661544 h 2633810"/>
                <a:gd name="connsiteX15-195" fmla="*/ 677114 w 3217557"/>
                <a:gd name="connsiteY15-196" fmla="*/ 569491 h 2633810"/>
                <a:gd name="connsiteX16-197" fmla="*/ 330916 w 3217557"/>
                <a:gd name="connsiteY16-198" fmla="*/ 569491 h 2633810"/>
                <a:gd name="connsiteX17-199" fmla="*/ 0 w 3217557"/>
                <a:gd name="connsiteY17-200" fmla="*/ 900407 h 2633810"/>
                <a:gd name="connsiteX18-201" fmla="*/ 0 w 3217557"/>
                <a:gd name="connsiteY18-202" fmla="*/ 1952009 h 2633810"/>
                <a:gd name="connsiteX19-203" fmla="*/ 330916 w 3217557"/>
                <a:gd name="connsiteY19-204" fmla="*/ 2282925 h 2633810"/>
                <a:gd name="connsiteX20-205" fmla="*/ 711670 w 3217557"/>
                <a:gd name="connsiteY20-206" fmla="*/ 2282925 h 2633810"/>
                <a:gd name="connsiteX21-207" fmla="*/ 165895 w 3217557"/>
                <a:gd name="connsiteY21-208" fmla="*/ 2633810 h 2633810"/>
                <a:gd name="connsiteX22-209" fmla="*/ 1294529 w 3217557"/>
                <a:gd name="connsiteY22-210" fmla="*/ 2282925 h 2633810"/>
                <a:gd name="connsiteX23-211" fmla="*/ 2117356 w 3217557"/>
                <a:gd name="connsiteY23-212" fmla="*/ 2282925 h 2633810"/>
                <a:gd name="connsiteX24-213" fmla="*/ 2418395 w 3217557"/>
                <a:gd name="connsiteY24-214" fmla="*/ 2087951 h 2633810"/>
                <a:gd name="connsiteX25-215" fmla="*/ 1830857 w 3217557"/>
                <a:gd name="connsiteY25-216" fmla="*/ 1799347 h 2633810"/>
                <a:gd name="connsiteX26-217" fmla="*/ 1008030 w 3217557"/>
                <a:gd name="connsiteY26-218" fmla="*/ 1799347 h 2633810"/>
                <a:gd name="connsiteX27-219" fmla="*/ 677114 w 3217557"/>
                <a:gd name="connsiteY27-220" fmla="*/ 1468431 h 2633810"/>
                <a:gd name="connsiteX28-221" fmla="*/ 677114 w 3217557"/>
                <a:gd name="connsiteY28-222" fmla="*/ 569491 h 2633810"/>
                <a:gd name="connsiteX29-223" fmla="*/ 2886641 w 3217557"/>
                <a:gd name="connsiteY29-224" fmla="*/ 0 h 2633810"/>
                <a:gd name="connsiteX30-225" fmla="*/ 1100201 w 3217557"/>
                <a:gd name="connsiteY30-226" fmla="*/ 0 h 2633810"/>
                <a:gd name="connsiteX31-227" fmla="*/ 769285 w 3217557"/>
                <a:gd name="connsiteY31-228" fmla="*/ 330916 h 2633810"/>
                <a:gd name="connsiteX32-229" fmla="*/ 769285 w 3217557"/>
                <a:gd name="connsiteY32-230" fmla="*/ 1382518 h 2633810"/>
                <a:gd name="connsiteX33-231" fmla="*/ 1100201 w 3217557"/>
                <a:gd name="connsiteY33-232" fmla="*/ 1713434 h 2633810"/>
                <a:gd name="connsiteX34-233" fmla="*/ 1923028 w 3217557"/>
                <a:gd name="connsiteY34-234" fmla="*/ 1713434 h 2633810"/>
                <a:gd name="connsiteX35-235" fmla="*/ 3078958 w 3217557"/>
                <a:gd name="connsiteY35-236" fmla="*/ 2077967 h 2633810"/>
                <a:gd name="connsiteX36-237" fmla="*/ 2505887 w 3217557"/>
                <a:gd name="connsiteY36-238" fmla="*/ 1713434 h 2633810"/>
                <a:gd name="connsiteX37-239" fmla="*/ 2886641 w 3217557"/>
                <a:gd name="connsiteY37-240" fmla="*/ 1713434 h 2633810"/>
                <a:gd name="connsiteX38-241" fmla="*/ 3217557 w 3217557"/>
                <a:gd name="connsiteY38-242" fmla="*/ 1382518 h 2633810"/>
                <a:gd name="connsiteX39-243" fmla="*/ 3217557 w 3217557"/>
                <a:gd name="connsiteY39-244" fmla="*/ 330916 h 2633810"/>
                <a:gd name="connsiteX40-245" fmla="*/ 2886641 w 3217557"/>
                <a:gd name="connsiteY40-246" fmla="*/ 0 h 2633810"/>
                <a:gd name="connsiteX0-247" fmla="*/ 1384251 w 3217557"/>
                <a:gd name="connsiteY0-248" fmla="*/ 661544 h 2633810"/>
                <a:gd name="connsiteX1-249" fmla="*/ 1574067 w 3217557"/>
                <a:gd name="connsiteY1-250" fmla="*/ 851360 h 2633810"/>
                <a:gd name="connsiteX2-251" fmla="*/ 1384251 w 3217557"/>
                <a:gd name="connsiteY2-252" fmla="*/ 1041176 h 2633810"/>
                <a:gd name="connsiteX3-253" fmla="*/ 1194435 w 3217557"/>
                <a:gd name="connsiteY3-254" fmla="*/ 851360 h 2633810"/>
                <a:gd name="connsiteX4-255" fmla="*/ 1384251 w 3217557"/>
                <a:gd name="connsiteY4-256" fmla="*/ 661544 h 2633810"/>
                <a:gd name="connsiteX5-257" fmla="*/ 1993421 w 3217557"/>
                <a:gd name="connsiteY5-258" fmla="*/ 661544 h 2633810"/>
                <a:gd name="connsiteX6-259" fmla="*/ 2183237 w 3217557"/>
                <a:gd name="connsiteY6-260" fmla="*/ 851360 h 2633810"/>
                <a:gd name="connsiteX7-261" fmla="*/ 1993421 w 3217557"/>
                <a:gd name="connsiteY7-262" fmla="*/ 1041176 h 2633810"/>
                <a:gd name="connsiteX8-263" fmla="*/ 1803605 w 3217557"/>
                <a:gd name="connsiteY8-264" fmla="*/ 851360 h 2633810"/>
                <a:gd name="connsiteX9-265" fmla="*/ 1993421 w 3217557"/>
                <a:gd name="connsiteY9-266" fmla="*/ 661544 h 2633810"/>
                <a:gd name="connsiteX10-267" fmla="*/ 2602591 w 3217557"/>
                <a:gd name="connsiteY10-268" fmla="*/ 661544 h 2633810"/>
                <a:gd name="connsiteX11-269" fmla="*/ 2792407 w 3217557"/>
                <a:gd name="connsiteY11-270" fmla="*/ 851360 h 2633810"/>
                <a:gd name="connsiteX12-271" fmla="*/ 2602591 w 3217557"/>
                <a:gd name="connsiteY12-272" fmla="*/ 1041176 h 2633810"/>
                <a:gd name="connsiteX13-273" fmla="*/ 2412775 w 3217557"/>
                <a:gd name="connsiteY13-274" fmla="*/ 851360 h 2633810"/>
                <a:gd name="connsiteX14-275" fmla="*/ 2602591 w 3217557"/>
                <a:gd name="connsiteY14-276" fmla="*/ 661544 h 2633810"/>
                <a:gd name="connsiteX15-277" fmla="*/ 677114 w 3217557"/>
                <a:gd name="connsiteY15-278" fmla="*/ 569491 h 2633810"/>
                <a:gd name="connsiteX16-279" fmla="*/ 330916 w 3217557"/>
                <a:gd name="connsiteY16-280" fmla="*/ 569491 h 2633810"/>
                <a:gd name="connsiteX17-281" fmla="*/ 0 w 3217557"/>
                <a:gd name="connsiteY17-282" fmla="*/ 900407 h 2633810"/>
                <a:gd name="connsiteX18-283" fmla="*/ 0 w 3217557"/>
                <a:gd name="connsiteY18-284" fmla="*/ 1952009 h 2633810"/>
                <a:gd name="connsiteX19-285" fmla="*/ 330916 w 3217557"/>
                <a:gd name="connsiteY19-286" fmla="*/ 2282925 h 2633810"/>
                <a:gd name="connsiteX20-287" fmla="*/ 711670 w 3217557"/>
                <a:gd name="connsiteY20-288" fmla="*/ 2282925 h 2633810"/>
                <a:gd name="connsiteX21-289" fmla="*/ 165895 w 3217557"/>
                <a:gd name="connsiteY21-290" fmla="*/ 2633810 h 2633810"/>
                <a:gd name="connsiteX22-291" fmla="*/ 1294529 w 3217557"/>
                <a:gd name="connsiteY22-292" fmla="*/ 2282925 h 2633810"/>
                <a:gd name="connsiteX23-293" fmla="*/ 2117356 w 3217557"/>
                <a:gd name="connsiteY23-294" fmla="*/ 2282925 h 2633810"/>
                <a:gd name="connsiteX24-295" fmla="*/ 2418395 w 3217557"/>
                <a:gd name="connsiteY24-296" fmla="*/ 2087951 h 2633810"/>
                <a:gd name="connsiteX25-297" fmla="*/ 1830857 w 3217557"/>
                <a:gd name="connsiteY25-298" fmla="*/ 1799347 h 2633810"/>
                <a:gd name="connsiteX26-299" fmla="*/ 1008030 w 3217557"/>
                <a:gd name="connsiteY26-300" fmla="*/ 1799347 h 2633810"/>
                <a:gd name="connsiteX27-301" fmla="*/ 677114 w 3217557"/>
                <a:gd name="connsiteY27-302" fmla="*/ 1468431 h 2633810"/>
                <a:gd name="connsiteX28-303" fmla="*/ 677114 w 3217557"/>
                <a:gd name="connsiteY28-304" fmla="*/ 569491 h 2633810"/>
                <a:gd name="connsiteX29-305" fmla="*/ 2886641 w 3217557"/>
                <a:gd name="connsiteY29-306" fmla="*/ 0 h 2633810"/>
                <a:gd name="connsiteX30-307" fmla="*/ 1100201 w 3217557"/>
                <a:gd name="connsiteY30-308" fmla="*/ 0 h 2633810"/>
                <a:gd name="connsiteX31-309" fmla="*/ 769285 w 3217557"/>
                <a:gd name="connsiteY31-310" fmla="*/ 330916 h 2633810"/>
                <a:gd name="connsiteX32-311" fmla="*/ 769285 w 3217557"/>
                <a:gd name="connsiteY32-312" fmla="*/ 1382518 h 2633810"/>
                <a:gd name="connsiteX33-313" fmla="*/ 1100201 w 3217557"/>
                <a:gd name="connsiteY33-314" fmla="*/ 1713434 h 2633810"/>
                <a:gd name="connsiteX34-315" fmla="*/ 1923028 w 3217557"/>
                <a:gd name="connsiteY34-316" fmla="*/ 1713434 h 2633810"/>
                <a:gd name="connsiteX35-317" fmla="*/ 3078958 w 3217557"/>
                <a:gd name="connsiteY35-318" fmla="*/ 2077967 h 2633810"/>
                <a:gd name="connsiteX36-319" fmla="*/ 2505887 w 3217557"/>
                <a:gd name="connsiteY36-320" fmla="*/ 1713434 h 2633810"/>
                <a:gd name="connsiteX37-321" fmla="*/ 2886641 w 3217557"/>
                <a:gd name="connsiteY37-322" fmla="*/ 1713434 h 2633810"/>
                <a:gd name="connsiteX38-323" fmla="*/ 3217557 w 3217557"/>
                <a:gd name="connsiteY38-324" fmla="*/ 1382518 h 2633810"/>
                <a:gd name="connsiteX39-325" fmla="*/ 3217557 w 3217557"/>
                <a:gd name="connsiteY39-326" fmla="*/ 330916 h 2633810"/>
                <a:gd name="connsiteX40-327" fmla="*/ 2886641 w 3217557"/>
                <a:gd name="connsiteY40-328" fmla="*/ 0 h 2633810"/>
                <a:gd name="connsiteX0-329" fmla="*/ 1384251 w 3217557"/>
                <a:gd name="connsiteY0-330" fmla="*/ 661544 h 2654282"/>
                <a:gd name="connsiteX1-331" fmla="*/ 1574067 w 3217557"/>
                <a:gd name="connsiteY1-332" fmla="*/ 851360 h 2654282"/>
                <a:gd name="connsiteX2-333" fmla="*/ 1384251 w 3217557"/>
                <a:gd name="connsiteY2-334" fmla="*/ 1041176 h 2654282"/>
                <a:gd name="connsiteX3-335" fmla="*/ 1194435 w 3217557"/>
                <a:gd name="connsiteY3-336" fmla="*/ 851360 h 2654282"/>
                <a:gd name="connsiteX4-337" fmla="*/ 1384251 w 3217557"/>
                <a:gd name="connsiteY4-338" fmla="*/ 661544 h 2654282"/>
                <a:gd name="connsiteX5-339" fmla="*/ 1993421 w 3217557"/>
                <a:gd name="connsiteY5-340" fmla="*/ 661544 h 2654282"/>
                <a:gd name="connsiteX6-341" fmla="*/ 2183237 w 3217557"/>
                <a:gd name="connsiteY6-342" fmla="*/ 851360 h 2654282"/>
                <a:gd name="connsiteX7-343" fmla="*/ 1993421 w 3217557"/>
                <a:gd name="connsiteY7-344" fmla="*/ 1041176 h 2654282"/>
                <a:gd name="connsiteX8-345" fmla="*/ 1803605 w 3217557"/>
                <a:gd name="connsiteY8-346" fmla="*/ 851360 h 2654282"/>
                <a:gd name="connsiteX9-347" fmla="*/ 1993421 w 3217557"/>
                <a:gd name="connsiteY9-348" fmla="*/ 661544 h 2654282"/>
                <a:gd name="connsiteX10-349" fmla="*/ 2602591 w 3217557"/>
                <a:gd name="connsiteY10-350" fmla="*/ 661544 h 2654282"/>
                <a:gd name="connsiteX11-351" fmla="*/ 2792407 w 3217557"/>
                <a:gd name="connsiteY11-352" fmla="*/ 851360 h 2654282"/>
                <a:gd name="connsiteX12-353" fmla="*/ 2602591 w 3217557"/>
                <a:gd name="connsiteY12-354" fmla="*/ 1041176 h 2654282"/>
                <a:gd name="connsiteX13-355" fmla="*/ 2412775 w 3217557"/>
                <a:gd name="connsiteY13-356" fmla="*/ 851360 h 2654282"/>
                <a:gd name="connsiteX14-357" fmla="*/ 2602591 w 3217557"/>
                <a:gd name="connsiteY14-358" fmla="*/ 661544 h 2654282"/>
                <a:gd name="connsiteX15-359" fmla="*/ 677114 w 3217557"/>
                <a:gd name="connsiteY15-360" fmla="*/ 569491 h 2654282"/>
                <a:gd name="connsiteX16-361" fmla="*/ 330916 w 3217557"/>
                <a:gd name="connsiteY16-362" fmla="*/ 569491 h 2654282"/>
                <a:gd name="connsiteX17-363" fmla="*/ 0 w 3217557"/>
                <a:gd name="connsiteY17-364" fmla="*/ 900407 h 2654282"/>
                <a:gd name="connsiteX18-365" fmla="*/ 0 w 3217557"/>
                <a:gd name="connsiteY18-366" fmla="*/ 1952009 h 2654282"/>
                <a:gd name="connsiteX19-367" fmla="*/ 330916 w 3217557"/>
                <a:gd name="connsiteY19-368" fmla="*/ 2282925 h 2654282"/>
                <a:gd name="connsiteX20-369" fmla="*/ 711670 w 3217557"/>
                <a:gd name="connsiteY20-370" fmla="*/ 2282925 h 2654282"/>
                <a:gd name="connsiteX21-371" fmla="*/ 275077 w 3217557"/>
                <a:gd name="connsiteY21-372" fmla="*/ 2654282 h 2654282"/>
                <a:gd name="connsiteX22-373" fmla="*/ 1294529 w 3217557"/>
                <a:gd name="connsiteY22-374" fmla="*/ 2282925 h 2654282"/>
                <a:gd name="connsiteX23-375" fmla="*/ 2117356 w 3217557"/>
                <a:gd name="connsiteY23-376" fmla="*/ 2282925 h 2654282"/>
                <a:gd name="connsiteX24-377" fmla="*/ 2418395 w 3217557"/>
                <a:gd name="connsiteY24-378" fmla="*/ 2087951 h 2654282"/>
                <a:gd name="connsiteX25-379" fmla="*/ 1830857 w 3217557"/>
                <a:gd name="connsiteY25-380" fmla="*/ 1799347 h 2654282"/>
                <a:gd name="connsiteX26-381" fmla="*/ 1008030 w 3217557"/>
                <a:gd name="connsiteY26-382" fmla="*/ 1799347 h 2654282"/>
                <a:gd name="connsiteX27-383" fmla="*/ 677114 w 3217557"/>
                <a:gd name="connsiteY27-384" fmla="*/ 1468431 h 2654282"/>
                <a:gd name="connsiteX28-385" fmla="*/ 677114 w 3217557"/>
                <a:gd name="connsiteY28-386" fmla="*/ 569491 h 2654282"/>
                <a:gd name="connsiteX29-387" fmla="*/ 2886641 w 3217557"/>
                <a:gd name="connsiteY29-388" fmla="*/ 0 h 2654282"/>
                <a:gd name="connsiteX30-389" fmla="*/ 1100201 w 3217557"/>
                <a:gd name="connsiteY30-390" fmla="*/ 0 h 2654282"/>
                <a:gd name="connsiteX31-391" fmla="*/ 769285 w 3217557"/>
                <a:gd name="connsiteY31-392" fmla="*/ 330916 h 2654282"/>
                <a:gd name="connsiteX32-393" fmla="*/ 769285 w 3217557"/>
                <a:gd name="connsiteY32-394" fmla="*/ 1382518 h 2654282"/>
                <a:gd name="connsiteX33-395" fmla="*/ 1100201 w 3217557"/>
                <a:gd name="connsiteY33-396" fmla="*/ 1713434 h 2654282"/>
                <a:gd name="connsiteX34-397" fmla="*/ 1923028 w 3217557"/>
                <a:gd name="connsiteY34-398" fmla="*/ 1713434 h 2654282"/>
                <a:gd name="connsiteX35-399" fmla="*/ 3078958 w 3217557"/>
                <a:gd name="connsiteY35-400" fmla="*/ 2077967 h 2654282"/>
                <a:gd name="connsiteX36-401" fmla="*/ 2505887 w 3217557"/>
                <a:gd name="connsiteY36-402" fmla="*/ 1713434 h 2654282"/>
                <a:gd name="connsiteX37-403" fmla="*/ 2886641 w 3217557"/>
                <a:gd name="connsiteY37-404" fmla="*/ 1713434 h 2654282"/>
                <a:gd name="connsiteX38-405" fmla="*/ 3217557 w 3217557"/>
                <a:gd name="connsiteY38-406" fmla="*/ 1382518 h 2654282"/>
                <a:gd name="connsiteX39-407" fmla="*/ 3217557 w 3217557"/>
                <a:gd name="connsiteY39-408" fmla="*/ 330916 h 2654282"/>
                <a:gd name="connsiteX40-409" fmla="*/ 2886641 w 3217557"/>
                <a:gd name="connsiteY40-410" fmla="*/ 0 h 2654282"/>
                <a:gd name="connsiteX0-411" fmla="*/ 1384251 w 3217557"/>
                <a:gd name="connsiteY0-412" fmla="*/ 661544 h 2654282"/>
                <a:gd name="connsiteX1-413" fmla="*/ 1574067 w 3217557"/>
                <a:gd name="connsiteY1-414" fmla="*/ 851360 h 2654282"/>
                <a:gd name="connsiteX2-415" fmla="*/ 1384251 w 3217557"/>
                <a:gd name="connsiteY2-416" fmla="*/ 1041176 h 2654282"/>
                <a:gd name="connsiteX3-417" fmla="*/ 1194435 w 3217557"/>
                <a:gd name="connsiteY3-418" fmla="*/ 851360 h 2654282"/>
                <a:gd name="connsiteX4-419" fmla="*/ 1384251 w 3217557"/>
                <a:gd name="connsiteY4-420" fmla="*/ 661544 h 2654282"/>
                <a:gd name="connsiteX5-421" fmla="*/ 1993421 w 3217557"/>
                <a:gd name="connsiteY5-422" fmla="*/ 661544 h 2654282"/>
                <a:gd name="connsiteX6-423" fmla="*/ 2183237 w 3217557"/>
                <a:gd name="connsiteY6-424" fmla="*/ 851360 h 2654282"/>
                <a:gd name="connsiteX7-425" fmla="*/ 1993421 w 3217557"/>
                <a:gd name="connsiteY7-426" fmla="*/ 1041176 h 2654282"/>
                <a:gd name="connsiteX8-427" fmla="*/ 1803605 w 3217557"/>
                <a:gd name="connsiteY8-428" fmla="*/ 851360 h 2654282"/>
                <a:gd name="connsiteX9-429" fmla="*/ 1993421 w 3217557"/>
                <a:gd name="connsiteY9-430" fmla="*/ 661544 h 2654282"/>
                <a:gd name="connsiteX10-431" fmla="*/ 2602591 w 3217557"/>
                <a:gd name="connsiteY10-432" fmla="*/ 661544 h 2654282"/>
                <a:gd name="connsiteX11-433" fmla="*/ 2792407 w 3217557"/>
                <a:gd name="connsiteY11-434" fmla="*/ 851360 h 2654282"/>
                <a:gd name="connsiteX12-435" fmla="*/ 2602591 w 3217557"/>
                <a:gd name="connsiteY12-436" fmla="*/ 1041176 h 2654282"/>
                <a:gd name="connsiteX13-437" fmla="*/ 2412775 w 3217557"/>
                <a:gd name="connsiteY13-438" fmla="*/ 851360 h 2654282"/>
                <a:gd name="connsiteX14-439" fmla="*/ 2602591 w 3217557"/>
                <a:gd name="connsiteY14-440" fmla="*/ 661544 h 2654282"/>
                <a:gd name="connsiteX15-441" fmla="*/ 677114 w 3217557"/>
                <a:gd name="connsiteY15-442" fmla="*/ 569491 h 2654282"/>
                <a:gd name="connsiteX16-443" fmla="*/ 330916 w 3217557"/>
                <a:gd name="connsiteY16-444" fmla="*/ 569491 h 2654282"/>
                <a:gd name="connsiteX17-445" fmla="*/ 0 w 3217557"/>
                <a:gd name="connsiteY17-446" fmla="*/ 900407 h 2654282"/>
                <a:gd name="connsiteX18-447" fmla="*/ 0 w 3217557"/>
                <a:gd name="connsiteY18-448" fmla="*/ 1952009 h 2654282"/>
                <a:gd name="connsiteX19-449" fmla="*/ 330916 w 3217557"/>
                <a:gd name="connsiteY19-450" fmla="*/ 2282925 h 2654282"/>
                <a:gd name="connsiteX20-451" fmla="*/ 711670 w 3217557"/>
                <a:gd name="connsiteY20-452" fmla="*/ 2282925 h 2654282"/>
                <a:gd name="connsiteX21-453" fmla="*/ 275077 w 3217557"/>
                <a:gd name="connsiteY21-454" fmla="*/ 2654282 h 2654282"/>
                <a:gd name="connsiteX22-455" fmla="*/ 1294529 w 3217557"/>
                <a:gd name="connsiteY22-456" fmla="*/ 2282925 h 2654282"/>
                <a:gd name="connsiteX23-457" fmla="*/ 2117356 w 3217557"/>
                <a:gd name="connsiteY23-458" fmla="*/ 2282925 h 2654282"/>
                <a:gd name="connsiteX24-459" fmla="*/ 2418395 w 3217557"/>
                <a:gd name="connsiteY24-460" fmla="*/ 2087951 h 2654282"/>
                <a:gd name="connsiteX25-461" fmla="*/ 1830857 w 3217557"/>
                <a:gd name="connsiteY25-462" fmla="*/ 1799347 h 2654282"/>
                <a:gd name="connsiteX26-463" fmla="*/ 1008030 w 3217557"/>
                <a:gd name="connsiteY26-464" fmla="*/ 1799347 h 2654282"/>
                <a:gd name="connsiteX27-465" fmla="*/ 677114 w 3217557"/>
                <a:gd name="connsiteY27-466" fmla="*/ 1468431 h 2654282"/>
                <a:gd name="connsiteX28-467" fmla="*/ 677114 w 3217557"/>
                <a:gd name="connsiteY28-468" fmla="*/ 569491 h 2654282"/>
                <a:gd name="connsiteX29-469" fmla="*/ 2886641 w 3217557"/>
                <a:gd name="connsiteY29-470" fmla="*/ 0 h 2654282"/>
                <a:gd name="connsiteX30-471" fmla="*/ 1100201 w 3217557"/>
                <a:gd name="connsiteY30-472" fmla="*/ 0 h 2654282"/>
                <a:gd name="connsiteX31-473" fmla="*/ 769285 w 3217557"/>
                <a:gd name="connsiteY31-474" fmla="*/ 330916 h 2654282"/>
                <a:gd name="connsiteX32-475" fmla="*/ 769285 w 3217557"/>
                <a:gd name="connsiteY32-476" fmla="*/ 1382518 h 2654282"/>
                <a:gd name="connsiteX33-477" fmla="*/ 1100201 w 3217557"/>
                <a:gd name="connsiteY33-478" fmla="*/ 1713434 h 2654282"/>
                <a:gd name="connsiteX34-479" fmla="*/ 1923028 w 3217557"/>
                <a:gd name="connsiteY34-480" fmla="*/ 1713434 h 2654282"/>
                <a:gd name="connsiteX35-481" fmla="*/ 3078958 w 3217557"/>
                <a:gd name="connsiteY35-482" fmla="*/ 2077967 h 2654282"/>
                <a:gd name="connsiteX36-483" fmla="*/ 2505887 w 3217557"/>
                <a:gd name="connsiteY36-484" fmla="*/ 1713434 h 2654282"/>
                <a:gd name="connsiteX37-485" fmla="*/ 2886641 w 3217557"/>
                <a:gd name="connsiteY37-486" fmla="*/ 1713434 h 2654282"/>
                <a:gd name="connsiteX38-487" fmla="*/ 3217557 w 3217557"/>
                <a:gd name="connsiteY38-488" fmla="*/ 1382518 h 2654282"/>
                <a:gd name="connsiteX39-489" fmla="*/ 3217557 w 3217557"/>
                <a:gd name="connsiteY39-490" fmla="*/ 330916 h 2654282"/>
                <a:gd name="connsiteX40-491" fmla="*/ 2886641 w 3217557"/>
                <a:gd name="connsiteY40-492" fmla="*/ 0 h 2654282"/>
                <a:gd name="connsiteX0-493" fmla="*/ 1384251 w 3217557"/>
                <a:gd name="connsiteY0-494" fmla="*/ 661544 h 2654282"/>
                <a:gd name="connsiteX1-495" fmla="*/ 1574067 w 3217557"/>
                <a:gd name="connsiteY1-496" fmla="*/ 851360 h 2654282"/>
                <a:gd name="connsiteX2-497" fmla="*/ 1384251 w 3217557"/>
                <a:gd name="connsiteY2-498" fmla="*/ 1041176 h 2654282"/>
                <a:gd name="connsiteX3-499" fmla="*/ 1194435 w 3217557"/>
                <a:gd name="connsiteY3-500" fmla="*/ 851360 h 2654282"/>
                <a:gd name="connsiteX4-501" fmla="*/ 1384251 w 3217557"/>
                <a:gd name="connsiteY4-502" fmla="*/ 661544 h 2654282"/>
                <a:gd name="connsiteX5-503" fmla="*/ 1993421 w 3217557"/>
                <a:gd name="connsiteY5-504" fmla="*/ 661544 h 2654282"/>
                <a:gd name="connsiteX6-505" fmla="*/ 2183237 w 3217557"/>
                <a:gd name="connsiteY6-506" fmla="*/ 851360 h 2654282"/>
                <a:gd name="connsiteX7-507" fmla="*/ 1993421 w 3217557"/>
                <a:gd name="connsiteY7-508" fmla="*/ 1041176 h 2654282"/>
                <a:gd name="connsiteX8-509" fmla="*/ 1803605 w 3217557"/>
                <a:gd name="connsiteY8-510" fmla="*/ 851360 h 2654282"/>
                <a:gd name="connsiteX9-511" fmla="*/ 1993421 w 3217557"/>
                <a:gd name="connsiteY9-512" fmla="*/ 661544 h 2654282"/>
                <a:gd name="connsiteX10-513" fmla="*/ 2602591 w 3217557"/>
                <a:gd name="connsiteY10-514" fmla="*/ 661544 h 2654282"/>
                <a:gd name="connsiteX11-515" fmla="*/ 2792407 w 3217557"/>
                <a:gd name="connsiteY11-516" fmla="*/ 851360 h 2654282"/>
                <a:gd name="connsiteX12-517" fmla="*/ 2602591 w 3217557"/>
                <a:gd name="connsiteY12-518" fmla="*/ 1041176 h 2654282"/>
                <a:gd name="connsiteX13-519" fmla="*/ 2412775 w 3217557"/>
                <a:gd name="connsiteY13-520" fmla="*/ 851360 h 2654282"/>
                <a:gd name="connsiteX14-521" fmla="*/ 2602591 w 3217557"/>
                <a:gd name="connsiteY14-522" fmla="*/ 661544 h 2654282"/>
                <a:gd name="connsiteX15-523" fmla="*/ 677114 w 3217557"/>
                <a:gd name="connsiteY15-524" fmla="*/ 569491 h 2654282"/>
                <a:gd name="connsiteX16-525" fmla="*/ 330916 w 3217557"/>
                <a:gd name="connsiteY16-526" fmla="*/ 569491 h 2654282"/>
                <a:gd name="connsiteX17-527" fmla="*/ 0 w 3217557"/>
                <a:gd name="connsiteY17-528" fmla="*/ 900407 h 2654282"/>
                <a:gd name="connsiteX18-529" fmla="*/ 0 w 3217557"/>
                <a:gd name="connsiteY18-530" fmla="*/ 1952009 h 2654282"/>
                <a:gd name="connsiteX19-531" fmla="*/ 330916 w 3217557"/>
                <a:gd name="connsiteY19-532" fmla="*/ 2282925 h 2654282"/>
                <a:gd name="connsiteX20-533" fmla="*/ 711670 w 3217557"/>
                <a:gd name="connsiteY20-534" fmla="*/ 2282925 h 2654282"/>
                <a:gd name="connsiteX21-535" fmla="*/ 275077 w 3217557"/>
                <a:gd name="connsiteY21-536" fmla="*/ 2654282 h 2654282"/>
                <a:gd name="connsiteX22-537" fmla="*/ 1294529 w 3217557"/>
                <a:gd name="connsiteY22-538" fmla="*/ 2282925 h 2654282"/>
                <a:gd name="connsiteX23-539" fmla="*/ 2117356 w 3217557"/>
                <a:gd name="connsiteY23-540" fmla="*/ 2282925 h 2654282"/>
                <a:gd name="connsiteX24-541" fmla="*/ 2418395 w 3217557"/>
                <a:gd name="connsiteY24-542" fmla="*/ 2087951 h 2654282"/>
                <a:gd name="connsiteX25-543" fmla="*/ 1830857 w 3217557"/>
                <a:gd name="connsiteY25-544" fmla="*/ 1799347 h 2654282"/>
                <a:gd name="connsiteX26-545" fmla="*/ 1008030 w 3217557"/>
                <a:gd name="connsiteY26-546" fmla="*/ 1799347 h 2654282"/>
                <a:gd name="connsiteX27-547" fmla="*/ 677114 w 3217557"/>
                <a:gd name="connsiteY27-548" fmla="*/ 1468431 h 2654282"/>
                <a:gd name="connsiteX28-549" fmla="*/ 677114 w 3217557"/>
                <a:gd name="connsiteY28-550" fmla="*/ 569491 h 2654282"/>
                <a:gd name="connsiteX29-551" fmla="*/ 2886641 w 3217557"/>
                <a:gd name="connsiteY29-552" fmla="*/ 0 h 2654282"/>
                <a:gd name="connsiteX30-553" fmla="*/ 1100201 w 3217557"/>
                <a:gd name="connsiteY30-554" fmla="*/ 0 h 2654282"/>
                <a:gd name="connsiteX31-555" fmla="*/ 769285 w 3217557"/>
                <a:gd name="connsiteY31-556" fmla="*/ 330916 h 2654282"/>
                <a:gd name="connsiteX32-557" fmla="*/ 769285 w 3217557"/>
                <a:gd name="connsiteY32-558" fmla="*/ 1382518 h 2654282"/>
                <a:gd name="connsiteX33-559" fmla="*/ 1100201 w 3217557"/>
                <a:gd name="connsiteY33-560" fmla="*/ 1713434 h 2654282"/>
                <a:gd name="connsiteX34-561" fmla="*/ 1923028 w 3217557"/>
                <a:gd name="connsiteY34-562" fmla="*/ 1713434 h 2654282"/>
                <a:gd name="connsiteX35-563" fmla="*/ 3078958 w 3217557"/>
                <a:gd name="connsiteY35-564" fmla="*/ 2077967 h 2654282"/>
                <a:gd name="connsiteX36-565" fmla="*/ 2505887 w 3217557"/>
                <a:gd name="connsiteY36-566" fmla="*/ 1713434 h 2654282"/>
                <a:gd name="connsiteX37-567" fmla="*/ 2886641 w 3217557"/>
                <a:gd name="connsiteY37-568" fmla="*/ 1713434 h 2654282"/>
                <a:gd name="connsiteX38-569" fmla="*/ 3217557 w 3217557"/>
                <a:gd name="connsiteY38-570" fmla="*/ 1382518 h 2654282"/>
                <a:gd name="connsiteX39-571" fmla="*/ 3217557 w 3217557"/>
                <a:gd name="connsiteY39-572" fmla="*/ 330916 h 2654282"/>
                <a:gd name="connsiteX40-573" fmla="*/ 2886641 w 3217557"/>
                <a:gd name="connsiteY40-574" fmla="*/ 0 h 2654282"/>
                <a:gd name="connsiteX0-575" fmla="*/ 1384251 w 3217557"/>
                <a:gd name="connsiteY0-576" fmla="*/ 661544 h 2654282"/>
                <a:gd name="connsiteX1-577" fmla="*/ 1574067 w 3217557"/>
                <a:gd name="connsiteY1-578" fmla="*/ 851360 h 2654282"/>
                <a:gd name="connsiteX2-579" fmla="*/ 1384251 w 3217557"/>
                <a:gd name="connsiteY2-580" fmla="*/ 1041176 h 2654282"/>
                <a:gd name="connsiteX3-581" fmla="*/ 1194435 w 3217557"/>
                <a:gd name="connsiteY3-582" fmla="*/ 851360 h 2654282"/>
                <a:gd name="connsiteX4-583" fmla="*/ 1384251 w 3217557"/>
                <a:gd name="connsiteY4-584" fmla="*/ 661544 h 2654282"/>
                <a:gd name="connsiteX5-585" fmla="*/ 1993421 w 3217557"/>
                <a:gd name="connsiteY5-586" fmla="*/ 661544 h 2654282"/>
                <a:gd name="connsiteX6-587" fmla="*/ 2183237 w 3217557"/>
                <a:gd name="connsiteY6-588" fmla="*/ 851360 h 2654282"/>
                <a:gd name="connsiteX7-589" fmla="*/ 1993421 w 3217557"/>
                <a:gd name="connsiteY7-590" fmla="*/ 1041176 h 2654282"/>
                <a:gd name="connsiteX8-591" fmla="*/ 1803605 w 3217557"/>
                <a:gd name="connsiteY8-592" fmla="*/ 851360 h 2654282"/>
                <a:gd name="connsiteX9-593" fmla="*/ 1993421 w 3217557"/>
                <a:gd name="connsiteY9-594" fmla="*/ 661544 h 2654282"/>
                <a:gd name="connsiteX10-595" fmla="*/ 2602591 w 3217557"/>
                <a:gd name="connsiteY10-596" fmla="*/ 661544 h 2654282"/>
                <a:gd name="connsiteX11-597" fmla="*/ 2792407 w 3217557"/>
                <a:gd name="connsiteY11-598" fmla="*/ 851360 h 2654282"/>
                <a:gd name="connsiteX12-599" fmla="*/ 2602591 w 3217557"/>
                <a:gd name="connsiteY12-600" fmla="*/ 1041176 h 2654282"/>
                <a:gd name="connsiteX13-601" fmla="*/ 2412775 w 3217557"/>
                <a:gd name="connsiteY13-602" fmla="*/ 851360 h 2654282"/>
                <a:gd name="connsiteX14-603" fmla="*/ 2602591 w 3217557"/>
                <a:gd name="connsiteY14-604" fmla="*/ 661544 h 2654282"/>
                <a:gd name="connsiteX15-605" fmla="*/ 677114 w 3217557"/>
                <a:gd name="connsiteY15-606" fmla="*/ 569491 h 2654282"/>
                <a:gd name="connsiteX16-607" fmla="*/ 330916 w 3217557"/>
                <a:gd name="connsiteY16-608" fmla="*/ 569491 h 2654282"/>
                <a:gd name="connsiteX17-609" fmla="*/ 0 w 3217557"/>
                <a:gd name="connsiteY17-610" fmla="*/ 900407 h 2654282"/>
                <a:gd name="connsiteX18-611" fmla="*/ 0 w 3217557"/>
                <a:gd name="connsiteY18-612" fmla="*/ 1952009 h 2654282"/>
                <a:gd name="connsiteX19-613" fmla="*/ 330916 w 3217557"/>
                <a:gd name="connsiteY19-614" fmla="*/ 2282925 h 2654282"/>
                <a:gd name="connsiteX20-615" fmla="*/ 711670 w 3217557"/>
                <a:gd name="connsiteY20-616" fmla="*/ 2282925 h 2654282"/>
                <a:gd name="connsiteX21-617" fmla="*/ 275077 w 3217557"/>
                <a:gd name="connsiteY21-618" fmla="*/ 2654282 h 2654282"/>
                <a:gd name="connsiteX22-619" fmla="*/ 1294529 w 3217557"/>
                <a:gd name="connsiteY22-620" fmla="*/ 2282925 h 2654282"/>
                <a:gd name="connsiteX23-621" fmla="*/ 2117356 w 3217557"/>
                <a:gd name="connsiteY23-622" fmla="*/ 2282925 h 2654282"/>
                <a:gd name="connsiteX24-623" fmla="*/ 2418395 w 3217557"/>
                <a:gd name="connsiteY24-624" fmla="*/ 2087951 h 2654282"/>
                <a:gd name="connsiteX25-625" fmla="*/ 1830857 w 3217557"/>
                <a:gd name="connsiteY25-626" fmla="*/ 1799347 h 2654282"/>
                <a:gd name="connsiteX26-627" fmla="*/ 1008030 w 3217557"/>
                <a:gd name="connsiteY26-628" fmla="*/ 1799347 h 2654282"/>
                <a:gd name="connsiteX27-629" fmla="*/ 677114 w 3217557"/>
                <a:gd name="connsiteY27-630" fmla="*/ 1468431 h 2654282"/>
                <a:gd name="connsiteX28-631" fmla="*/ 677114 w 3217557"/>
                <a:gd name="connsiteY28-632" fmla="*/ 569491 h 2654282"/>
                <a:gd name="connsiteX29-633" fmla="*/ 2886641 w 3217557"/>
                <a:gd name="connsiteY29-634" fmla="*/ 0 h 2654282"/>
                <a:gd name="connsiteX30-635" fmla="*/ 1100201 w 3217557"/>
                <a:gd name="connsiteY30-636" fmla="*/ 0 h 2654282"/>
                <a:gd name="connsiteX31-637" fmla="*/ 769285 w 3217557"/>
                <a:gd name="connsiteY31-638" fmla="*/ 330916 h 2654282"/>
                <a:gd name="connsiteX32-639" fmla="*/ 769285 w 3217557"/>
                <a:gd name="connsiteY32-640" fmla="*/ 1382518 h 2654282"/>
                <a:gd name="connsiteX33-641" fmla="*/ 1100201 w 3217557"/>
                <a:gd name="connsiteY33-642" fmla="*/ 1713434 h 2654282"/>
                <a:gd name="connsiteX34-643" fmla="*/ 1923028 w 3217557"/>
                <a:gd name="connsiteY34-644" fmla="*/ 1713434 h 2654282"/>
                <a:gd name="connsiteX35-645" fmla="*/ 3078958 w 3217557"/>
                <a:gd name="connsiteY35-646" fmla="*/ 2077967 h 2654282"/>
                <a:gd name="connsiteX36-647" fmla="*/ 2505887 w 3217557"/>
                <a:gd name="connsiteY36-648" fmla="*/ 1713434 h 2654282"/>
                <a:gd name="connsiteX37-649" fmla="*/ 2886641 w 3217557"/>
                <a:gd name="connsiteY37-650" fmla="*/ 1713434 h 2654282"/>
                <a:gd name="connsiteX38-651" fmla="*/ 3217557 w 3217557"/>
                <a:gd name="connsiteY38-652" fmla="*/ 1382518 h 2654282"/>
                <a:gd name="connsiteX39-653" fmla="*/ 3217557 w 3217557"/>
                <a:gd name="connsiteY39-654" fmla="*/ 330916 h 2654282"/>
                <a:gd name="connsiteX40-655" fmla="*/ 2886641 w 3217557"/>
                <a:gd name="connsiteY40-656" fmla="*/ 0 h 2654282"/>
                <a:gd name="connsiteX0-657" fmla="*/ 1384251 w 3217557"/>
                <a:gd name="connsiteY0-658" fmla="*/ 661544 h 2654282"/>
                <a:gd name="connsiteX1-659" fmla="*/ 1574067 w 3217557"/>
                <a:gd name="connsiteY1-660" fmla="*/ 851360 h 2654282"/>
                <a:gd name="connsiteX2-661" fmla="*/ 1384251 w 3217557"/>
                <a:gd name="connsiteY2-662" fmla="*/ 1041176 h 2654282"/>
                <a:gd name="connsiteX3-663" fmla="*/ 1194435 w 3217557"/>
                <a:gd name="connsiteY3-664" fmla="*/ 851360 h 2654282"/>
                <a:gd name="connsiteX4-665" fmla="*/ 1384251 w 3217557"/>
                <a:gd name="connsiteY4-666" fmla="*/ 661544 h 2654282"/>
                <a:gd name="connsiteX5-667" fmla="*/ 1993421 w 3217557"/>
                <a:gd name="connsiteY5-668" fmla="*/ 661544 h 2654282"/>
                <a:gd name="connsiteX6-669" fmla="*/ 2183237 w 3217557"/>
                <a:gd name="connsiteY6-670" fmla="*/ 851360 h 2654282"/>
                <a:gd name="connsiteX7-671" fmla="*/ 1993421 w 3217557"/>
                <a:gd name="connsiteY7-672" fmla="*/ 1041176 h 2654282"/>
                <a:gd name="connsiteX8-673" fmla="*/ 1803605 w 3217557"/>
                <a:gd name="connsiteY8-674" fmla="*/ 851360 h 2654282"/>
                <a:gd name="connsiteX9-675" fmla="*/ 1993421 w 3217557"/>
                <a:gd name="connsiteY9-676" fmla="*/ 661544 h 2654282"/>
                <a:gd name="connsiteX10-677" fmla="*/ 2602591 w 3217557"/>
                <a:gd name="connsiteY10-678" fmla="*/ 661544 h 2654282"/>
                <a:gd name="connsiteX11-679" fmla="*/ 2792407 w 3217557"/>
                <a:gd name="connsiteY11-680" fmla="*/ 851360 h 2654282"/>
                <a:gd name="connsiteX12-681" fmla="*/ 2602591 w 3217557"/>
                <a:gd name="connsiteY12-682" fmla="*/ 1041176 h 2654282"/>
                <a:gd name="connsiteX13-683" fmla="*/ 2412775 w 3217557"/>
                <a:gd name="connsiteY13-684" fmla="*/ 851360 h 2654282"/>
                <a:gd name="connsiteX14-685" fmla="*/ 2602591 w 3217557"/>
                <a:gd name="connsiteY14-686" fmla="*/ 661544 h 2654282"/>
                <a:gd name="connsiteX15-687" fmla="*/ 677114 w 3217557"/>
                <a:gd name="connsiteY15-688" fmla="*/ 569491 h 2654282"/>
                <a:gd name="connsiteX16-689" fmla="*/ 330916 w 3217557"/>
                <a:gd name="connsiteY16-690" fmla="*/ 569491 h 2654282"/>
                <a:gd name="connsiteX17-691" fmla="*/ 0 w 3217557"/>
                <a:gd name="connsiteY17-692" fmla="*/ 900407 h 2654282"/>
                <a:gd name="connsiteX18-693" fmla="*/ 0 w 3217557"/>
                <a:gd name="connsiteY18-694" fmla="*/ 1952009 h 2654282"/>
                <a:gd name="connsiteX19-695" fmla="*/ 330916 w 3217557"/>
                <a:gd name="connsiteY19-696" fmla="*/ 2282925 h 2654282"/>
                <a:gd name="connsiteX20-697" fmla="*/ 711670 w 3217557"/>
                <a:gd name="connsiteY20-698" fmla="*/ 2282925 h 2654282"/>
                <a:gd name="connsiteX21-699" fmla="*/ 275077 w 3217557"/>
                <a:gd name="connsiteY21-700" fmla="*/ 2654282 h 2654282"/>
                <a:gd name="connsiteX22-701" fmla="*/ 1294529 w 3217557"/>
                <a:gd name="connsiteY22-702" fmla="*/ 2282925 h 2654282"/>
                <a:gd name="connsiteX23-703" fmla="*/ 2117356 w 3217557"/>
                <a:gd name="connsiteY23-704" fmla="*/ 2282925 h 2654282"/>
                <a:gd name="connsiteX24-705" fmla="*/ 2418395 w 3217557"/>
                <a:gd name="connsiteY24-706" fmla="*/ 2087951 h 2654282"/>
                <a:gd name="connsiteX25-707" fmla="*/ 1830857 w 3217557"/>
                <a:gd name="connsiteY25-708" fmla="*/ 1799347 h 2654282"/>
                <a:gd name="connsiteX26-709" fmla="*/ 1008030 w 3217557"/>
                <a:gd name="connsiteY26-710" fmla="*/ 1799347 h 2654282"/>
                <a:gd name="connsiteX27-711" fmla="*/ 677114 w 3217557"/>
                <a:gd name="connsiteY27-712" fmla="*/ 1468431 h 2654282"/>
                <a:gd name="connsiteX28-713" fmla="*/ 677114 w 3217557"/>
                <a:gd name="connsiteY28-714" fmla="*/ 569491 h 2654282"/>
                <a:gd name="connsiteX29-715" fmla="*/ 2886641 w 3217557"/>
                <a:gd name="connsiteY29-716" fmla="*/ 0 h 2654282"/>
                <a:gd name="connsiteX30-717" fmla="*/ 1100201 w 3217557"/>
                <a:gd name="connsiteY30-718" fmla="*/ 0 h 2654282"/>
                <a:gd name="connsiteX31-719" fmla="*/ 769285 w 3217557"/>
                <a:gd name="connsiteY31-720" fmla="*/ 330916 h 2654282"/>
                <a:gd name="connsiteX32-721" fmla="*/ 769285 w 3217557"/>
                <a:gd name="connsiteY32-722" fmla="*/ 1382518 h 2654282"/>
                <a:gd name="connsiteX33-723" fmla="*/ 1100201 w 3217557"/>
                <a:gd name="connsiteY33-724" fmla="*/ 1713434 h 2654282"/>
                <a:gd name="connsiteX34-725" fmla="*/ 1923028 w 3217557"/>
                <a:gd name="connsiteY34-726" fmla="*/ 1713434 h 2654282"/>
                <a:gd name="connsiteX35-727" fmla="*/ 3078958 w 3217557"/>
                <a:gd name="connsiteY35-728" fmla="*/ 2077967 h 2654282"/>
                <a:gd name="connsiteX36-729" fmla="*/ 2505887 w 3217557"/>
                <a:gd name="connsiteY36-730" fmla="*/ 1713434 h 2654282"/>
                <a:gd name="connsiteX37-731" fmla="*/ 2886641 w 3217557"/>
                <a:gd name="connsiteY37-732" fmla="*/ 1713434 h 2654282"/>
                <a:gd name="connsiteX38-733" fmla="*/ 3217557 w 3217557"/>
                <a:gd name="connsiteY38-734" fmla="*/ 1382518 h 2654282"/>
                <a:gd name="connsiteX39-735" fmla="*/ 3217557 w 3217557"/>
                <a:gd name="connsiteY39-736" fmla="*/ 330916 h 2654282"/>
                <a:gd name="connsiteX40-737" fmla="*/ 2886641 w 3217557"/>
                <a:gd name="connsiteY40-738" fmla="*/ 0 h 2654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</a:cxnLst>
              <a:rect l="l" t="t" r="r" b="b"/>
              <a:pathLst>
                <a:path w="3217557" h="2654282">
                  <a:moveTo>
                    <a:pt x="1384251" y="661544"/>
                  </a:moveTo>
                  <a:cubicBezTo>
                    <a:pt x="1489083" y="661544"/>
                    <a:pt x="1574067" y="746528"/>
                    <a:pt x="1574067" y="851360"/>
                  </a:cubicBezTo>
                  <a:cubicBezTo>
                    <a:pt x="1574067" y="956192"/>
                    <a:pt x="1489083" y="1041176"/>
                    <a:pt x="1384251" y="1041176"/>
                  </a:cubicBezTo>
                  <a:cubicBezTo>
                    <a:pt x="1279419" y="1041176"/>
                    <a:pt x="1194435" y="956192"/>
                    <a:pt x="1194435" y="851360"/>
                  </a:cubicBezTo>
                  <a:cubicBezTo>
                    <a:pt x="1194435" y="746528"/>
                    <a:pt x="1279419" y="661544"/>
                    <a:pt x="1384251" y="661544"/>
                  </a:cubicBezTo>
                  <a:close/>
                  <a:moveTo>
                    <a:pt x="1993421" y="661544"/>
                  </a:moveTo>
                  <a:cubicBezTo>
                    <a:pt x="2098253" y="661544"/>
                    <a:pt x="2183237" y="746528"/>
                    <a:pt x="2183237" y="851360"/>
                  </a:cubicBezTo>
                  <a:cubicBezTo>
                    <a:pt x="2183237" y="956192"/>
                    <a:pt x="2098253" y="1041176"/>
                    <a:pt x="1993421" y="1041176"/>
                  </a:cubicBezTo>
                  <a:cubicBezTo>
                    <a:pt x="1888589" y="1041176"/>
                    <a:pt x="1803605" y="956192"/>
                    <a:pt x="1803605" y="851360"/>
                  </a:cubicBezTo>
                  <a:cubicBezTo>
                    <a:pt x="1803605" y="746528"/>
                    <a:pt x="1888589" y="661544"/>
                    <a:pt x="1993421" y="661544"/>
                  </a:cubicBezTo>
                  <a:close/>
                  <a:moveTo>
                    <a:pt x="2602591" y="661544"/>
                  </a:moveTo>
                  <a:cubicBezTo>
                    <a:pt x="2707423" y="661544"/>
                    <a:pt x="2792407" y="746528"/>
                    <a:pt x="2792407" y="851360"/>
                  </a:cubicBezTo>
                  <a:cubicBezTo>
                    <a:pt x="2792407" y="956192"/>
                    <a:pt x="2707423" y="1041176"/>
                    <a:pt x="2602591" y="1041176"/>
                  </a:cubicBezTo>
                  <a:cubicBezTo>
                    <a:pt x="2497759" y="1041176"/>
                    <a:pt x="2412775" y="956192"/>
                    <a:pt x="2412775" y="851360"/>
                  </a:cubicBezTo>
                  <a:cubicBezTo>
                    <a:pt x="2412775" y="746528"/>
                    <a:pt x="2497759" y="661544"/>
                    <a:pt x="2602591" y="661544"/>
                  </a:cubicBezTo>
                  <a:close/>
                  <a:moveTo>
                    <a:pt x="677114" y="569491"/>
                  </a:moveTo>
                  <a:lnTo>
                    <a:pt x="330916" y="569491"/>
                  </a:lnTo>
                  <a:cubicBezTo>
                    <a:pt x="148156" y="569491"/>
                    <a:pt x="0" y="717647"/>
                    <a:pt x="0" y="900407"/>
                  </a:cubicBezTo>
                  <a:lnTo>
                    <a:pt x="0" y="1952009"/>
                  </a:lnTo>
                  <a:cubicBezTo>
                    <a:pt x="0" y="2134769"/>
                    <a:pt x="148156" y="2282925"/>
                    <a:pt x="330916" y="2282925"/>
                  </a:cubicBezTo>
                  <a:lnTo>
                    <a:pt x="711670" y="2282925"/>
                  </a:lnTo>
                  <a:cubicBezTo>
                    <a:pt x="639726" y="2394386"/>
                    <a:pt x="647101" y="2475544"/>
                    <a:pt x="275077" y="2654282"/>
                  </a:cubicBezTo>
                  <a:cubicBezTo>
                    <a:pt x="900998" y="2583693"/>
                    <a:pt x="998412" y="2552618"/>
                    <a:pt x="1294529" y="2282925"/>
                  </a:cubicBezTo>
                  <a:lnTo>
                    <a:pt x="2117356" y="2282925"/>
                  </a:lnTo>
                  <a:cubicBezTo>
                    <a:pt x="2251554" y="2282925"/>
                    <a:pt x="2367095" y="2203043"/>
                    <a:pt x="2418395" y="2087951"/>
                  </a:cubicBezTo>
                  <a:cubicBezTo>
                    <a:pt x="2205538" y="2022975"/>
                    <a:pt x="2032941" y="1932583"/>
                    <a:pt x="1830857" y="1799347"/>
                  </a:cubicBezTo>
                  <a:lnTo>
                    <a:pt x="1008030" y="1799347"/>
                  </a:lnTo>
                  <a:cubicBezTo>
                    <a:pt x="825270" y="1799347"/>
                    <a:pt x="677114" y="1651191"/>
                    <a:pt x="677114" y="1468431"/>
                  </a:cubicBezTo>
                  <a:lnTo>
                    <a:pt x="677114" y="569491"/>
                  </a:lnTo>
                  <a:close/>
                  <a:moveTo>
                    <a:pt x="2886641" y="0"/>
                  </a:moveTo>
                  <a:lnTo>
                    <a:pt x="1100201" y="0"/>
                  </a:lnTo>
                  <a:cubicBezTo>
                    <a:pt x="917441" y="0"/>
                    <a:pt x="769285" y="148156"/>
                    <a:pt x="769285" y="330916"/>
                  </a:cubicBezTo>
                  <a:lnTo>
                    <a:pt x="769285" y="1382518"/>
                  </a:lnTo>
                  <a:cubicBezTo>
                    <a:pt x="769285" y="1565278"/>
                    <a:pt x="917441" y="1713434"/>
                    <a:pt x="1100201" y="1713434"/>
                  </a:cubicBezTo>
                  <a:lnTo>
                    <a:pt x="1923028" y="1713434"/>
                  </a:lnTo>
                  <a:cubicBezTo>
                    <a:pt x="2301032" y="1962656"/>
                    <a:pt x="2453037" y="2007378"/>
                    <a:pt x="3078958" y="2077967"/>
                  </a:cubicBezTo>
                  <a:cubicBezTo>
                    <a:pt x="2713759" y="1878758"/>
                    <a:pt x="2673367" y="1899957"/>
                    <a:pt x="2505887" y="1713434"/>
                  </a:cubicBezTo>
                  <a:lnTo>
                    <a:pt x="2886641" y="1713434"/>
                  </a:lnTo>
                  <a:cubicBezTo>
                    <a:pt x="3069401" y="1713434"/>
                    <a:pt x="3217557" y="1565278"/>
                    <a:pt x="3217557" y="1382518"/>
                  </a:cubicBezTo>
                  <a:lnTo>
                    <a:pt x="3217557" y="330916"/>
                  </a:lnTo>
                  <a:cubicBezTo>
                    <a:pt x="3217557" y="148156"/>
                    <a:pt x="3069401" y="0"/>
                    <a:pt x="28866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142097" y="2961426"/>
            <a:ext cx="2762596" cy="3293621"/>
            <a:chOff x="6142097" y="2961426"/>
            <a:chExt cx="2762596" cy="3293621"/>
          </a:xfrm>
        </p:grpSpPr>
        <p:grpSp>
          <p:nvGrpSpPr>
            <p:cNvPr id="12" name="Group 11"/>
            <p:cNvGrpSpPr/>
            <p:nvPr/>
          </p:nvGrpSpPr>
          <p:grpSpPr>
            <a:xfrm>
              <a:off x="6958383" y="2961426"/>
              <a:ext cx="1512168" cy="1512169"/>
              <a:chOff x="5157465" y="2663252"/>
              <a:chExt cx="1512168" cy="1512169"/>
            </a:xfrm>
          </p:grpSpPr>
          <p:sp>
            <p:nvSpPr>
              <p:cNvPr id="13" name="Diamond 12"/>
              <p:cNvSpPr/>
              <p:nvPr/>
            </p:nvSpPr>
            <p:spPr>
              <a:xfrm>
                <a:off x="5265549" y="2771336"/>
                <a:ext cx="1296000" cy="1296000"/>
              </a:xfrm>
              <a:prstGeom prst="diamond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4" name="Diamond 13"/>
              <p:cNvSpPr/>
              <p:nvPr/>
            </p:nvSpPr>
            <p:spPr>
              <a:xfrm>
                <a:off x="5157465" y="2663252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6142097" y="4685387"/>
              <a:ext cx="276259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Making decisions without consulting key Influencers</a:t>
              </a:r>
            </a:p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IMPACT:</a:t>
              </a:r>
            </a:p>
            <a:p>
              <a:pPr algn="ctr"/>
              <a:r>
                <a:rPr lang="en-US" altLang="ko-KR" sz="1200" b="1" dirty="0">
                  <a:solidFill>
                    <a:srgbClr val="F20000"/>
                  </a:solidFill>
                  <a:cs typeface="Arial" panose="020B0604020202020204" pitchFamily="34" charset="0"/>
                </a:rPr>
                <a:t>Decisions are resisted, team disengagement, partner mistrust</a:t>
              </a:r>
              <a:endParaRPr lang="ko-KR" altLang="en-US" sz="1200" b="1" dirty="0">
                <a:solidFill>
                  <a:srgbClr val="F2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Round Same Side Corner Rectangle 11"/>
            <p:cNvSpPr>
              <a:spLocks noChangeAspect="1"/>
            </p:cNvSpPr>
            <p:nvPr/>
          </p:nvSpPr>
          <p:spPr>
            <a:xfrm rot="9900000">
              <a:off x="7510415" y="3570440"/>
              <a:ext cx="396000" cy="336326"/>
            </a:xfrm>
            <a:custGeom>
              <a:avLst/>
              <a:gdLst/>
              <a:ahLst/>
              <a:cxnLst/>
              <a:rect l="l" t="t" r="r" b="b"/>
              <a:pathLst>
                <a:path w="2911009" h="2472345">
                  <a:moveTo>
                    <a:pt x="2219598" y="1335309"/>
                  </a:moveTo>
                  <a:lnTo>
                    <a:pt x="2219598" y="1222573"/>
                  </a:lnTo>
                  <a:cubicBezTo>
                    <a:pt x="2219598" y="1176944"/>
                    <a:pt x="2241926" y="1136530"/>
                    <a:pt x="2277694" y="1113650"/>
                  </a:cubicBezTo>
                  <a:lnTo>
                    <a:pt x="2277694" y="137786"/>
                  </a:lnTo>
                  <a:cubicBezTo>
                    <a:pt x="2277694" y="61689"/>
                    <a:pt x="2339383" y="0"/>
                    <a:pt x="2415480" y="0"/>
                  </a:cubicBezTo>
                  <a:lnTo>
                    <a:pt x="2545196" y="0"/>
                  </a:lnTo>
                  <a:cubicBezTo>
                    <a:pt x="2621293" y="0"/>
                    <a:pt x="2682982" y="61689"/>
                    <a:pt x="2682982" y="137786"/>
                  </a:cubicBezTo>
                  <a:lnTo>
                    <a:pt x="2682982" y="1099067"/>
                  </a:lnTo>
                  <a:cubicBezTo>
                    <a:pt x="2730197" y="1120049"/>
                    <a:pt x="2762708" y="1167515"/>
                    <a:pt x="2762708" y="1222573"/>
                  </a:cubicBezTo>
                  <a:lnTo>
                    <a:pt x="2762708" y="1480834"/>
                  </a:lnTo>
                  <a:close/>
                  <a:moveTo>
                    <a:pt x="241900" y="1676361"/>
                  </a:moveTo>
                  <a:cubicBezTo>
                    <a:pt x="69371" y="1631107"/>
                    <a:pt x="-34146" y="1454930"/>
                    <a:pt x="10296" y="1282189"/>
                  </a:cubicBezTo>
                  <a:cubicBezTo>
                    <a:pt x="54739" y="1109449"/>
                    <a:pt x="230428" y="1005105"/>
                    <a:pt x="403375" y="1048736"/>
                  </a:cubicBezTo>
                  <a:cubicBezTo>
                    <a:pt x="349550" y="1257945"/>
                    <a:pt x="295726" y="1467153"/>
                    <a:pt x="241900" y="1676361"/>
                  </a:cubicBezTo>
                  <a:close/>
                  <a:moveTo>
                    <a:pt x="2578947" y="2467929"/>
                  </a:moveTo>
                  <a:lnTo>
                    <a:pt x="1957545" y="2301425"/>
                  </a:lnTo>
                  <a:lnTo>
                    <a:pt x="2194209" y="1418183"/>
                  </a:lnTo>
                  <a:lnTo>
                    <a:pt x="2815611" y="1584687"/>
                  </a:lnTo>
                  <a:cubicBezTo>
                    <a:pt x="2884250" y="1603079"/>
                    <a:pt x="2924985" y="1673632"/>
                    <a:pt x="2906593" y="1742272"/>
                  </a:cubicBezTo>
                  <a:lnTo>
                    <a:pt x="2736532" y="2376947"/>
                  </a:lnTo>
                  <a:cubicBezTo>
                    <a:pt x="2718140" y="2445587"/>
                    <a:pt x="2647586" y="2486321"/>
                    <a:pt x="2578947" y="2467929"/>
                  </a:cubicBezTo>
                  <a:close/>
                  <a:moveTo>
                    <a:pt x="610249" y="2287120"/>
                  </a:moveTo>
                  <a:lnTo>
                    <a:pt x="1020264" y="756923"/>
                  </a:lnTo>
                  <a:lnTo>
                    <a:pt x="2107356" y="1398691"/>
                  </a:lnTo>
                  <a:lnTo>
                    <a:pt x="1872582" y="2274879"/>
                  </a:lnTo>
                  <a:close/>
                  <a:moveTo>
                    <a:pt x="426016" y="2349577"/>
                  </a:moveTo>
                  <a:lnTo>
                    <a:pt x="243978" y="2300800"/>
                  </a:lnTo>
                  <a:cubicBezTo>
                    <a:pt x="205115" y="2290387"/>
                    <a:pt x="182051" y="2250439"/>
                    <a:pt x="192464" y="2211576"/>
                  </a:cubicBezTo>
                  <a:lnTo>
                    <a:pt x="620679" y="613455"/>
                  </a:lnTo>
                  <a:cubicBezTo>
                    <a:pt x="631093" y="574592"/>
                    <a:pt x="671040" y="551528"/>
                    <a:pt x="709903" y="561941"/>
                  </a:cubicBezTo>
                  <a:lnTo>
                    <a:pt x="891942" y="610718"/>
                  </a:lnTo>
                  <a:cubicBezTo>
                    <a:pt x="930805" y="621132"/>
                    <a:pt x="953869" y="661079"/>
                    <a:pt x="943455" y="699942"/>
                  </a:cubicBezTo>
                  <a:lnTo>
                    <a:pt x="515240" y="2298064"/>
                  </a:lnTo>
                  <a:cubicBezTo>
                    <a:pt x="504827" y="2336927"/>
                    <a:pt x="464879" y="2359990"/>
                    <a:pt x="426016" y="23495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438508" y="2961426"/>
            <a:ext cx="2762596" cy="3235612"/>
            <a:chOff x="2438508" y="2961426"/>
            <a:chExt cx="2762596" cy="3235612"/>
          </a:xfrm>
        </p:grpSpPr>
        <p:grpSp>
          <p:nvGrpSpPr>
            <p:cNvPr id="15" name="Group 14"/>
            <p:cNvGrpSpPr/>
            <p:nvPr/>
          </p:nvGrpSpPr>
          <p:grpSpPr>
            <a:xfrm>
              <a:off x="3077369" y="2961426"/>
              <a:ext cx="1512168" cy="1512169"/>
              <a:chOff x="2459015" y="2663252"/>
              <a:chExt cx="1512168" cy="1512169"/>
            </a:xfrm>
          </p:grpSpPr>
          <p:sp>
            <p:nvSpPr>
              <p:cNvPr id="16" name="Diamond 15"/>
              <p:cNvSpPr/>
              <p:nvPr/>
            </p:nvSpPr>
            <p:spPr>
              <a:xfrm>
                <a:off x="2567099" y="2771336"/>
                <a:ext cx="1296000" cy="1296000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7" name="Diamond 16"/>
              <p:cNvSpPr/>
              <p:nvPr/>
            </p:nvSpPr>
            <p:spPr>
              <a:xfrm>
                <a:off x="2459015" y="2663252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2438508" y="4812043"/>
              <a:ext cx="276259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Failing to invest in personal trust and networks</a:t>
              </a:r>
            </a:p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IMPACT:</a:t>
              </a:r>
            </a:p>
            <a:p>
              <a:pPr algn="ctr"/>
              <a:r>
                <a:rPr lang="en-US" altLang="ko-KR" sz="1200" b="1" dirty="0">
                  <a:solidFill>
                    <a:srgbClr val="F20000"/>
                  </a:solidFill>
                  <a:cs typeface="Arial" panose="020B0604020202020204" pitchFamily="34" charset="0"/>
                </a:rPr>
                <a:t>Lack of cooperation, weak team cohesion, failed partnerships</a:t>
              </a:r>
              <a:endParaRPr lang="ko-KR" altLang="en-US" sz="1200" b="1" dirty="0">
                <a:solidFill>
                  <a:srgbClr val="F2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6" name="Rounded Rectangle 27"/>
            <p:cNvSpPr/>
            <p:nvPr/>
          </p:nvSpPr>
          <p:spPr>
            <a:xfrm>
              <a:off x="3655688" y="3629027"/>
              <a:ext cx="346396" cy="266079"/>
            </a:xfrm>
            <a:custGeom>
              <a:avLst/>
              <a:gdLst/>
              <a:ahLst/>
              <a:cxnLst/>
              <a:rect l="l" t="t" r="r" b="b"/>
              <a:pathLst>
                <a:path w="3186824" h="2447912">
                  <a:moveTo>
                    <a:pt x="1917737" y="1021643"/>
                  </a:moveTo>
                  <a:cubicBezTo>
                    <a:pt x="2188548" y="1021643"/>
                    <a:pt x="2408083" y="1241178"/>
                    <a:pt x="2408083" y="1511989"/>
                  </a:cubicBezTo>
                  <a:cubicBezTo>
                    <a:pt x="2408083" y="1782800"/>
                    <a:pt x="2188548" y="2002335"/>
                    <a:pt x="1917737" y="2002335"/>
                  </a:cubicBezTo>
                  <a:cubicBezTo>
                    <a:pt x="1646926" y="2002335"/>
                    <a:pt x="1427391" y="1782800"/>
                    <a:pt x="1427391" y="1511989"/>
                  </a:cubicBezTo>
                  <a:cubicBezTo>
                    <a:pt x="1427391" y="1241178"/>
                    <a:pt x="1646926" y="1021643"/>
                    <a:pt x="1917737" y="1021643"/>
                  </a:cubicBezTo>
                  <a:close/>
                  <a:moveTo>
                    <a:pt x="1917737" y="827913"/>
                  </a:moveTo>
                  <a:cubicBezTo>
                    <a:pt x="1539932" y="827913"/>
                    <a:pt x="1233661" y="1134184"/>
                    <a:pt x="1233661" y="1511989"/>
                  </a:cubicBezTo>
                  <a:cubicBezTo>
                    <a:pt x="1233661" y="1889794"/>
                    <a:pt x="1539932" y="2196065"/>
                    <a:pt x="1917737" y="2196065"/>
                  </a:cubicBezTo>
                  <a:cubicBezTo>
                    <a:pt x="2295542" y="2196065"/>
                    <a:pt x="2601813" y="1889794"/>
                    <a:pt x="2601813" y="1511989"/>
                  </a:cubicBezTo>
                  <a:cubicBezTo>
                    <a:pt x="2601813" y="1134184"/>
                    <a:pt x="2295542" y="827913"/>
                    <a:pt x="1917737" y="827913"/>
                  </a:cubicBezTo>
                  <a:close/>
                  <a:moveTo>
                    <a:pt x="1112286" y="675885"/>
                  </a:moveTo>
                  <a:lnTo>
                    <a:pt x="1112286" y="830188"/>
                  </a:lnTo>
                  <a:lnTo>
                    <a:pt x="1328310" y="830188"/>
                  </a:lnTo>
                  <a:lnTo>
                    <a:pt x="1328310" y="675885"/>
                  </a:lnTo>
                  <a:close/>
                  <a:moveTo>
                    <a:pt x="2586084" y="626422"/>
                  </a:moveTo>
                  <a:lnTo>
                    <a:pt x="2586084" y="830188"/>
                  </a:lnTo>
                  <a:lnTo>
                    <a:pt x="3001340" y="830188"/>
                  </a:lnTo>
                  <a:lnTo>
                    <a:pt x="3001340" y="626422"/>
                  </a:lnTo>
                  <a:close/>
                  <a:moveTo>
                    <a:pt x="1593701" y="108218"/>
                  </a:moveTo>
                  <a:lnTo>
                    <a:pt x="1593701" y="432905"/>
                  </a:lnTo>
                  <a:lnTo>
                    <a:pt x="2241773" y="432905"/>
                  </a:lnTo>
                  <a:lnTo>
                    <a:pt x="2241773" y="108218"/>
                  </a:lnTo>
                  <a:close/>
                  <a:moveTo>
                    <a:pt x="1452512" y="0"/>
                  </a:moveTo>
                  <a:lnTo>
                    <a:pt x="2382963" y="0"/>
                  </a:lnTo>
                  <a:cubicBezTo>
                    <a:pt x="2433311" y="0"/>
                    <a:pt x="2474127" y="40816"/>
                    <a:pt x="2474127" y="91164"/>
                  </a:cubicBezTo>
                  <a:lnTo>
                    <a:pt x="2474127" y="432905"/>
                  </a:lnTo>
                  <a:lnTo>
                    <a:pt x="2933014" y="432905"/>
                  </a:lnTo>
                  <a:cubicBezTo>
                    <a:pt x="3073189" y="432905"/>
                    <a:pt x="3186824" y="546540"/>
                    <a:pt x="3186824" y="686715"/>
                  </a:cubicBezTo>
                  <a:lnTo>
                    <a:pt x="3186824" y="2194102"/>
                  </a:lnTo>
                  <a:cubicBezTo>
                    <a:pt x="3186824" y="2334277"/>
                    <a:pt x="3073189" y="2447912"/>
                    <a:pt x="2933014" y="2447912"/>
                  </a:cubicBezTo>
                  <a:lnTo>
                    <a:pt x="253810" y="2447912"/>
                  </a:lnTo>
                  <a:cubicBezTo>
                    <a:pt x="113635" y="2447912"/>
                    <a:pt x="0" y="2334277"/>
                    <a:pt x="0" y="2194102"/>
                  </a:cubicBezTo>
                  <a:lnTo>
                    <a:pt x="0" y="686715"/>
                  </a:lnTo>
                  <a:cubicBezTo>
                    <a:pt x="0" y="546540"/>
                    <a:pt x="113635" y="432905"/>
                    <a:pt x="253810" y="432905"/>
                  </a:cubicBezTo>
                  <a:lnTo>
                    <a:pt x="307082" y="432905"/>
                  </a:lnTo>
                  <a:lnTo>
                    <a:pt x="307082" y="313169"/>
                  </a:lnTo>
                  <a:cubicBezTo>
                    <a:pt x="307082" y="287995"/>
                    <a:pt x="327490" y="267587"/>
                    <a:pt x="352664" y="267587"/>
                  </a:cubicBezTo>
                  <a:lnTo>
                    <a:pt x="817888" y="267587"/>
                  </a:lnTo>
                  <a:cubicBezTo>
                    <a:pt x="843062" y="267587"/>
                    <a:pt x="863470" y="287995"/>
                    <a:pt x="863470" y="313169"/>
                  </a:cubicBezTo>
                  <a:lnTo>
                    <a:pt x="863470" y="432905"/>
                  </a:lnTo>
                  <a:lnTo>
                    <a:pt x="1361348" y="432905"/>
                  </a:lnTo>
                  <a:lnTo>
                    <a:pt x="1361348" y="91164"/>
                  </a:lnTo>
                  <a:cubicBezTo>
                    <a:pt x="1361348" y="40816"/>
                    <a:pt x="1402164" y="0"/>
                    <a:pt x="145251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392662" y="1944084"/>
            <a:ext cx="2762596" cy="2948935"/>
            <a:chOff x="4392662" y="1944084"/>
            <a:chExt cx="2762596" cy="2948935"/>
          </a:xfrm>
        </p:grpSpPr>
        <p:grpSp>
          <p:nvGrpSpPr>
            <p:cNvPr id="6" name="Group 5"/>
            <p:cNvGrpSpPr/>
            <p:nvPr/>
          </p:nvGrpSpPr>
          <p:grpSpPr>
            <a:xfrm>
              <a:off x="5017876" y="3380850"/>
              <a:ext cx="1512168" cy="1512169"/>
              <a:chOff x="3808240" y="3082676"/>
              <a:chExt cx="1512168" cy="1512169"/>
            </a:xfrm>
          </p:grpSpPr>
          <p:sp>
            <p:nvSpPr>
              <p:cNvPr id="7" name="Diamond 6"/>
              <p:cNvSpPr/>
              <p:nvPr/>
            </p:nvSpPr>
            <p:spPr>
              <a:xfrm>
                <a:off x="3916324" y="3190760"/>
                <a:ext cx="1296000" cy="1296000"/>
              </a:xfrm>
              <a:prstGeom prst="diamond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8" name="Diamond 7"/>
              <p:cNvSpPr/>
              <p:nvPr/>
            </p:nvSpPr>
            <p:spPr>
              <a:xfrm>
                <a:off x="3808240" y="3082676"/>
                <a:ext cx="1512168" cy="1512169"/>
              </a:xfrm>
              <a:prstGeom prst="diamond">
                <a:avLst/>
              </a:prstGeom>
              <a:noFill/>
              <a:ln w="508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sp>
          <p:nvSpPr>
            <p:cNvPr id="29" name="TextBox 28"/>
            <p:cNvSpPr txBox="1"/>
            <p:nvPr/>
          </p:nvSpPr>
          <p:spPr>
            <a:xfrm>
              <a:off x="4392662" y="1944084"/>
              <a:ext cx="27625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Being too blunt, ignoring indirect cues, or misreading tone</a:t>
              </a:r>
            </a:p>
            <a:p>
              <a:pPr algn="ct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IMPACT:</a:t>
              </a:r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 algn="ctr"/>
              <a:r>
                <a:rPr lang="en-US" altLang="ko-KR" sz="1200" b="1" dirty="0">
                  <a:solidFill>
                    <a:srgbClr val="F20000"/>
                  </a:solidFill>
                  <a:cs typeface="Arial" panose="020B0604020202020204" pitchFamily="34" charset="0"/>
                </a:rPr>
                <a:t>Misunderstandings, conflicts, offense to colleagues or partners</a:t>
              </a:r>
              <a:endParaRPr lang="ko-KR" altLang="en-US" sz="1200" b="1" dirty="0">
                <a:solidFill>
                  <a:srgbClr val="F2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" name="Block Arc 10"/>
            <p:cNvSpPr/>
            <p:nvPr/>
          </p:nvSpPr>
          <p:spPr>
            <a:xfrm>
              <a:off x="5526379" y="3990415"/>
              <a:ext cx="431509" cy="292281"/>
            </a:xfrm>
            <a:custGeom>
              <a:avLst/>
              <a:gdLst/>
              <a:ahLst/>
              <a:cxnLst/>
              <a:rect l="l" t="t" r="r" b="b"/>
              <a:pathLst>
                <a:path w="3219104" h="2180445">
                  <a:moveTo>
                    <a:pt x="631935" y="660566"/>
                  </a:moveTo>
                  <a:cubicBezTo>
                    <a:pt x="582229" y="660566"/>
                    <a:pt x="541935" y="700860"/>
                    <a:pt x="541935" y="750566"/>
                  </a:cubicBezTo>
                  <a:cubicBezTo>
                    <a:pt x="541935" y="800272"/>
                    <a:pt x="582229" y="840566"/>
                    <a:pt x="631935" y="840566"/>
                  </a:cubicBezTo>
                  <a:cubicBezTo>
                    <a:pt x="681641" y="840566"/>
                    <a:pt x="721935" y="800272"/>
                    <a:pt x="721935" y="750566"/>
                  </a:cubicBezTo>
                  <a:cubicBezTo>
                    <a:pt x="721935" y="700860"/>
                    <a:pt x="681641" y="660566"/>
                    <a:pt x="631935" y="660566"/>
                  </a:cubicBezTo>
                  <a:close/>
                  <a:moveTo>
                    <a:pt x="2920524" y="132986"/>
                  </a:moveTo>
                  <a:cubicBezTo>
                    <a:pt x="2884582" y="132986"/>
                    <a:pt x="2855445" y="171564"/>
                    <a:pt x="2855445" y="219152"/>
                  </a:cubicBezTo>
                  <a:cubicBezTo>
                    <a:pt x="2855445" y="266740"/>
                    <a:pt x="2884582" y="305318"/>
                    <a:pt x="2920524" y="305318"/>
                  </a:cubicBezTo>
                  <a:cubicBezTo>
                    <a:pt x="2956466" y="305318"/>
                    <a:pt x="2985603" y="266740"/>
                    <a:pt x="2985603" y="219152"/>
                  </a:cubicBezTo>
                  <a:cubicBezTo>
                    <a:pt x="2985603" y="171564"/>
                    <a:pt x="2956466" y="132986"/>
                    <a:pt x="2920524" y="132986"/>
                  </a:cubicBezTo>
                  <a:close/>
                  <a:moveTo>
                    <a:pt x="1840097" y="123357"/>
                  </a:moveTo>
                  <a:cubicBezTo>
                    <a:pt x="1690593" y="125267"/>
                    <a:pt x="1541569" y="163386"/>
                    <a:pt x="1407089" y="237534"/>
                  </a:cubicBezTo>
                  <a:lnTo>
                    <a:pt x="1442443" y="299445"/>
                  </a:lnTo>
                  <a:cubicBezTo>
                    <a:pt x="1690026" y="162934"/>
                    <a:pt x="1991162" y="159087"/>
                    <a:pt x="2242273" y="289227"/>
                  </a:cubicBezTo>
                  <a:lnTo>
                    <a:pt x="2275978" y="226435"/>
                  </a:lnTo>
                  <a:cubicBezTo>
                    <a:pt x="2139582" y="155746"/>
                    <a:pt x="1989600" y="121447"/>
                    <a:pt x="1840097" y="123357"/>
                  </a:cubicBezTo>
                  <a:close/>
                  <a:moveTo>
                    <a:pt x="1808744" y="1233"/>
                  </a:moveTo>
                  <a:cubicBezTo>
                    <a:pt x="2156106" y="-14520"/>
                    <a:pt x="2554236" y="122009"/>
                    <a:pt x="2727916" y="332053"/>
                  </a:cubicBezTo>
                  <a:lnTo>
                    <a:pt x="2797407" y="426906"/>
                  </a:lnTo>
                  <a:cubicBezTo>
                    <a:pt x="2816730" y="407744"/>
                    <a:pt x="2822914" y="396798"/>
                    <a:pt x="2848347" y="374270"/>
                  </a:cubicBezTo>
                  <a:cubicBezTo>
                    <a:pt x="2789714" y="335227"/>
                    <a:pt x="2770554" y="301522"/>
                    <a:pt x="2770554" y="211287"/>
                  </a:cubicBezTo>
                  <a:cubicBezTo>
                    <a:pt x="2770554" y="109060"/>
                    <a:pt x="2826850" y="34523"/>
                    <a:pt x="2918697" y="33333"/>
                  </a:cubicBezTo>
                  <a:cubicBezTo>
                    <a:pt x="3010544" y="32143"/>
                    <a:pt x="3068737" y="122977"/>
                    <a:pt x="3064459" y="218431"/>
                  </a:cubicBezTo>
                  <a:cubicBezTo>
                    <a:pt x="3062319" y="266188"/>
                    <a:pt x="3063213" y="242475"/>
                    <a:pt x="3054577" y="285936"/>
                  </a:cubicBezTo>
                  <a:cubicBezTo>
                    <a:pt x="3088600" y="260795"/>
                    <a:pt x="3146396" y="297212"/>
                    <a:pt x="3198377" y="27802"/>
                  </a:cubicBezTo>
                  <a:cubicBezTo>
                    <a:pt x="3270974" y="270322"/>
                    <a:pt x="3142267" y="378871"/>
                    <a:pt x="2977023" y="405424"/>
                  </a:cubicBezTo>
                  <a:cubicBezTo>
                    <a:pt x="2937650" y="455263"/>
                    <a:pt x="2906651" y="507366"/>
                    <a:pt x="2854455" y="531728"/>
                  </a:cubicBezTo>
                  <a:cubicBezTo>
                    <a:pt x="2854593" y="531917"/>
                    <a:pt x="2854687" y="532126"/>
                    <a:pt x="2854781" y="532336"/>
                  </a:cubicBezTo>
                  <a:lnTo>
                    <a:pt x="2914835" y="719911"/>
                  </a:lnTo>
                  <a:cubicBezTo>
                    <a:pt x="2982387" y="1030651"/>
                    <a:pt x="2875068" y="1334999"/>
                    <a:pt x="2751965" y="1458417"/>
                  </a:cubicBezTo>
                  <a:cubicBezTo>
                    <a:pt x="2718119" y="1752479"/>
                    <a:pt x="2636178" y="1904762"/>
                    <a:pt x="2564924" y="2133185"/>
                  </a:cubicBezTo>
                  <a:cubicBezTo>
                    <a:pt x="2548001" y="2174319"/>
                    <a:pt x="2290597" y="2162941"/>
                    <a:pt x="2284362" y="2130560"/>
                  </a:cubicBezTo>
                  <a:cubicBezTo>
                    <a:pt x="2253189" y="1989654"/>
                    <a:pt x="2205984" y="1832997"/>
                    <a:pt x="2190842" y="1681589"/>
                  </a:cubicBezTo>
                  <a:cubicBezTo>
                    <a:pt x="1937891" y="1727975"/>
                    <a:pt x="1628829" y="1727099"/>
                    <a:pt x="1429318" y="1710471"/>
                  </a:cubicBezTo>
                  <a:cubicBezTo>
                    <a:pt x="1387456" y="1891634"/>
                    <a:pt x="1268107" y="2057044"/>
                    <a:pt x="1143413" y="2180445"/>
                  </a:cubicBezTo>
                  <a:lnTo>
                    <a:pt x="943012" y="2180445"/>
                  </a:lnTo>
                  <a:cubicBezTo>
                    <a:pt x="894916" y="2170818"/>
                    <a:pt x="902932" y="1825120"/>
                    <a:pt x="910948" y="1650083"/>
                  </a:cubicBezTo>
                  <a:cubicBezTo>
                    <a:pt x="600994" y="1508303"/>
                    <a:pt x="-80369" y="1319263"/>
                    <a:pt x="7807" y="838786"/>
                  </a:cubicBezTo>
                  <a:cubicBezTo>
                    <a:pt x="13151" y="796777"/>
                    <a:pt x="184160" y="802028"/>
                    <a:pt x="275009" y="799402"/>
                  </a:cubicBezTo>
                  <a:cubicBezTo>
                    <a:pt x="369419" y="659373"/>
                    <a:pt x="418407" y="582356"/>
                    <a:pt x="555570" y="465957"/>
                  </a:cubicBezTo>
                  <a:cubicBezTo>
                    <a:pt x="547554" y="374062"/>
                    <a:pt x="496786" y="206026"/>
                    <a:pt x="531522" y="190273"/>
                  </a:cubicBezTo>
                  <a:cubicBezTo>
                    <a:pt x="764877" y="64246"/>
                    <a:pt x="803177" y="250661"/>
                    <a:pt x="924308" y="355683"/>
                  </a:cubicBezTo>
                  <a:cubicBezTo>
                    <a:pt x="1130053" y="143013"/>
                    <a:pt x="1554903" y="11735"/>
                    <a:pt x="1808744" y="1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9358980" y="4916219"/>
            <a:ext cx="2762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Focusing only on results without humane behavior</a:t>
            </a:r>
          </a:p>
          <a:p>
            <a:pPr algn="ctr"/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r>
              <a:rPr lang="en-US" altLang="ko-KR" sz="1200" b="1" dirty="0">
                <a:solidFill>
                  <a:schemeClr val="accent6"/>
                </a:solidFill>
                <a:cs typeface="Arial" panose="020B0604020202020204" pitchFamily="34" charset="0"/>
              </a:rPr>
              <a:t>IMPACT:</a:t>
            </a:r>
          </a:p>
          <a:p>
            <a:pPr algn="ctr"/>
            <a:r>
              <a:rPr lang="en-US" altLang="ko-KR" sz="1200" b="1" dirty="0">
                <a:solidFill>
                  <a:srgbClr val="F20000"/>
                </a:solidFill>
                <a:cs typeface="Arial" panose="020B0604020202020204" pitchFamily="34" charset="0"/>
              </a:rPr>
              <a:t>Perception as cold or unfair; reduced loyalty and motivation</a:t>
            </a:r>
            <a:endParaRPr lang="ko-KR" altLang="en-US" sz="1200" b="1" dirty="0">
              <a:solidFill>
                <a:srgbClr val="F2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61287" y="283648"/>
            <a:ext cx="11573197" cy="724247"/>
          </a:xfrm>
        </p:spPr>
        <p:txBody>
          <a:bodyPr/>
          <a:lstStyle/>
          <a:p>
            <a:r>
              <a:rPr lang="en-US" u="sng" dirty="0"/>
              <a:t>Typical Risky Situations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76200" y="1422655"/>
            <a:ext cx="6743699" cy="1434845"/>
            <a:chOff x="0" y="1355980"/>
            <a:chExt cx="6978037" cy="2302156"/>
          </a:xfrm>
        </p:grpSpPr>
        <p:sp>
          <p:nvSpPr>
            <p:cNvPr id="3" name="Up Arrow 4"/>
            <p:cNvSpPr/>
            <p:nvPr/>
          </p:nvSpPr>
          <p:spPr>
            <a:xfrm>
              <a:off x="0" y="1355980"/>
              <a:ext cx="995455" cy="2302156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14318" y="2432443"/>
              <a:ext cx="4777776" cy="592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Agreement in meetings ≠ real commitment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14475" y="1456970"/>
              <a:ext cx="5463562" cy="839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Situation 1: Team Alignment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4261" y="2948870"/>
            <a:ext cx="12192000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ko-KR" sz="27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endParaRPr lang="ko-KR" altLang="en-US" sz="27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76200" y="3316261"/>
            <a:ext cx="6277335" cy="1501829"/>
            <a:chOff x="1" y="3937248"/>
            <a:chExt cx="6350943" cy="2313089"/>
          </a:xfrm>
        </p:grpSpPr>
        <p:sp>
          <p:nvSpPr>
            <p:cNvPr id="9" name="TextBox 8"/>
            <p:cNvSpPr txBox="1"/>
            <p:nvPr/>
          </p:nvSpPr>
          <p:spPr>
            <a:xfrm>
              <a:off x="1611725" y="4930650"/>
              <a:ext cx="4676370" cy="568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Pushing speed over relationship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41224" y="4093527"/>
              <a:ext cx="48097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Situation 2: Negotiation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Up Arrow 4"/>
            <p:cNvSpPr/>
            <p:nvPr/>
          </p:nvSpPr>
          <p:spPr>
            <a:xfrm>
              <a:off x="1" y="3937248"/>
              <a:ext cx="973306" cy="2313089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4919252"/>
            <a:ext cx="12192000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ko-KR" sz="27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endParaRPr lang="ko-KR" altLang="en-US" sz="27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76200" y="5215452"/>
            <a:ext cx="6274075" cy="1501829"/>
            <a:chOff x="1" y="3937248"/>
            <a:chExt cx="6347645" cy="2313089"/>
          </a:xfrm>
        </p:grpSpPr>
        <p:sp>
          <p:nvSpPr>
            <p:cNvPr id="17" name="TextBox 16"/>
            <p:cNvSpPr txBox="1"/>
            <p:nvPr/>
          </p:nvSpPr>
          <p:spPr>
            <a:xfrm>
              <a:off x="1611725" y="5568536"/>
              <a:ext cx="4676370" cy="568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Ignoring ambition or recognition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37926" y="4092843"/>
              <a:ext cx="4809720" cy="1469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Situation 3: Managing High Performers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" name="Up Arrow 4"/>
            <p:cNvSpPr/>
            <p:nvPr/>
          </p:nvSpPr>
          <p:spPr>
            <a:xfrm>
              <a:off x="1" y="3937248"/>
              <a:ext cx="973306" cy="2313089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978037" y="1388591"/>
            <a:ext cx="4918688" cy="1468907"/>
            <a:chOff x="6978037" y="1321916"/>
            <a:chExt cx="4918688" cy="1468907"/>
          </a:xfrm>
        </p:grpSpPr>
        <p:sp>
          <p:nvSpPr>
            <p:cNvPr id="4" name="Up Arrow 7"/>
            <p:cNvSpPr/>
            <p:nvPr/>
          </p:nvSpPr>
          <p:spPr>
            <a:xfrm rot="10800000">
              <a:off x="6978037" y="1321916"/>
              <a:ext cx="962026" cy="1468907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>
                <a:solidFill>
                  <a:srgbClr val="FF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082936" y="1619662"/>
              <a:ext cx="38137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Silent resistance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908353" y="3316261"/>
            <a:ext cx="4731198" cy="1501828"/>
            <a:chOff x="6908353" y="3316261"/>
            <a:chExt cx="4731198" cy="1501828"/>
          </a:xfrm>
        </p:grpSpPr>
        <p:sp>
          <p:nvSpPr>
            <p:cNvPr id="12" name="Up Arrow 7"/>
            <p:cNvSpPr/>
            <p:nvPr/>
          </p:nvSpPr>
          <p:spPr>
            <a:xfrm rot="10800000">
              <a:off x="6908353" y="3316261"/>
              <a:ext cx="1031709" cy="1501828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>
                <a:solidFill>
                  <a:srgbClr val="FF000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52399" y="3502844"/>
              <a:ext cx="368715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Loss of trust, stalled deals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908352" y="5215452"/>
            <a:ext cx="4988374" cy="1522814"/>
            <a:chOff x="6908352" y="5215452"/>
            <a:chExt cx="4988374" cy="1522814"/>
          </a:xfrm>
        </p:grpSpPr>
        <p:sp>
          <p:nvSpPr>
            <p:cNvPr id="23" name="Up Arrow 7"/>
            <p:cNvSpPr/>
            <p:nvPr/>
          </p:nvSpPr>
          <p:spPr>
            <a:xfrm rot="10800000">
              <a:off x="6908352" y="5236438"/>
              <a:ext cx="1031709" cy="1501828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>
                <a:solidFill>
                  <a:srgbClr val="FF000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082937" y="5215452"/>
              <a:ext cx="381378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Disengagement or quiet exit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7115175" y="1004445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12" y="1086622"/>
            <a:ext cx="1062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61287" y="55048"/>
            <a:ext cx="11573197" cy="724247"/>
          </a:xfrm>
        </p:spPr>
        <p:txBody>
          <a:bodyPr/>
          <a:lstStyle/>
          <a:p>
            <a:r>
              <a:rPr lang="en-US" u="sng" dirty="0"/>
              <a:t>Typical Case Study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76200" y="1923748"/>
            <a:ext cx="6743699" cy="1514777"/>
            <a:chOff x="0" y="1227730"/>
            <a:chExt cx="6978037" cy="2430406"/>
          </a:xfrm>
        </p:grpSpPr>
        <p:sp>
          <p:nvSpPr>
            <p:cNvPr id="3" name="Up Arrow 4"/>
            <p:cNvSpPr/>
            <p:nvPr/>
          </p:nvSpPr>
          <p:spPr>
            <a:xfrm>
              <a:off x="0" y="1355980"/>
              <a:ext cx="995455" cy="2302156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79674" y="2048296"/>
              <a:ext cx="4777776" cy="1382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Strong capital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Efficient supply chain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Competitive pricing</a:t>
              </a:r>
              <a:endPara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14475" y="1227730"/>
              <a:ext cx="5463562" cy="839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What they had</a:t>
              </a:r>
              <a:endParaRPr lang="ko-KR" altLang="en-US" sz="28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4261" y="3463220"/>
            <a:ext cx="12192000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ko-KR" sz="27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 algn="ctr"/>
            <a:endParaRPr lang="ko-KR" altLang="en-US" sz="27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76200" y="3821088"/>
            <a:ext cx="6629400" cy="1514861"/>
            <a:chOff x="1" y="3937248"/>
            <a:chExt cx="6288094" cy="2333161"/>
          </a:xfrm>
        </p:grpSpPr>
        <p:sp>
          <p:nvSpPr>
            <p:cNvPr id="9" name="TextBox 8"/>
            <p:cNvSpPr txBox="1"/>
            <p:nvPr/>
          </p:nvSpPr>
          <p:spPr>
            <a:xfrm>
              <a:off x="1611725" y="4563894"/>
              <a:ext cx="4676370" cy="1706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Focused on formal distribution channels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Ignored local traders and informal market networks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Pushed structured, top-down operations</a:t>
              </a:r>
            </a:p>
          </p:txBody>
        </p:sp>
        <p:sp>
          <p:nvSpPr>
            <p:cNvPr id="11" name="Up Arrow 4"/>
            <p:cNvSpPr/>
            <p:nvPr/>
          </p:nvSpPr>
          <p:spPr>
            <a:xfrm>
              <a:off x="1" y="3937248"/>
              <a:ext cx="973306" cy="2313089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6772274" y="1585470"/>
            <a:ext cx="759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12" y="1667647"/>
            <a:ext cx="1062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4124" y="832025"/>
            <a:ext cx="9400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i="1" dirty="0">
                <a:solidFill>
                  <a:schemeClr val="accent2"/>
                </a:solidFill>
                <a:cs typeface="Arial" panose="020B0604020202020204" pitchFamily="34" charset="0"/>
              </a:rPr>
              <a:t>Foreign Retail Expansion into Southeastern Nigeria</a:t>
            </a:r>
            <a:endParaRPr lang="ko-KR" altLang="en-US" sz="2800" b="1" i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39815" y="3764969"/>
            <a:ext cx="528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2"/>
                </a:solidFill>
                <a:cs typeface="Arial" panose="020B0604020202020204" pitchFamily="34" charset="0"/>
              </a:rPr>
              <a:t>What they did</a:t>
            </a:r>
            <a:endParaRPr lang="ko-KR" altLang="en-US" sz="28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6625612" y="1802402"/>
            <a:ext cx="5490188" cy="1636121"/>
            <a:chOff x="6625612" y="1802402"/>
            <a:chExt cx="5490188" cy="1636121"/>
          </a:xfrm>
        </p:grpSpPr>
        <p:grpSp>
          <p:nvGrpSpPr>
            <p:cNvPr id="27" name="Group 26"/>
            <p:cNvGrpSpPr/>
            <p:nvPr/>
          </p:nvGrpSpPr>
          <p:grpSpPr>
            <a:xfrm>
              <a:off x="6625612" y="1802402"/>
              <a:ext cx="5490188" cy="1636121"/>
              <a:chOff x="6978037" y="1154702"/>
              <a:chExt cx="4956447" cy="1636121"/>
            </a:xfrm>
          </p:grpSpPr>
          <p:sp>
            <p:nvSpPr>
              <p:cNvPr id="4" name="Up Arrow 7"/>
              <p:cNvSpPr/>
              <p:nvPr/>
            </p:nvSpPr>
            <p:spPr>
              <a:xfrm rot="10800000">
                <a:off x="6978037" y="1321916"/>
                <a:ext cx="962026" cy="1468907"/>
              </a:xfrm>
              <a:prstGeom prst="upArrow">
                <a:avLst>
                  <a:gd name="adj1" fmla="val 50000"/>
                  <a:gd name="adj2" fmla="val 61937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120695" y="1154702"/>
                <a:ext cx="381378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b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What Happened</a:t>
                </a:r>
                <a:endParaRPr lang="ko-KR" altLang="en-US" sz="2800" b="1" dirty="0">
                  <a:solidFill>
                    <a:schemeClr val="accent2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7726495" y="2482484"/>
              <a:ext cx="43893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Local distributors did not fully cooperate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Market penetration remained weak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Informal networks resisted integration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70228" y="3760019"/>
            <a:ext cx="5610396" cy="1648837"/>
            <a:chOff x="6670228" y="3836219"/>
            <a:chExt cx="5610396" cy="1648837"/>
          </a:xfrm>
        </p:grpSpPr>
        <p:grpSp>
          <p:nvGrpSpPr>
            <p:cNvPr id="28" name="Group 27"/>
            <p:cNvGrpSpPr/>
            <p:nvPr/>
          </p:nvGrpSpPr>
          <p:grpSpPr>
            <a:xfrm>
              <a:off x="6670228" y="3836219"/>
              <a:ext cx="5445572" cy="1562895"/>
              <a:chOff x="6908353" y="3255194"/>
              <a:chExt cx="4731198" cy="1562895"/>
            </a:xfrm>
          </p:grpSpPr>
          <p:sp>
            <p:nvSpPr>
              <p:cNvPr id="12" name="Up Arrow 7"/>
              <p:cNvSpPr/>
              <p:nvPr/>
            </p:nvSpPr>
            <p:spPr>
              <a:xfrm rot="10800000">
                <a:off x="6908353" y="3316261"/>
                <a:ext cx="1031709" cy="1501828"/>
              </a:xfrm>
              <a:prstGeom prst="upArrow">
                <a:avLst>
                  <a:gd name="adj1" fmla="val 50000"/>
                  <a:gd name="adj2" fmla="val 61937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ko-KR" altLang="en-US" sz="27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952399" y="3255194"/>
                <a:ext cx="36871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b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What They Missed</a:t>
                </a:r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7891319" y="4407838"/>
              <a:ext cx="438930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Southeastern (Igbo markets) operate through: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deep relationship networks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trust-based trade systems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informal influence structures</a:t>
              </a:r>
            </a:p>
          </p:txBody>
        </p:sp>
      </p:grpSp>
      <p:sp>
        <p:nvSpPr>
          <p:cNvPr id="33" name="Rectangle: Rounded Corners 32"/>
          <p:cNvSpPr/>
          <p:nvPr/>
        </p:nvSpPr>
        <p:spPr>
          <a:xfrm>
            <a:off x="8576519" y="5534025"/>
            <a:ext cx="3357965" cy="1238249"/>
          </a:xfrm>
          <a:prstGeom prst="round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6"/>
                </a:solidFill>
              </a:rPr>
              <a:t>Outcome: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The company struggled to scale effectively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Local competitors with strong networks outperformed them</a:t>
            </a:r>
          </a:p>
        </p:txBody>
      </p:sp>
      <p:sp>
        <p:nvSpPr>
          <p:cNvPr id="34" name="Rectangle: Rounded Corners 33"/>
          <p:cNvSpPr/>
          <p:nvPr/>
        </p:nvSpPr>
        <p:spPr>
          <a:xfrm>
            <a:off x="1102336" y="6391275"/>
            <a:ext cx="5567892" cy="3811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Business is not just economic — it is </a:t>
            </a:r>
            <a:r>
              <a:rPr lang="en-US" sz="1600" b="1" i="1" dirty="0"/>
              <a:t>social and relational</a:t>
            </a:r>
            <a:endParaRPr lang="en-US" sz="16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u="sng" dirty="0"/>
              <a:t>Key Success Factors for Leadership</a:t>
            </a:r>
          </a:p>
        </p:txBody>
      </p:sp>
      <p:sp>
        <p:nvSpPr>
          <p:cNvPr id="3" name="Chevron 2"/>
          <p:cNvSpPr/>
          <p:nvPr/>
        </p:nvSpPr>
        <p:spPr>
          <a:xfrm>
            <a:off x="1215802" y="3829050"/>
            <a:ext cx="720080" cy="1027536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" name="Chevron 16"/>
          <p:cNvSpPr/>
          <p:nvPr/>
        </p:nvSpPr>
        <p:spPr>
          <a:xfrm>
            <a:off x="2779262" y="3829050"/>
            <a:ext cx="720080" cy="1027536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" name="Chevron 17"/>
          <p:cNvSpPr/>
          <p:nvPr/>
        </p:nvSpPr>
        <p:spPr>
          <a:xfrm>
            <a:off x="4304335" y="3810176"/>
            <a:ext cx="720080" cy="1027536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" name="Chevron 18"/>
          <p:cNvSpPr/>
          <p:nvPr/>
        </p:nvSpPr>
        <p:spPr>
          <a:xfrm>
            <a:off x="5749832" y="3809313"/>
            <a:ext cx="720080" cy="102753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88081" y="4914847"/>
            <a:ext cx="1836229" cy="1128050"/>
            <a:chOff x="2725123" y="4283314"/>
            <a:chExt cx="1426305" cy="1128050"/>
          </a:xfrm>
        </p:grpSpPr>
        <p:sp>
          <p:nvSpPr>
            <p:cNvPr id="8" name="TextBox 7"/>
            <p:cNvSpPr txBox="1"/>
            <p:nvPr/>
          </p:nvSpPr>
          <p:spPr>
            <a:xfrm>
              <a:off x="2725124" y="4765033"/>
              <a:ext cx="1292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Competence, fairness, and consistency build real leadership power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25123" y="4283314"/>
              <a:ext cx="14263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4"/>
                  </a:solidFill>
                  <a:cs typeface="Arial" panose="020B0604020202020204" pitchFamily="34" charset="0"/>
                </a:rPr>
                <a:t>Earn legitimacy, don’t assume authority</a:t>
              </a:r>
              <a:endParaRPr lang="ko-KR" altLang="en-US" sz="1200" b="1" dirty="0">
                <a:solidFill>
                  <a:schemeClr val="accent4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848686" y="4914847"/>
            <a:ext cx="1663418" cy="1155346"/>
            <a:chOff x="2725123" y="4283314"/>
            <a:chExt cx="1292073" cy="1155346"/>
          </a:xfrm>
        </p:grpSpPr>
        <p:sp>
          <p:nvSpPr>
            <p:cNvPr id="11" name="TextBox 10"/>
            <p:cNvSpPr txBox="1"/>
            <p:nvPr/>
          </p:nvSpPr>
          <p:spPr>
            <a:xfrm>
              <a:off x="2725124" y="4792329"/>
              <a:ext cx="1292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Communication is expressive, indirect, and context-driven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25123" y="4283314"/>
              <a:ext cx="12920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2"/>
                  </a:solidFill>
                  <a:cs typeface="Arial" panose="020B0604020202020204" pitchFamily="34" charset="0"/>
                </a:rPr>
                <a:t>Communicate with Sensitivity</a:t>
              </a:r>
              <a:endParaRPr lang="ko-KR" altLang="en-US" sz="12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-53886" y="2521035"/>
            <a:ext cx="2322136" cy="1032514"/>
            <a:chOff x="2213459" y="4174130"/>
            <a:chExt cx="1803737" cy="1032514"/>
          </a:xfrm>
        </p:grpSpPr>
        <p:sp>
          <p:nvSpPr>
            <p:cNvPr id="14" name="TextBox 13"/>
            <p:cNvSpPr txBox="1"/>
            <p:nvPr/>
          </p:nvSpPr>
          <p:spPr>
            <a:xfrm>
              <a:off x="2725124" y="4560313"/>
              <a:ext cx="1292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Identify who people actually listen to, not just formal roles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13459" y="4174130"/>
              <a:ext cx="18037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3"/>
                  </a:solidFill>
                  <a:cs typeface="Arial" panose="020B0604020202020204" pitchFamily="34" charset="0"/>
                </a:rPr>
                <a:t>Map and engage informal influence networks</a:t>
              </a:r>
              <a:endParaRPr lang="ko-KR" altLang="en-US" sz="1200" b="1" dirty="0">
                <a:solidFill>
                  <a:schemeClr val="accent3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791407" y="2425917"/>
            <a:ext cx="1663418" cy="1237234"/>
            <a:chOff x="2725123" y="4160482"/>
            <a:chExt cx="1292073" cy="1237234"/>
          </a:xfrm>
        </p:grpSpPr>
        <p:sp>
          <p:nvSpPr>
            <p:cNvPr id="17" name="TextBox 16"/>
            <p:cNvSpPr txBox="1"/>
            <p:nvPr/>
          </p:nvSpPr>
          <p:spPr>
            <a:xfrm>
              <a:off x="2725124" y="4751385"/>
              <a:ext cx="1292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Be authoritative, but never distant or dismissive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725123" y="4160482"/>
              <a:ext cx="1292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Balance Authority with Approachability</a:t>
              </a:r>
              <a:endParaRPr lang="ko-KR" altLang="en-US" sz="1200" b="1" dirty="0">
                <a:solidFill>
                  <a:schemeClr val="accent6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9" name="Chevron 17"/>
          <p:cNvSpPr/>
          <p:nvPr/>
        </p:nvSpPr>
        <p:spPr>
          <a:xfrm>
            <a:off x="7151802" y="3829050"/>
            <a:ext cx="720080" cy="1027536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grpSp>
        <p:nvGrpSpPr>
          <p:cNvPr id="20" name="Group 22"/>
          <p:cNvGrpSpPr/>
          <p:nvPr/>
        </p:nvGrpSpPr>
        <p:grpSpPr>
          <a:xfrm>
            <a:off x="5036479" y="4914847"/>
            <a:ext cx="2233034" cy="1073458"/>
            <a:chOff x="2725123" y="4283314"/>
            <a:chExt cx="1292073" cy="1073458"/>
          </a:xfrm>
        </p:grpSpPr>
        <p:sp>
          <p:nvSpPr>
            <p:cNvPr id="21" name="TextBox 20"/>
            <p:cNvSpPr txBox="1"/>
            <p:nvPr/>
          </p:nvSpPr>
          <p:spPr>
            <a:xfrm>
              <a:off x="2725124" y="4710441"/>
              <a:ext cx="1292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Real alignment happens in informal conversations, not formal agreement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25123" y="4283314"/>
              <a:ext cx="1292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Lead beyond meetings</a:t>
              </a:r>
              <a:endParaRPr lang="ko-KR" altLang="en-US" sz="1200" b="1" dirty="0">
                <a:solidFill>
                  <a:schemeClr val="accent6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3" name="Rectangle 130"/>
          <p:cNvSpPr/>
          <p:nvPr/>
        </p:nvSpPr>
        <p:spPr>
          <a:xfrm>
            <a:off x="5282787" y="4159542"/>
            <a:ext cx="338397" cy="339933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Round Same Side Corner Rectangle 11"/>
          <p:cNvSpPr>
            <a:spLocks noChangeAspect="1"/>
          </p:cNvSpPr>
          <p:nvPr/>
        </p:nvSpPr>
        <p:spPr>
          <a:xfrm rot="9900000">
            <a:off x="6713486" y="4224794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ectangle 36"/>
          <p:cNvSpPr/>
          <p:nvPr/>
        </p:nvSpPr>
        <p:spPr>
          <a:xfrm>
            <a:off x="2265753" y="4208056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Rounded Rectangle 7"/>
          <p:cNvSpPr/>
          <p:nvPr/>
        </p:nvSpPr>
        <p:spPr>
          <a:xfrm>
            <a:off x="845682" y="4186766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7" name="Round Same Side Corner Rectangle 36"/>
          <p:cNvSpPr>
            <a:spLocks noChangeAspect="1"/>
          </p:cNvSpPr>
          <p:nvPr/>
        </p:nvSpPr>
        <p:spPr>
          <a:xfrm>
            <a:off x="3817122" y="4167892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28" name="Group 35"/>
          <p:cNvGrpSpPr/>
          <p:nvPr/>
        </p:nvGrpSpPr>
        <p:grpSpPr>
          <a:xfrm flipH="1">
            <a:off x="9369855" y="1063756"/>
            <a:ext cx="2562178" cy="5366326"/>
            <a:chOff x="851030" y="1340768"/>
            <a:chExt cx="2426195" cy="5081516"/>
          </a:xfrm>
          <a:solidFill>
            <a:schemeClr val="accent1"/>
          </a:solidFill>
        </p:grpSpPr>
        <p:grpSp>
          <p:nvGrpSpPr>
            <p:cNvPr id="29" name="Group 31"/>
            <p:cNvGrpSpPr/>
            <p:nvPr/>
          </p:nvGrpSpPr>
          <p:grpSpPr>
            <a:xfrm>
              <a:off x="851030" y="1340768"/>
              <a:ext cx="2426195" cy="5081516"/>
              <a:chOff x="3009901" y="1512649"/>
              <a:chExt cx="2426195" cy="5081516"/>
            </a:xfrm>
            <a:grpFill/>
          </p:grpSpPr>
          <p:sp>
            <p:nvSpPr>
              <p:cNvPr id="33" name="Freeform 9"/>
              <p:cNvSpPr/>
              <p:nvPr/>
            </p:nvSpPr>
            <p:spPr bwMode="auto">
              <a:xfrm>
                <a:off x="3009901" y="1671638"/>
                <a:ext cx="2426195" cy="4922527"/>
              </a:xfrm>
              <a:custGeom>
                <a:avLst/>
                <a:gdLst>
                  <a:gd name="T0" fmla="*/ 1787 w 1867"/>
                  <a:gd name="T1" fmla="*/ 46 h 3789"/>
                  <a:gd name="T2" fmla="*/ 1799 w 1867"/>
                  <a:gd name="T3" fmla="*/ 220 h 3789"/>
                  <a:gd name="T4" fmla="*/ 1827 w 1867"/>
                  <a:gd name="T5" fmla="*/ 371 h 3789"/>
                  <a:gd name="T6" fmla="*/ 1796 w 1867"/>
                  <a:gd name="T7" fmla="*/ 616 h 3789"/>
                  <a:gd name="T8" fmla="*/ 1687 w 1867"/>
                  <a:gd name="T9" fmla="*/ 819 h 3789"/>
                  <a:gd name="T10" fmla="*/ 1281 w 1867"/>
                  <a:gd name="T11" fmla="*/ 859 h 3789"/>
                  <a:gd name="T12" fmla="*/ 1365 w 1867"/>
                  <a:gd name="T13" fmla="*/ 1428 h 3789"/>
                  <a:gd name="T14" fmla="*/ 1428 w 1867"/>
                  <a:gd name="T15" fmla="*/ 1718 h 3789"/>
                  <a:gd name="T16" fmla="*/ 1310 w 1867"/>
                  <a:gd name="T17" fmla="*/ 1679 h 3789"/>
                  <a:gd name="T18" fmla="*/ 1227 w 1867"/>
                  <a:gd name="T19" fmla="*/ 1948 h 3789"/>
                  <a:gd name="T20" fmla="*/ 1199 w 1867"/>
                  <a:gd name="T21" fmla="*/ 2111 h 3789"/>
                  <a:gd name="T22" fmla="*/ 1152 w 1867"/>
                  <a:gd name="T23" fmla="*/ 2430 h 3789"/>
                  <a:gd name="T24" fmla="*/ 1095 w 1867"/>
                  <a:gd name="T25" fmla="*/ 3030 h 3789"/>
                  <a:gd name="T26" fmla="*/ 1120 w 1867"/>
                  <a:gd name="T27" fmla="*/ 3266 h 3789"/>
                  <a:gd name="T28" fmla="*/ 1207 w 1867"/>
                  <a:gd name="T29" fmla="*/ 3412 h 3789"/>
                  <a:gd name="T30" fmla="*/ 1371 w 1867"/>
                  <a:gd name="T31" fmla="*/ 3529 h 3789"/>
                  <a:gd name="T32" fmla="*/ 1274 w 1867"/>
                  <a:gd name="T33" fmla="*/ 3622 h 3789"/>
                  <a:gd name="T34" fmla="*/ 979 w 1867"/>
                  <a:gd name="T35" fmla="*/ 3503 h 3789"/>
                  <a:gd name="T36" fmla="*/ 856 w 1867"/>
                  <a:gd name="T37" fmla="*/ 3412 h 3789"/>
                  <a:gd name="T38" fmla="*/ 847 w 1867"/>
                  <a:gd name="T39" fmla="*/ 3221 h 3789"/>
                  <a:gd name="T40" fmla="*/ 860 w 1867"/>
                  <a:gd name="T41" fmla="*/ 3025 h 3789"/>
                  <a:gd name="T42" fmla="*/ 869 w 1867"/>
                  <a:gd name="T43" fmla="*/ 2597 h 3789"/>
                  <a:gd name="T44" fmla="*/ 871 w 1867"/>
                  <a:gd name="T45" fmla="*/ 2204 h 3789"/>
                  <a:gd name="T46" fmla="*/ 816 w 1867"/>
                  <a:gd name="T47" fmla="*/ 2256 h 3789"/>
                  <a:gd name="T48" fmla="*/ 672 w 1867"/>
                  <a:gd name="T49" fmla="*/ 2624 h 3789"/>
                  <a:gd name="T50" fmla="*/ 636 w 1867"/>
                  <a:gd name="T51" fmla="*/ 2709 h 3789"/>
                  <a:gd name="T52" fmla="*/ 580 w 1867"/>
                  <a:gd name="T53" fmla="*/ 2944 h 3789"/>
                  <a:gd name="T54" fmla="*/ 549 w 1867"/>
                  <a:gd name="T55" fmla="*/ 3219 h 3789"/>
                  <a:gd name="T56" fmla="*/ 560 w 1867"/>
                  <a:gd name="T57" fmla="*/ 3480 h 3789"/>
                  <a:gd name="T58" fmla="*/ 563 w 1867"/>
                  <a:gd name="T59" fmla="*/ 3786 h 3789"/>
                  <a:gd name="T60" fmla="*/ 343 w 1867"/>
                  <a:gd name="T61" fmla="*/ 3605 h 3789"/>
                  <a:gd name="T62" fmla="*/ 322 w 1867"/>
                  <a:gd name="T63" fmla="*/ 3392 h 3789"/>
                  <a:gd name="T64" fmla="*/ 422 w 1867"/>
                  <a:gd name="T65" fmla="*/ 2492 h 3789"/>
                  <a:gd name="T66" fmla="*/ 483 w 1867"/>
                  <a:gd name="T67" fmla="*/ 1917 h 3789"/>
                  <a:gd name="T68" fmla="*/ 479 w 1867"/>
                  <a:gd name="T69" fmla="*/ 1887 h 3789"/>
                  <a:gd name="T70" fmla="*/ 454 w 1867"/>
                  <a:gd name="T71" fmla="*/ 1443 h 3789"/>
                  <a:gd name="T72" fmla="*/ 432 w 1867"/>
                  <a:gd name="T73" fmla="*/ 1057 h 3789"/>
                  <a:gd name="T74" fmla="*/ 391 w 1867"/>
                  <a:gd name="T75" fmla="*/ 1184 h 3789"/>
                  <a:gd name="T76" fmla="*/ 223 w 1867"/>
                  <a:gd name="T77" fmla="*/ 1285 h 3789"/>
                  <a:gd name="T78" fmla="*/ 89 w 1867"/>
                  <a:gd name="T79" fmla="*/ 1149 h 3789"/>
                  <a:gd name="T80" fmla="*/ 44 w 1867"/>
                  <a:gd name="T81" fmla="*/ 832 h 3789"/>
                  <a:gd name="T82" fmla="*/ 77 w 1867"/>
                  <a:gd name="T83" fmla="*/ 584 h 3789"/>
                  <a:gd name="T84" fmla="*/ 203 w 1867"/>
                  <a:gd name="T85" fmla="*/ 642 h 3789"/>
                  <a:gd name="T86" fmla="*/ 171 w 1867"/>
                  <a:gd name="T87" fmla="*/ 782 h 3789"/>
                  <a:gd name="T88" fmla="*/ 211 w 1867"/>
                  <a:gd name="T89" fmla="*/ 879 h 3789"/>
                  <a:gd name="T90" fmla="*/ 248 w 1867"/>
                  <a:gd name="T91" fmla="*/ 709 h 3789"/>
                  <a:gd name="T92" fmla="*/ 273 w 1867"/>
                  <a:gd name="T93" fmla="*/ 611 h 3789"/>
                  <a:gd name="T94" fmla="*/ 504 w 1867"/>
                  <a:gd name="T95" fmla="*/ 505 h 3789"/>
                  <a:gd name="T96" fmla="*/ 615 w 1867"/>
                  <a:gd name="T97" fmla="*/ 462 h 3789"/>
                  <a:gd name="T98" fmla="*/ 788 w 1867"/>
                  <a:gd name="T99" fmla="*/ 963 h 3789"/>
                  <a:gd name="T100" fmla="*/ 962 w 1867"/>
                  <a:gd name="T101" fmla="*/ 1459 h 3789"/>
                  <a:gd name="T102" fmla="*/ 1113 w 1867"/>
                  <a:gd name="T103" fmla="*/ 1442 h 3789"/>
                  <a:gd name="T104" fmla="*/ 1143 w 1867"/>
                  <a:gd name="T105" fmla="*/ 1153 h 3789"/>
                  <a:gd name="T106" fmla="*/ 886 w 1867"/>
                  <a:gd name="T107" fmla="*/ 428 h 3789"/>
                  <a:gd name="T108" fmla="*/ 1059 w 1867"/>
                  <a:gd name="T109" fmla="*/ 485 h 3789"/>
                  <a:gd name="T110" fmla="*/ 1217 w 1867"/>
                  <a:gd name="T111" fmla="*/ 546 h 3789"/>
                  <a:gd name="T112" fmla="*/ 1314 w 1867"/>
                  <a:gd name="T113" fmla="*/ 597 h 3789"/>
                  <a:gd name="T114" fmla="*/ 1501 w 1867"/>
                  <a:gd name="T115" fmla="*/ 624 h 3789"/>
                  <a:gd name="T116" fmla="*/ 1595 w 1867"/>
                  <a:gd name="T117" fmla="*/ 560 h 3789"/>
                  <a:gd name="T118" fmla="*/ 1647 w 1867"/>
                  <a:gd name="T119" fmla="*/ 373 h 3789"/>
                  <a:gd name="T120" fmla="*/ 1681 w 1867"/>
                  <a:gd name="T121" fmla="*/ 239 h 3789"/>
                  <a:gd name="T122" fmla="*/ 1613 w 1867"/>
                  <a:gd name="T123" fmla="*/ 23 h 3789"/>
                  <a:gd name="connsiteX0" fmla="*/ 8779 w 10000"/>
                  <a:gd name="connsiteY0" fmla="*/ 0 h 10000"/>
                  <a:gd name="connsiteX1" fmla="*/ 8875 w 10000"/>
                  <a:gd name="connsiteY1" fmla="*/ 0 h 10000"/>
                  <a:gd name="connsiteX2" fmla="*/ 8993 w 10000"/>
                  <a:gd name="connsiteY2" fmla="*/ 3 h 10000"/>
                  <a:gd name="connsiteX3" fmla="*/ 9111 w 10000"/>
                  <a:gd name="connsiteY3" fmla="*/ 11 h 10000"/>
                  <a:gd name="connsiteX4" fmla="*/ 9239 w 10000"/>
                  <a:gd name="connsiteY4" fmla="*/ 24 h 10000"/>
                  <a:gd name="connsiteX5" fmla="*/ 9347 w 10000"/>
                  <a:gd name="connsiteY5" fmla="*/ 37 h 10000"/>
                  <a:gd name="connsiteX6" fmla="*/ 9448 w 10000"/>
                  <a:gd name="connsiteY6" fmla="*/ 58 h 10000"/>
                  <a:gd name="connsiteX7" fmla="*/ 9513 w 10000"/>
                  <a:gd name="connsiteY7" fmla="*/ 79 h 10000"/>
                  <a:gd name="connsiteX8" fmla="*/ 9555 w 10000"/>
                  <a:gd name="connsiteY8" fmla="*/ 106 h 10000"/>
                  <a:gd name="connsiteX9" fmla="*/ 9572 w 10000"/>
                  <a:gd name="connsiteY9" fmla="*/ 121 h 10000"/>
                  <a:gd name="connsiteX10" fmla="*/ 9577 w 10000"/>
                  <a:gd name="connsiteY10" fmla="*/ 156 h 10000"/>
                  <a:gd name="connsiteX11" fmla="*/ 9593 w 10000"/>
                  <a:gd name="connsiteY11" fmla="*/ 201 h 10000"/>
                  <a:gd name="connsiteX12" fmla="*/ 9604 w 10000"/>
                  <a:gd name="connsiteY12" fmla="*/ 248 h 10000"/>
                  <a:gd name="connsiteX13" fmla="*/ 9620 w 10000"/>
                  <a:gd name="connsiteY13" fmla="*/ 304 h 10000"/>
                  <a:gd name="connsiteX14" fmla="*/ 9625 w 10000"/>
                  <a:gd name="connsiteY14" fmla="*/ 351 h 10000"/>
                  <a:gd name="connsiteX15" fmla="*/ 9636 w 10000"/>
                  <a:gd name="connsiteY15" fmla="*/ 396 h 10000"/>
                  <a:gd name="connsiteX16" fmla="*/ 9636 w 10000"/>
                  <a:gd name="connsiteY16" fmla="*/ 428 h 10000"/>
                  <a:gd name="connsiteX17" fmla="*/ 9598 w 10000"/>
                  <a:gd name="connsiteY17" fmla="*/ 499 h 10000"/>
                  <a:gd name="connsiteX18" fmla="*/ 9614 w 10000"/>
                  <a:gd name="connsiteY18" fmla="*/ 533 h 10000"/>
                  <a:gd name="connsiteX19" fmla="*/ 9636 w 10000"/>
                  <a:gd name="connsiteY19" fmla="*/ 581 h 10000"/>
                  <a:gd name="connsiteX20" fmla="*/ 9663 w 10000"/>
                  <a:gd name="connsiteY20" fmla="*/ 628 h 10000"/>
                  <a:gd name="connsiteX21" fmla="*/ 9684 w 10000"/>
                  <a:gd name="connsiteY21" fmla="*/ 670 h 10000"/>
                  <a:gd name="connsiteX22" fmla="*/ 9695 w 10000"/>
                  <a:gd name="connsiteY22" fmla="*/ 718 h 10000"/>
                  <a:gd name="connsiteX23" fmla="*/ 9695 w 10000"/>
                  <a:gd name="connsiteY23" fmla="*/ 768 h 10000"/>
                  <a:gd name="connsiteX24" fmla="*/ 9689 w 10000"/>
                  <a:gd name="connsiteY24" fmla="*/ 816 h 10000"/>
                  <a:gd name="connsiteX25" fmla="*/ 9684 w 10000"/>
                  <a:gd name="connsiteY25" fmla="*/ 860 h 10000"/>
                  <a:gd name="connsiteX26" fmla="*/ 9684 w 10000"/>
                  <a:gd name="connsiteY26" fmla="*/ 903 h 10000"/>
                  <a:gd name="connsiteX27" fmla="*/ 9700 w 10000"/>
                  <a:gd name="connsiteY27" fmla="*/ 932 h 10000"/>
                  <a:gd name="connsiteX28" fmla="*/ 9738 w 10000"/>
                  <a:gd name="connsiteY28" fmla="*/ 955 h 10000"/>
                  <a:gd name="connsiteX29" fmla="*/ 9786 w 10000"/>
                  <a:gd name="connsiteY29" fmla="*/ 979 h 10000"/>
                  <a:gd name="connsiteX30" fmla="*/ 9839 w 10000"/>
                  <a:gd name="connsiteY30" fmla="*/ 1000 h 10000"/>
                  <a:gd name="connsiteX31" fmla="*/ 9888 w 10000"/>
                  <a:gd name="connsiteY31" fmla="*/ 1019 h 10000"/>
                  <a:gd name="connsiteX32" fmla="*/ 9936 w 10000"/>
                  <a:gd name="connsiteY32" fmla="*/ 1037 h 10000"/>
                  <a:gd name="connsiteX33" fmla="*/ 9979 w 10000"/>
                  <a:gd name="connsiteY33" fmla="*/ 1066 h 10000"/>
                  <a:gd name="connsiteX34" fmla="*/ 10000 w 10000"/>
                  <a:gd name="connsiteY34" fmla="*/ 1106 h 10000"/>
                  <a:gd name="connsiteX35" fmla="*/ 9898 w 10000"/>
                  <a:gd name="connsiteY35" fmla="*/ 1198 h 10000"/>
                  <a:gd name="connsiteX36" fmla="*/ 9818 w 10000"/>
                  <a:gd name="connsiteY36" fmla="*/ 1301 h 10000"/>
                  <a:gd name="connsiteX37" fmla="*/ 9754 w 10000"/>
                  <a:gd name="connsiteY37" fmla="*/ 1407 h 10000"/>
                  <a:gd name="connsiteX38" fmla="*/ 9689 w 10000"/>
                  <a:gd name="connsiteY38" fmla="*/ 1518 h 10000"/>
                  <a:gd name="connsiteX39" fmla="*/ 9620 w 10000"/>
                  <a:gd name="connsiteY39" fmla="*/ 1626 h 10000"/>
                  <a:gd name="connsiteX40" fmla="*/ 9545 w 10000"/>
                  <a:gd name="connsiteY40" fmla="*/ 1731 h 10000"/>
                  <a:gd name="connsiteX41" fmla="*/ 9507 w 10000"/>
                  <a:gd name="connsiteY41" fmla="*/ 1787 h 10000"/>
                  <a:gd name="connsiteX42" fmla="*/ 9475 w 10000"/>
                  <a:gd name="connsiteY42" fmla="*/ 1847 h 10000"/>
                  <a:gd name="connsiteX43" fmla="*/ 9454 w 10000"/>
                  <a:gd name="connsiteY43" fmla="*/ 1908 h 10000"/>
                  <a:gd name="connsiteX44" fmla="*/ 9416 w 10000"/>
                  <a:gd name="connsiteY44" fmla="*/ 1974 h 10000"/>
                  <a:gd name="connsiteX45" fmla="*/ 9379 w 10000"/>
                  <a:gd name="connsiteY45" fmla="*/ 2035 h 10000"/>
                  <a:gd name="connsiteX46" fmla="*/ 9314 w 10000"/>
                  <a:gd name="connsiteY46" fmla="*/ 2088 h 10000"/>
                  <a:gd name="connsiteX47" fmla="*/ 9239 w 10000"/>
                  <a:gd name="connsiteY47" fmla="*/ 2122 h 10000"/>
                  <a:gd name="connsiteX48" fmla="*/ 9143 w 10000"/>
                  <a:gd name="connsiteY48" fmla="*/ 2146 h 10000"/>
                  <a:gd name="connsiteX49" fmla="*/ 9036 w 10000"/>
                  <a:gd name="connsiteY49" fmla="*/ 2162 h 10000"/>
                  <a:gd name="connsiteX50" fmla="*/ 8918 w 10000"/>
                  <a:gd name="connsiteY50" fmla="*/ 2175 h 10000"/>
                  <a:gd name="connsiteX51" fmla="*/ 8795 w 10000"/>
                  <a:gd name="connsiteY51" fmla="*/ 2185 h 10000"/>
                  <a:gd name="connsiteX52" fmla="*/ 8677 w 10000"/>
                  <a:gd name="connsiteY52" fmla="*/ 2201 h 10000"/>
                  <a:gd name="connsiteX53" fmla="*/ 8468 w 10000"/>
                  <a:gd name="connsiteY53" fmla="*/ 2220 h 10000"/>
                  <a:gd name="connsiteX54" fmla="*/ 8232 w 10000"/>
                  <a:gd name="connsiteY54" fmla="*/ 2241 h 10000"/>
                  <a:gd name="connsiteX55" fmla="*/ 7975 w 10000"/>
                  <a:gd name="connsiteY55" fmla="*/ 2251 h 10000"/>
                  <a:gd name="connsiteX56" fmla="*/ 7702 w 10000"/>
                  <a:gd name="connsiteY56" fmla="*/ 2262 h 10000"/>
                  <a:gd name="connsiteX57" fmla="*/ 7429 w 10000"/>
                  <a:gd name="connsiteY57" fmla="*/ 2264 h 10000"/>
                  <a:gd name="connsiteX58" fmla="*/ 7145 w 10000"/>
                  <a:gd name="connsiteY58" fmla="*/ 2267 h 10000"/>
                  <a:gd name="connsiteX59" fmla="*/ 6861 w 10000"/>
                  <a:gd name="connsiteY59" fmla="*/ 2267 h 10000"/>
                  <a:gd name="connsiteX60" fmla="*/ 6867 w 10000"/>
                  <a:gd name="connsiteY60" fmla="*/ 2449 h 10000"/>
                  <a:gd name="connsiteX61" fmla="*/ 6893 w 10000"/>
                  <a:gd name="connsiteY61" fmla="*/ 2637 h 10000"/>
                  <a:gd name="connsiteX62" fmla="*/ 6936 w 10000"/>
                  <a:gd name="connsiteY62" fmla="*/ 2821 h 10000"/>
                  <a:gd name="connsiteX63" fmla="*/ 6990 w 10000"/>
                  <a:gd name="connsiteY63" fmla="*/ 2996 h 10000"/>
                  <a:gd name="connsiteX64" fmla="*/ 7059 w 10000"/>
                  <a:gd name="connsiteY64" fmla="*/ 3159 h 10000"/>
                  <a:gd name="connsiteX65" fmla="*/ 7129 w 10000"/>
                  <a:gd name="connsiteY65" fmla="*/ 3304 h 10000"/>
                  <a:gd name="connsiteX66" fmla="*/ 7177 w 10000"/>
                  <a:gd name="connsiteY66" fmla="*/ 3423 h 10000"/>
                  <a:gd name="connsiteX67" fmla="*/ 7225 w 10000"/>
                  <a:gd name="connsiteY67" fmla="*/ 3537 h 10000"/>
                  <a:gd name="connsiteX68" fmla="*/ 7263 w 10000"/>
                  <a:gd name="connsiteY68" fmla="*/ 3653 h 10000"/>
                  <a:gd name="connsiteX69" fmla="*/ 7311 w 10000"/>
                  <a:gd name="connsiteY69" fmla="*/ 3769 h 10000"/>
                  <a:gd name="connsiteX70" fmla="*/ 7370 w 10000"/>
                  <a:gd name="connsiteY70" fmla="*/ 3885 h 10000"/>
                  <a:gd name="connsiteX71" fmla="*/ 7450 w 10000"/>
                  <a:gd name="connsiteY71" fmla="*/ 3980 h 10000"/>
                  <a:gd name="connsiteX72" fmla="*/ 7531 w 10000"/>
                  <a:gd name="connsiteY72" fmla="*/ 4075 h 10000"/>
                  <a:gd name="connsiteX73" fmla="*/ 7622 w 10000"/>
                  <a:gd name="connsiteY73" fmla="*/ 4170 h 10000"/>
                  <a:gd name="connsiteX74" fmla="*/ 7702 w 10000"/>
                  <a:gd name="connsiteY74" fmla="*/ 4262 h 10000"/>
                  <a:gd name="connsiteX75" fmla="*/ 7766 w 10000"/>
                  <a:gd name="connsiteY75" fmla="*/ 4355 h 10000"/>
                  <a:gd name="connsiteX76" fmla="*/ 7793 w 10000"/>
                  <a:gd name="connsiteY76" fmla="*/ 4447 h 10000"/>
                  <a:gd name="connsiteX77" fmla="*/ 7745 w 10000"/>
                  <a:gd name="connsiteY77" fmla="*/ 4476 h 10000"/>
                  <a:gd name="connsiteX78" fmla="*/ 7697 w 10000"/>
                  <a:gd name="connsiteY78" fmla="*/ 4503 h 10000"/>
                  <a:gd name="connsiteX79" fmla="*/ 7649 w 10000"/>
                  <a:gd name="connsiteY79" fmla="*/ 4534 h 10000"/>
                  <a:gd name="connsiteX80" fmla="*/ 7606 w 10000"/>
                  <a:gd name="connsiteY80" fmla="*/ 4558 h 10000"/>
                  <a:gd name="connsiteX81" fmla="*/ 7568 w 10000"/>
                  <a:gd name="connsiteY81" fmla="*/ 4571 h 10000"/>
                  <a:gd name="connsiteX82" fmla="*/ 7488 w 10000"/>
                  <a:gd name="connsiteY82" fmla="*/ 4582 h 10000"/>
                  <a:gd name="connsiteX83" fmla="*/ 7413 w 10000"/>
                  <a:gd name="connsiteY83" fmla="*/ 4603 h 10000"/>
                  <a:gd name="connsiteX84" fmla="*/ 7322 w 10000"/>
                  <a:gd name="connsiteY84" fmla="*/ 4629 h 10000"/>
                  <a:gd name="connsiteX85" fmla="*/ 7242 w 10000"/>
                  <a:gd name="connsiteY85" fmla="*/ 4663 h 10000"/>
                  <a:gd name="connsiteX86" fmla="*/ 7172 w 10000"/>
                  <a:gd name="connsiteY86" fmla="*/ 4698 h 10000"/>
                  <a:gd name="connsiteX87" fmla="*/ 7108 w 10000"/>
                  <a:gd name="connsiteY87" fmla="*/ 4727 h 10000"/>
                  <a:gd name="connsiteX88" fmla="*/ 7054 w 10000"/>
                  <a:gd name="connsiteY88" fmla="*/ 4719 h 10000"/>
                  <a:gd name="connsiteX89" fmla="*/ 7017 w 10000"/>
                  <a:gd name="connsiteY89" fmla="*/ 4431 h 10000"/>
                  <a:gd name="connsiteX90" fmla="*/ 6947 w 10000"/>
                  <a:gd name="connsiteY90" fmla="*/ 4431 h 10000"/>
                  <a:gd name="connsiteX91" fmla="*/ 6893 w 10000"/>
                  <a:gd name="connsiteY91" fmla="*/ 4434 h 10000"/>
                  <a:gd name="connsiteX92" fmla="*/ 6840 w 10000"/>
                  <a:gd name="connsiteY92" fmla="*/ 4434 h 10000"/>
                  <a:gd name="connsiteX93" fmla="*/ 6770 w 10000"/>
                  <a:gd name="connsiteY93" fmla="*/ 4437 h 10000"/>
                  <a:gd name="connsiteX94" fmla="*/ 6663 w 10000"/>
                  <a:gd name="connsiteY94" fmla="*/ 4442 h 10000"/>
                  <a:gd name="connsiteX95" fmla="*/ 6652 w 10000"/>
                  <a:gd name="connsiteY95" fmla="*/ 4587 h 10000"/>
                  <a:gd name="connsiteX96" fmla="*/ 6642 w 10000"/>
                  <a:gd name="connsiteY96" fmla="*/ 4737 h 10000"/>
                  <a:gd name="connsiteX97" fmla="*/ 6636 w 10000"/>
                  <a:gd name="connsiteY97" fmla="*/ 4885 h 10000"/>
                  <a:gd name="connsiteX98" fmla="*/ 6615 w 10000"/>
                  <a:gd name="connsiteY98" fmla="*/ 5033 h 10000"/>
                  <a:gd name="connsiteX99" fmla="*/ 6572 w 10000"/>
                  <a:gd name="connsiteY99" fmla="*/ 5141 h 10000"/>
                  <a:gd name="connsiteX100" fmla="*/ 6524 w 10000"/>
                  <a:gd name="connsiteY100" fmla="*/ 5252 h 10000"/>
                  <a:gd name="connsiteX101" fmla="*/ 6476 w 10000"/>
                  <a:gd name="connsiteY101" fmla="*/ 5352 h 10000"/>
                  <a:gd name="connsiteX102" fmla="*/ 6449 w 10000"/>
                  <a:gd name="connsiteY102" fmla="*/ 5455 h 10000"/>
                  <a:gd name="connsiteX103" fmla="*/ 6454 w 10000"/>
                  <a:gd name="connsiteY103" fmla="*/ 5550 h 10000"/>
                  <a:gd name="connsiteX104" fmla="*/ 6443 w 10000"/>
                  <a:gd name="connsiteY104" fmla="*/ 5556 h 10000"/>
                  <a:gd name="connsiteX105" fmla="*/ 6427 w 10000"/>
                  <a:gd name="connsiteY105" fmla="*/ 5556 h 10000"/>
                  <a:gd name="connsiteX106" fmla="*/ 6427 w 10000"/>
                  <a:gd name="connsiteY106" fmla="*/ 5556 h 10000"/>
                  <a:gd name="connsiteX107" fmla="*/ 6422 w 10000"/>
                  <a:gd name="connsiteY107" fmla="*/ 5558 h 10000"/>
                  <a:gd name="connsiteX108" fmla="*/ 6422 w 10000"/>
                  <a:gd name="connsiteY108" fmla="*/ 5566 h 10000"/>
                  <a:gd name="connsiteX109" fmla="*/ 6422 w 10000"/>
                  <a:gd name="connsiteY109" fmla="*/ 5571 h 10000"/>
                  <a:gd name="connsiteX110" fmla="*/ 6422 w 10000"/>
                  <a:gd name="connsiteY110" fmla="*/ 5582 h 10000"/>
                  <a:gd name="connsiteX111" fmla="*/ 6422 w 10000"/>
                  <a:gd name="connsiteY111" fmla="*/ 5595 h 10000"/>
                  <a:gd name="connsiteX112" fmla="*/ 6347 w 10000"/>
                  <a:gd name="connsiteY112" fmla="*/ 5682 h 10000"/>
                  <a:gd name="connsiteX113" fmla="*/ 6288 w 10000"/>
                  <a:gd name="connsiteY113" fmla="*/ 5775 h 10000"/>
                  <a:gd name="connsiteX114" fmla="*/ 6261 w 10000"/>
                  <a:gd name="connsiteY114" fmla="*/ 5872 h 10000"/>
                  <a:gd name="connsiteX115" fmla="*/ 6251 w 10000"/>
                  <a:gd name="connsiteY115" fmla="*/ 5978 h 10000"/>
                  <a:gd name="connsiteX116" fmla="*/ 6235 w 10000"/>
                  <a:gd name="connsiteY116" fmla="*/ 6083 h 10000"/>
                  <a:gd name="connsiteX117" fmla="*/ 6229 w 10000"/>
                  <a:gd name="connsiteY117" fmla="*/ 6194 h 10000"/>
                  <a:gd name="connsiteX118" fmla="*/ 6208 w 10000"/>
                  <a:gd name="connsiteY118" fmla="*/ 6302 h 10000"/>
                  <a:gd name="connsiteX119" fmla="*/ 6170 w 10000"/>
                  <a:gd name="connsiteY119" fmla="*/ 6413 h 10000"/>
                  <a:gd name="connsiteX120" fmla="*/ 5978 w 10000"/>
                  <a:gd name="connsiteY120" fmla="*/ 7213 h 10000"/>
                  <a:gd name="connsiteX121" fmla="*/ 5951 w 10000"/>
                  <a:gd name="connsiteY121" fmla="*/ 7300 h 10000"/>
                  <a:gd name="connsiteX122" fmla="*/ 5935 w 10000"/>
                  <a:gd name="connsiteY122" fmla="*/ 7398 h 10000"/>
                  <a:gd name="connsiteX123" fmla="*/ 5929 w 10000"/>
                  <a:gd name="connsiteY123" fmla="*/ 7487 h 10000"/>
                  <a:gd name="connsiteX124" fmla="*/ 5929 w 10000"/>
                  <a:gd name="connsiteY124" fmla="*/ 7585 h 10000"/>
                  <a:gd name="connsiteX125" fmla="*/ 5929 w 10000"/>
                  <a:gd name="connsiteY125" fmla="*/ 7672 h 10000"/>
                  <a:gd name="connsiteX126" fmla="*/ 5913 w 10000"/>
                  <a:gd name="connsiteY126" fmla="*/ 7754 h 10000"/>
                  <a:gd name="connsiteX127" fmla="*/ 5897 w 10000"/>
                  <a:gd name="connsiteY127" fmla="*/ 7831 h 10000"/>
                  <a:gd name="connsiteX128" fmla="*/ 5865 w 10000"/>
                  <a:gd name="connsiteY128" fmla="*/ 7915 h 10000"/>
                  <a:gd name="connsiteX129" fmla="*/ 5865 w 10000"/>
                  <a:gd name="connsiteY129" fmla="*/ 7997 h 10000"/>
                  <a:gd name="connsiteX130" fmla="*/ 5886 w 10000"/>
                  <a:gd name="connsiteY130" fmla="*/ 8073 h 10000"/>
                  <a:gd name="connsiteX131" fmla="*/ 5924 w 10000"/>
                  <a:gd name="connsiteY131" fmla="*/ 8147 h 10000"/>
                  <a:gd name="connsiteX132" fmla="*/ 5972 w 10000"/>
                  <a:gd name="connsiteY132" fmla="*/ 8216 h 10000"/>
                  <a:gd name="connsiteX133" fmla="*/ 6020 w 10000"/>
                  <a:gd name="connsiteY133" fmla="*/ 8282 h 10000"/>
                  <a:gd name="connsiteX134" fmla="*/ 6069 w 10000"/>
                  <a:gd name="connsiteY134" fmla="*/ 8343 h 10000"/>
                  <a:gd name="connsiteX135" fmla="*/ 6138 w 10000"/>
                  <a:gd name="connsiteY135" fmla="*/ 8551 h 10000"/>
                  <a:gd name="connsiteX136" fmla="*/ 6111 w 10000"/>
                  <a:gd name="connsiteY136" fmla="*/ 8572 h 10000"/>
                  <a:gd name="connsiteX137" fmla="*/ 6069 w 10000"/>
                  <a:gd name="connsiteY137" fmla="*/ 8585 h 10000"/>
                  <a:gd name="connsiteX138" fmla="*/ 6031 w 10000"/>
                  <a:gd name="connsiteY138" fmla="*/ 8599 h 10000"/>
                  <a:gd name="connsiteX139" fmla="*/ 5999 w 10000"/>
                  <a:gd name="connsiteY139" fmla="*/ 8620 h 10000"/>
                  <a:gd name="connsiteX140" fmla="*/ 6069 w 10000"/>
                  <a:gd name="connsiteY140" fmla="*/ 8630 h 10000"/>
                  <a:gd name="connsiteX141" fmla="*/ 6117 w 10000"/>
                  <a:gd name="connsiteY141" fmla="*/ 8643 h 10000"/>
                  <a:gd name="connsiteX142" fmla="*/ 6160 w 10000"/>
                  <a:gd name="connsiteY142" fmla="*/ 8670 h 10000"/>
                  <a:gd name="connsiteX143" fmla="*/ 6138 w 10000"/>
                  <a:gd name="connsiteY143" fmla="*/ 8720 h 10000"/>
                  <a:gd name="connsiteX144" fmla="*/ 6144 w 10000"/>
                  <a:gd name="connsiteY144" fmla="*/ 8770 h 10000"/>
                  <a:gd name="connsiteX145" fmla="*/ 6181 w 10000"/>
                  <a:gd name="connsiteY145" fmla="*/ 8826 h 10000"/>
                  <a:gd name="connsiteX146" fmla="*/ 6235 w 10000"/>
                  <a:gd name="connsiteY146" fmla="*/ 8873 h 10000"/>
                  <a:gd name="connsiteX147" fmla="*/ 6288 w 10000"/>
                  <a:gd name="connsiteY147" fmla="*/ 8918 h 10000"/>
                  <a:gd name="connsiteX148" fmla="*/ 6352 w 10000"/>
                  <a:gd name="connsiteY148" fmla="*/ 8952 h 10000"/>
                  <a:gd name="connsiteX149" fmla="*/ 6465 w 10000"/>
                  <a:gd name="connsiteY149" fmla="*/ 9005 h 10000"/>
                  <a:gd name="connsiteX150" fmla="*/ 6583 w 10000"/>
                  <a:gd name="connsiteY150" fmla="*/ 9063 h 10000"/>
                  <a:gd name="connsiteX151" fmla="*/ 6706 w 10000"/>
                  <a:gd name="connsiteY151" fmla="*/ 9116 h 10000"/>
                  <a:gd name="connsiteX152" fmla="*/ 6781 w 10000"/>
                  <a:gd name="connsiteY152" fmla="*/ 9140 h 10000"/>
                  <a:gd name="connsiteX153" fmla="*/ 6867 w 10000"/>
                  <a:gd name="connsiteY153" fmla="*/ 9161 h 10000"/>
                  <a:gd name="connsiteX154" fmla="*/ 6958 w 10000"/>
                  <a:gd name="connsiteY154" fmla="*/ 9179 h 10000"/>
                  <a:gd name="connsiteX155" fmla="*/ 7043 w 10000"/>
                  <a:gd name="connsiteY155" fmla="*/ 9200 h 10000"/>
                  <a:gd name="connsiteX156" fmla="*/ 7134 w 10000"/>
                  <a:gd name="connsiteY156" fmla="*/ 9224 h 10000"/>
                  <a:gd name="connsiteX157" fmla="*/ 7220 w 10000"/>
                  <a:gd name="connsiteY157" fmla="*/ 9248 h 10000"/>
                  <a:gd name="connsiteX158" fmla="*/ 7290 w 10000"/>
                  <a:gd name="connsiteY158" fmla="*/ 9279 h 10000"/>
                  <a:gd name="connsiteX159" fmla="*/ 7343 w 10000"/>
                  <a:gd name="connsiteY159" fmla="*/ 9314 h 10000"/>
                  <a:gd name="connsiteX160" fmla="*/ 7386 w 10000"/>
                  <a:gd name="connsiteY160" fmla="*/ 9359 h 10000"/>
                  <a:gd name="connsiteX161" fmla="*/ 7408 w 10000"/>
                  <a:gd name="connsiteY161" fmla="*/ 9409 h 10000"/>
                  <a:gd name="connsiteX162" fmla="*/ 7381 w 10000"/>
                  <a:gd name="connsiteY162" fmla="*/ 9433 h 10000"/>
                  <a:gd name="connsiteX163" fmla="*/ 7359 w 10000"/>
                  <a:gd name="connsiteY163" fmla="*/ 9464 h 10000"/>
                  <a:gd name="connsiteX164" fmla="*/ 7333 w 10000"/>
                  <a:gd name="connsiteY164" fmla="*/ 9493 h 10000"/>
                  <a:gd name="connsiteX165" fmla="*/ 7284 w 10000"/>
                  <a:gd name="connsiteY165" fmla="*/ 9522 h 10000"/>
                  <a:gd name="connsiteX166" fmla="*/ 7193 w 10000"/>
                  <a:gd name="connsiteY166" fmla="*/ 9546 h 10000"/>
                  <a:gd name="connsiteX167" fmla="*/ 7081 w 10000"/>
                  <a:gd name="connsiteY167" fmla="*/ 9559 h 10000"/>
                  <a:gd name="connsiteX168" fmla="*/ 6958 w 10000"/>
                  <a:gd name="connsiteY168" fmla="*/ 9562 h 10000"/>
                  <a:gd name="connsiteX169" fmla="*/ 6824 w 10000"/>
                  <a:gd name="connsiteY169" fmla="*/ 9559 h 10000"/>
                  <a:gd name="connsiteX170" fmla="*/ 6690 w 10000"/>
                  <a:gd name="connsiteY170" fmla="*/ 9551 h 10000"/>
                  <a:gd name="connsiteX171" fmla="*/ 6567 w 10000"/>
                  <a:gd name="connsiteY171" fmla="*/ 9546 h 10000"/>
                  <a:gd name="connsiteX172" fmla="*/ 6454 w 10000"/>
                  <a:gd name="connsiteY172" fmla="*/ 9538 h 10000"/>
                  <a:gd name="connsiteX173" fmla="*/ 6261 w 10000"/>
                  <a:gd name="connsiteY173" fmla="*/ 9525 h 10000"/>
                  <a:gd name="connsiteX174" fmla="*/ 6074 w 10000"/>
                  <a:gd name="connsiteY174" fmla="*/ 9493 h 10000"/>
                  <a:gd name="connsiteX175" fmla="*/ 5903 w 10000"/>
                  <a:gd name="connsiteY175" fmla="*/ 9454 h 10000"/>
                  <a:gd name="connsiteX176" fmla="*/ 5726 w 10000"/>
                  <a:gd name="connsiteY176" fmla="*/ 9401 h 10000"/>
                  <a:gd name="connsiteX177" fmla="*/ 5560 w 10000"/>
                  <a:gd name="connsiteY177" fmla="*/ 9351 h 10000"/>
                  <a:gd name="connsiteX178" fmla="*/ 5404 w 10000"/>
                  <a:gd name="connsiteY178" fmla="*/ 9295 h 10000"/>
                  <a:gd name="connsiteX179" fmla="*/ 5244 w 10000"/>
                  <a:gd name="connsiteY179" fmla="*/ 9245 h 10000"/>
                  <a:gd name="connsiteX180" fmla="*/ 5083 w 10000"/>
                  <a:gd name="connsiteY180" fmla="*/ 9250 h 10000"/>
                  <a:gd name="connsiteX181" fmla="*/ 5019 w 10000"/>
                  <a:gd name="connsiteY181" fmla="*/ 9245 h 10000"/>
                  <a:gd name="connsiteX182" fmla="*/ 4944 w 10000"/>
                  <a:gd name="connsiteY182" fmla="*/ 9227 h 10000"/>
                  <a:gd name="connsiteX183" fmla="*/ 4853 w 10000"/>
                  <a:gd name="connsiteY183" fmla="*/ 9211 h 10000"/>
                  <a:gd name="connsiteX184" fmla="*/ 4762 w 10000"/>
                  <a:gd name="connsiteY184" fmla="*/ 9187 h 10000"/>
                  <a:gd name="connsiteX185" fmla="*/ 4681 w 10000"/>
                  <a:gd name="connsiteY185" fmla="*/ 9163 h 10000"/>
                  <a:gd name="connsiteX186" fmla="*/ 4617 w 10000"/>
                  <a:gd name="connsiteY186" fmla="*/ 9134 h 10000"/>
                  <a:gd name="connsiteX187" fmla="*/ 4585 w 10000"/>
                  <a:gd name="connsiteY187" fmla="*/ 9105 h 10000"/>
                  <a:gd name="connsiteX188" fmla="*/ 4574 w 10000"/>
                  <a:gd name="connsiteY188" fmla="*/ 9060 h 10000"/>
                  <a:gd name="connsiteX189" fmla="*/ 4585 w 10000"/>
                  <a:gd name="connsiteY189" fmla="*/ 9005 h 10000"/>
                  <a:gd name="connsiteX190" fmla="*/ 4606 w 10000"/>
                  <a:gd name="connsiteY190" fmla="*/ 8947 h 10000"/>
                  <a:gd name="connsiteX191" fmla="*/ 4638 w 10000"/>
                  <a:gd name="connsiteY191" fmla="*/ 8884 h 10000"/>
                  <a:gd name="connsiteX192" fmla="*/ 4681 w 10000"/>
                  <a:gd name="connsiteY192" fmla="*/ 8820 h 10000"/>
                  <a:gd name="connsiteX193" fmla="*/ 4724 w 10000"/>
                  <a:gd name="connsiteY193" fmla="*/ 8757 h 10000"/>
                  <a:gd name="connsiteX194" fmla="*/ 4756 w 10000"/>
                  <a:gd name="connsiteY194" fmla="*/ 8699 h 10000"/>
                  <a:gd name="connsiteX195" fmla="*/ 4783 w 10000"/>
                  <a:gd name="connsiteY195" fmla="*/ 8646 h 10000"/>
                  <a:gd name="connsiteX196" fmla="*/ 4799 w 10000"/>
                  <a:gd name="connsiteY196" fmla="*/ 8604 h 10000"/>
                  <a:gd name="connsiteX197" fmla="*/ 4676 w 10000"/>
                  <a:gd name="connsiteY197" fmla="*/ 8572 h 10000"/>
                  <a:gd name="connsiteX198" fmla="*/ 4590 w 10000"/>
                  <a:gd name="connsiteY198" fmla="*/ 8538 h 10000"/>
                  <a:gd name="connsiteX199" fmla="*/ 4537 w 10000"/>
                  <a:gd name="connsiteY199" fmla="*/ 8501 h 10000"/>
                  <a:gd name="connsiteX200" fmla="*/ 4499 w 10000"/>
                  <a:gd name="connsiteY200" fmla="*/ 8459 h 10000"/>
                  <a:gd name="connsiteX201" fmla="*/ 4488 w 10000"/>
                  <a:gd name="connsiteY201" fmla="*/ 8414 h 10000"/>
                  <a:gd name="connsiteX202" fmla="*/ 4494 w 10000"/>
                  <a:gd name="connsiteY202" fmla="*/ 8366 h 10000"/>
                  <a:gd name="connsiteX203" fmla="*/ 4510 w 10000"/>
                  <a:gd name="connsiteY203" fmla="*/ 8316 h 10000"/>
                  <a:gd name="connsiteX204" fmla="*/ 4537 w 10000"/>
                  <a:gd name="connsiteY204" fmla="*/ 8263 h 10000"/>
                  <a:gd name="connsiteX205" fmla="*/ 4563 w 10000"/>
                  <a:gd name="connsiteY205" fmla="*/ 8211 h 10000"/>
                  <a:gd name="connsiteX206" fmla="*/ 4585 w 10000"/>
                  <a:gd name="connsiteY206" fmla="*/ 8155 h 10000"/>
                  <a:gd name="connsiteX207" fmla="*/ 4606 w 10000"/>
                  <a:gd name="connsiteY207" fmla="*/ 8097 h 10000"/>
                  <a:gd name="connsiteX208" fmla="*/ 4612 w 10000"/>
                  <a:gd name="connsiteY208" fmla="*/ 8042 h 10000"/>
                  <a:gd name="connsiteX209" fmla="*/ 4606 w 10000"/>
                  <a:gd name="connsiteY209" fmla="*/ 7984 h 10000"/>
                  <a:gd name="connsiteX210" fmla="*/ 4590 w 10000"/>
                  <a:gd name="connsiteY210" fmla="*/ 7920 h 10000"/>
                  <a:gd name="connsiteX211" fmla="*/ 4585 w 10000"/>
                  <a:gd name="connsiteY211" fmla="*/ 7838 h 10000"/>
                  <a:gd name="connsiteX212" fmla="*/ 4585 w 10000"/>
                  <a:gd name="connsiteY212" fmla="*/ 7746 h 10000"/>
                  <a:gd name="connsiteX213" fmla="*/ 4590 w 10000"/>
                  <a:gd name="connsiteY213" fmla="*/ 7646 h 10000"/>
                  <a:gd name="connsiteX214" fmla="*/ 4606 w 10000"/>
                  <a:gd name="connsiteY214" fmla="*/ 7551 h 10000"/>
                  <a:gd name="connsiteX215" fmla="*/ 4628 w 10000"/>
                  <a:gd name="connsiteY215" fmla="*/ 7464 h 10000"/>
                  <a:gd name="connsiteX216" fmla="*/ 4644 w 10000"/>
                  <a:gd name="connsiteY216" fmla="*/ 7324 h 10000"/>
                  <a:gd name="connsiteX217" fmla="*/ 4660 w 10000"/>
                  <a:gd name="connsiteY217" fmla="*/ 7173 h 10000"/>
                  <a:gd name="connsiteX218" fmla="*/ 4660 w 10000"/>
                  <a:gd name="connsiteY218" fmla="*/ 7018 h 10000"/>
                  <a:gd name="connsiteX219" fmla="*/ 4655 w 10000"/>
                  <a:gd name="connsiteY219" fmla="*/ 6854 h 10000"/>
                  <a:gd name="connsiteX220" fmla="*/ 4638 w 10000"/>
                  <a:gd name="connsiteY220" fmla="*/ 6693 h 10000"/>
                  <a:gd name="connsiteX221" fmla="*/ 4633 w 10000"/>
                  <a:gd name="connsiteY221" fmla="*/ 6540 h 10000"/>
                  <a:gd name="connsiteX222" fmla="*/ 4628 w 10000"/>
                  <a:gd name="connsiteY222" fmla="*/ 6395 h 10000"/>
                  <a:gd name="connsiteX223" fmla="*/ 4628 w 10000"/>
                  <a:gd name="connsiteY223" fmla="*/ 6310 h 10000"/>
                  <a:gd name="connsiteX224" fmla="*/ 4633 w 10000"/>
                  <a:gd name="connsiteY224" fmla="*/ 6226 h 10000"/>
                  <a:gd name="connsiteX225" fmla="*/ 4644 w 10000"/>
                  <a:gd name="connsiteY225" fmla="*/ 6139 h 10000"/>
                  <a:gd name="connsiteX226" fmla="*/ 4660 w 10000"/>
                  <a:gd name="connsiteY226" fmla="*/ 6054 h 10000"/>
                  <a:gd name="connsiteX227" fmla="*/ 4676 w 10000"/>
                  <a:gd name="connsiteY227" fmla="*/ 5967 h 10000"/>
                  <a:gd name="connsiteX228" fmla="*/ 4676 w 10000"/>
                  <a:gd name="connsiteY228" fmla="*/ 5891 h 10000"/>
                  <a:gd name="connsiteX229" fmla="*/ 4665 w 10000"/>
                  <a:gd name="connsiteY229" fmla="*/ 5817 h 10000"/>
                  <a:gd name="connsiteX230" fmla="*/ 4638 w 10000"/>
                  <a:gd name="connsiteY230" fmla="*/ 5751 h 10000"/>
                  <a:gd name="connsiteX231" fmla="*/ 4585 w 10000"/>
                  <a:gd name="connsiteY231" fmla="*/ 5693 h 10000"/>
                  <a:gd name="connsiteX232" fmla="*/ 4585 w 10000"/>
                  <a:gd name="connsiteY232" fmla="*/ 5709 h 10000"/>
                  <a:gd name="connsiteX233" fmla="*/ 4547 w 10000"/>
                  <a:gd name="connsiteY233" fmla="*/ 5740 h 10000"/>
                  <a:gd name="connsiteX234" fmla="*/ 4510 w 10000"/>
                  <a:gd name="connsiteY234" fmla="*/ 5785 h 10000"/>
                  <a:gd name="connsiteX235" fmla="*/ 4488 w 10000"/>
                  <a:gd name="connsiteY235" fmla="*/ 5827 h 10000"/>
                  <a:gd name="connsiteX236" fmla="*/ 4478 w 10000"/>
                  <a:gd name="connsiteY236" fmla="*/ 5872 h 10000"/>
                  <a:gd name="connsiteX237" fmla="*/ 4446 w 10000"/>
                  <a:gd name="connsiteY237" fmla="*/ 5885 h 10000"/>
                  <a:gd name="connsiteX238" fmla="*/ 4408 w 10000"/>
                  <a:gd name="connsiteY238" fmla="*/ 5914 h 10000"/>
                  <a:gd name="connsiteX239" fmla="*/ 4371 w 10000"/>
                  <a:gd name="connsiteY239" fmla="*/ 5954 h 10000"/>
                  <a:gd name="connsiteX240" fmla="*/ 4328 w 10000"/>
                  <a:gd name="connsiteY240" fmla="*/ 6002 h 10000"/>
                  <a:gd name="connsiteX241" fmla="*/ 4280 w 10000"/>
                  <a:gd name="connsiteY241" fmla="*/ 6057 h 10000"/>
                  <a:gd name="connsiteX242" fmla="*/ 4237 w 10000"/>
                  <a:gd name="connsiteY242" fmla="*/ 6112 h 10000"/>
                  <a:gd name="connsiteX243" fmla="*/ 4205 w 10000"/>
                  <a:gd name="connsiteY243" fmla="*/ 6165 h 10000"/>
                  <a:gd name="connsiteX244" fmla="*/ 4162 w 10000"/>
                  <a:gd name="connsiteY244" fmla="*/ 6215 h 10000"/>
                  <a:gd name="connsiteX245" fmla="*/ 4044 w 10000"/>
                  <a:gd name="connsiteY245" fmla="*/ 6358 h 10000"/>
                  <a:gd name="connsiteX246" fmla="*/ 3910 w 10000"/>
                  <a:gd name="connsiteY246" fmla="*/ 6500 h 10000"/>
                  <a:gd name="connsiteX247" fmla="*/ 3787 w 10000"/>
                  <a:gd name="connsiteY247" fmla="*/ 6646 h 10000"/>
                  <a:gd name="connsiteX248" fmla="*/ 3680 w 10000"/>
                  <a:gd name="connsiteY248" fmla="*/ 6788 h 10000"/>
                  <a:gd name="connsiteX249" fmla="*/ 3599 w 10000"/>
                  <a:gd name="connsiteY249" fmla="*/ 6925 h 10000"/>
                  <a:gd name="connsiteX250" fmla="*/ 3599 w 10000"/>
                  <a:gd name="connsiteY250" fmla="*/ 6928 h 10000"/>
                  <a:gd name="connsiteX251" fmla="*/ 3599 w 10000"/>
                  <a:gd name="connsiteY251" fmla="*/ 6931 h 10000"/>
                  <a:gd name="connsiteX252" fmla="*/ 3605 w 10000"/>
                  <a:gd name="connsiteY252" fmla="*/ 6936 h 10000"/>
                  <a:gd name="connsiteX253" fmla="*/ 3605 w 10000"/>
                  <a:gd name="connsiteY253" fmla="*/ 6941 h 10000"/>
                  <a:gd name="connsiteX254" fmla="*/ 3621 w 10000"/>
                  <a:gd name="connsiteY254" fmla="*/ 6952 h 10000"/>
                  <a:gd name="connsiteX255" fmla="*/ 3562 w 10000"/>
                  <a:gd name="connsiteY255" fmla="*/ 6941 h 10000"/>
                  <a:gd name="connsiteX256" fmla="*/ 3535 w 10000"/>
                  <a:gd name="connsiteY256" fmla="*/ 6997 h 10000"/>
                  <a:gd name="connsiteX257" fmla="*/ 3492 w 10000"/>
                  <a:gd name="connsiteY257" fmla="*/ 7052 h 10000"/>
                  <a:gd name="connsiteX258" fmla="*/ 3455 w 10000"/>
                  <a:gd name="connsiteY258" fmla="*/ 7102 h 10000"/>
                  <a:gd name="connsiteX259" fmla="*/ 3407 w 10000"/>
                  <a:gd name="connsiteY259" fmla="*/ 7150 h 10000"/>
                  <a:gd name="connsiteX260" fmla="*/ 3369 w 10000"/>
                  <a:gd name="connsiteY260" fmla="*/ 7184 h 10000"/>
                  <a:gd name="connsiteX261" fmla="*/ 3348 w 10000"/>
                  <a:gd name="connsiteY261" fmla="*/ 7226 h 10000"/>
                  <a:gd name="connsiteX262" fmla="*/ 3348 w 10000"/>
                  <a:gd name="connsiteY262" fmla="*/ 7266 h 10000"/>
                  <a:gd name="connsiteX263" fmla="*/ 3348 w 10000"/>
                  <a:gd name="connsiteY263" fmla="*/ 7308 h 10000"/>
                  <a:gd name="connsiteX264" fmla="*/ 3358 w 10000"/>
                  <a:gd name="connsiteY264" fmla="*/ 7345 h 10000"/>
                  <a:gd name="connsiteX265" fmla="*/ 3348 w 10000"/>
                  <a:gd name="connsiteY265" fmla="*/ 7377 h 10000"/>
                  <a:gd name="connsiteX266" fmla="*/ 3294 w 10000"/>
                  <a:gd name="connsiteY266" fmla="*/ 7474 h 10000"/>
                  <a:gd name="connsiteX267" fmla="*/ 3224 w 10000"/>
                  <a:gd name="connsiteY267" fmla="*/ 7575 h 10000"/>
                  <a:gd name="connsiteX268" fmla="*/ 3160 w 10000"/>
                  <a:gd name="connsiteY268" fmla="*/ 7672 h 10000"/>
                  <a:gd name="connsiteX269" fmla="*/ 3107 w 10000"/>
                  <a:gd name="connsiteY269" fmla="*/ 7770 h 10000"/>
                  <a:gd name="connsiteX270" fmla="*/ 3064 w 10000"/>
                  <a:gd name="connsiteY270" fmla="*/ 7868 h 10000"/>
                  <a:gd name="connsiteX271" fmla="*/ 3037 w 10000"/>
                  <a:gd name="connsiteY271" fmla="*/ 7970 h 10000"/>
                  <a:gd name="connsiteX272" fmla="*/ 3037 w 10000"/>
                  <a:gd name="connsiteY272" fmla="*/ 8076 h 10000"/>
                  <a:gd name="connsiteX273" fmla="*/ 3069 w 10000"/>
                  <a:gd name="connsiteY273" fmla="*/ 8187 h 10000"/>
                  <a:gd name="connsiteX274" fmla="*/ 3080 w 10000"/>
                  <a:gd name="connsiteY274" fmla="*/ 8245 h 10000"/>
                  <a:gd name="connsiteX275" fmla="*/ 3064 w 10000"/>
                  <a:gd name="connsiteY275" fmla="*/ 8303 h 10000"/>
                  <a:gd name="connsiteX276" fmla="*/ 3032 w 10000"/>
                  <a:gd name="connsiteY276" fmla="*/ 8356 h 10000"/>
                  <a:gd name="connsiteX277" fmla="*/ 2989 w 10000"/>
                  <a:gd name="connsiteY277" fmla="*/ 8409 h 10000"/>
                  <a:gd name="connsiteX278" fmla="*/ 2962 w 10000"/>
                  <a:gd name="connsiteY278" fmla="*/ 8456 h 10000"/>
                  <a:gd name="connsiteX279" fmla="*/ 2941 w 10000"/>
                  <a:gd name="connsiteY279" fmla="*/ 8496 h 10000"/>
                  <a:gd name="connsiteX280" fmla="*/ 2946 w 10000"/>
                  <a:gd name="connsiteY280" fmla="*/ 8530 h 10000"/>
                  <a:gd name="connsiteX281" fmla="*/ 3198 w 10000"/>
                  <a:gd name="connsiteY281" fmla="*/ 8767 h 10000"/>
                  <a:gd name="connsiteX282" fmla="*/ 3198 w 10000"/>
                  <a:gd name="connsiteY282" fmla="*/ 8836 h 10000"/>
                  <a:gd name="connsiteX283" fmla="*/ 3171 w 10000"/>
                  <a:gd name="connsiteY283" fmla="*/ 8884 h 10000"/>
                  <a:gd name="connsiteX284" fmla="*/ 3133 w 10000"/>
                  <a:gd name="connsiteY284" fmla="*/ 8934 h 10000"/>
                  <a:gd name="connsiteX285" fmla="*/ 3091 w 10000"/>
                  <a:gd name="connsiteY285" fmla="*/ 8989 h 10000"/>
                  <a:gd name="connsiteX286" fmla="*/ 3053 w 10000"/>
                  <a:gd name="connsiteY286" fmla="*/ 9045 h 10000"/>
                  <a:gd name="connsiteX287" fmla="*/ 3016 w 10000"/>
                  <a:gd name="connsiteY287" fmla="*/ 9097 h 10000"/>
                  <a:gd name="connsiteX288" fmla="*/ 2994 w 10000"/>
                  <a:gd name="connsiteY288" fmla="*/ 9145 h 10000"/>
                  <a:gd name="connsiteX289" fmla="*/ 2999 w 10000"/>
                  <a:gd name="connsiteY289" fmla="*/ 9184 h 10000"/>
                  <a:gd name="connsiteX290" fmla="*/ 3042 w 10000"/>
                  <a:gd name="connsiteY290" fmla="*/ 9272 h 10000"/>
                  <a:gd name="connsiteX291" fmla="*/ 3107 w 10000"/>
                  <a:gd name="connsiteY291" fmla="*/ 9364 h 10000"/>
                  <a:gd name="connsiteX292" fmla="*/ 3176 w 10000"/>
                  <a:gd name="connsiteY292" fmla="*/ 9454 h 10000"/>
                  <a:gd name="connsiteX293" fmla="*/ 3240 w 10000"/>
                  <a:gd name="connsiteY293" fmla="*/ 9549 h 10000"/>
                  <a:gd name="connsiteX294" fmla="*/ 3289 w 10000"/>
                  <a:gd name="connsiteY294" fmla="*/ 9644 h 10000"/>
                  <a:gd name="connsiteX295" fmla="*/ 3321 w 10000"/>
                  <a:gd name="connsiteY295" fmla="*/ 9741 h 10000"/>
                  <a:gd name="connsiteX296" fmla="*/ 3326 w 10000"/>
                  <a:gd name="connsiteY296" fmla="*/ 9839 h 10000"/>
                  <a:gd name="connsiteX297" fmla="*/ 3299 w 10000"/>
                  <a:gd name="connsiteY297" fmla="*/ 9939 h 10000"/>
                  <a:gd name="connsiteX298" fmla="*/ 3160 w 10000"/>
                  <a:gd name="connsiteY298" fmla="*/ 9974 h 10000"/>
                  <a:gd name="connsiteX299" fmla="*/ 3016 w 10000"/>
                  <a:gd name="connsiteY299" fmla="*/ 9992 h 10000"/>
                  <a:gd name="connsiteX300" fmla="*/ 2855 w 10000"/>
                  <a:gd name="connsiteY300" fmla="*/ 10000 h 10000"/>
                  <a:gd name="connsiteX301" fmla="*/ 2700 w 10000"/>
                  <a:gd name="connsiteY301" fmla="*/ 9997 h 10000"/>
                  <a:gd name="connsiteX302" fmla="*/ 2539 w 10000"/>
                  <a:gd name="connsiteY302" fmla="*/ 9979 h 10000"/>
                  <a:gd name="connsiteX303" fmla="*/ 2384 w 10000"/>
                  <a:gd name="connsiteY303" fmla="*/ 9955 h 10000"/>
                  <a:gd name="connsiteX304" fmla="*/ 2239 w 10000"/>
                  <a:gd name="connsiteY304" fmla="*/ 9921 h 10000"/>
                  <a:gd name="connsiteX305" fmla="*/ 2105 w 10000"/>
                  <a:gd name="connsiteY305" fmla="*/ 9881 h 10000"/>
                  <a:gd name="connsiteX306" fmla="*/ 1987 w 10000"/>
                  <a:gd name="connsiteY306" fmla="*/ 9834 h 10000"/>
                  <a:gd name="connsiteX307" fmla="*/ 1901 w 10000"/>
                  <a:gd name="connsiteY307" fmla="*/ 9781 h 10000"/>
                  <a:gd name="connsiteX308" fmla="*/ 1837 w 10000"/>
                  <a:gd name="connsiteY308" fmla="*/ 9723 h 10000"/>
                  <a:gd name="connsiteX309" fmla="*/ 1837 w 10000"/>
                  <a:gd name="connsiteY309" fmla="*/ 9514 h 10000"/>
                  <a:gd name="connsiteX310" fmla="*/ 1810 w 10000"/>
                  <a:gd name="connsiteY310" fmla="*/ 9480 h 10000"/>
                  <a:gd name="connsiteX311" fmla="*/ 1773 w 10000"/>
                  <a:gd name="connsiteY311" fmla="*/ 9435 h 10000"/>
                  <a:gd name="connsiteX312" fmla="*/ 1746 w 10000"/>
                  <a:gd name="connsiteY312" fmla="*/ 9382 h 10000"/>
                  <a:gd name="connsiteX313" fmla="*/ 1725 w 10000"/>
                  <a:gd name="connsiteY313" fmla="*/ 9316 h 10000"/>
                  <a:gd name="connsiteX314" fmla="*/ 1725 w 10000"/>
                  <a:gd name="connsiteY314" fmla="*/ 9248 h 10000"/>
                  <a:gd name="connsiteX315" fmla="*/ 1746 w 10000"/>
                  <a:gd name="connsiteY315" fmla="*/ 9177 h 10000"/>
                  <a:gd name="connsiteX316" fmla="*/ 1762 w 10000"/>
                  <a:gd name="connsiteY316" fmla="*/ 9126 h 10000"/>
                  <a:gd name="connsiteX317" fmla="*/ 1762 w 10000"/>
                  <a:gd name="connsiteY317" fmla="*/ 9071 h 10000"/>
                  <a:gd name="connsiteX318" fmla="*/ 1741 w 10000"/>
                  <a:gd name="connsiteY318" fmla="*/ 9013 h 10000"/>
                  <a:gd name="connsiteX319" fmla="*/ 1725 w 10000"/>
                  <a:gd name="connsiteY319" fmla="*/ 8952 h 10000"/>
                  <a:gd name="connsiteX320" fmla="*/ 1714 w 10000"/>
                  <a:gd name="connsiteY320" fmla="*/ 8884 h 10000"/>
                  <a:gd name="connsiteX321" fmla="*/ 1714 w 10000"/>
                  <a:gd name="connsiteY321" fmla="*/ 8810 h 10000"/>
                  <a:gd name="connsiteX322" fmla="*/ 1735 w 10000"/>
                  <a:gd name="connsiteY322" fmla="*/ 8733 h 10000"/>
                  <a:gd name="connsiteX323" fmla="*/ 1762 w 10000"/>
                  <a:gd name="connsiteY323" fmla="*/ 8667 h 10000"/>
                  <a:gd name="connsiteX324" fmla="*/ 1800 w 10000"/>
                  <a:gd name="connsiteY324" fmla="*/ 8606 h 10000"/>
                  <a:gd name="connsiteX325" fmla="*/ 1837 w 10000"/>
                  <a:gd name="connsiteY325" fmla="*/ 8546 h 10000"/>
                  <a:gd name="connsiteX326" fmla="*/ 1869 w 10000"/>
                  <a:gd name="connsiteY326" fmla="*/ 8472 h 10000"/>
                  <a:gd name="connsiteX327" fmla="*/ 1869 w 10000"/>
                  <a:gd name="connsiteY327" fmla="*/ 7820 h 10000"/>
                  <a:gd name="connsiteX328" fmla="*/ 1998 w 10000"/>
                  <a:gd name="connsiteY328" fmla="*/ 7020 h 10000"/>
                  <a:gd name="connsiteX329" fmla="*/ 2260 w 10000"/>
                  <a:gd name="connsiteY329" fmla="*/ 6577 h 10000"/>
                  <a:gd name="connsiteX330" fmla="*/ 2276 w 10000"/>
                  <a:gd name="connsiteY330" fmla="*/ 6221 h 10000"/>
                  <a:gd name="connsiteX331" fmla="*/ 2453 w 10000"/>
                  <a:gd name="connsiteY331" fmla="*/ 5735 h 10000"/>
                  <a:gd name="connsiteX332" fmla="*/ 2501 w 10000"/>
                  <a:gd name="connsiteY332" fmla="*/ 5606 h 10000"/>
                  <a:gd name="connsiteX333" fmla="*/ 2539 w 10000"/>
                  <a:gd name="connsiteY333" fmla="*/ 5484 h 10000"/>
                  <a:gd name="connsiteX334" fmla="*/ 2560 w 10000"/>
                  <a:gd name="connsiteY334" fmla="*/ 5363 h 10000"/>
                  <a:gd name="connsiteX335" fmla="*/ 2592 w 10000"/>
                  <a:gd name="connsiteY335" fmla="*/ 5247 h 10000"/>
                  <a:gd name="connsiteX336" fmla="*/ 2598 w 10000"/>
                  <a:gd name="connsiteY336" fmla="*/ 5202 h 10000"/>
                  <a:gd name="connsiteX337" fmla="*/ 2592 w 10000"/>
                  <a:gd name="connsiteY337" fmla="*/ 5154 h 10000"/>
                  <a:gd name="connsiteX338" fmla="*/ 2587 w 10000"/>
                  <a:gd name="connsiteY338" fmla="*/ 5107 h 10000"/>
                  <a:gd name="connsiteX339" fmla="*/ 2587 w 10000"/>
                  <a:gd name="connsiteY339" fmla="*/ 5059 h 10000"/>
                  <a:gd name="connsiteX340" fmla="*/ 2614 w 10000"/>
                  <a:gd name="connsiteY340" fmla="*/ 5015 h 10000"/>
                  <a:gd name="connsiteX341" fmla="*/ 2592 w 10000"/>
                  <a:gd name="connsiteY341" fmla="*/ 5015 h 10000"/>
                  <a:gd name="connsiteX342" fmla="*/ 2587 w 10000"/>
                  <a:gd name="connsiteY342" fmla="*/ 5015 h 10000"/>
                  <a:gd name="connsiteX343" fmla="*/ 2582 w 10000"/>
                  <a:gd name="connsiteY343" fmla="*/ 5015 h 10000"/>
                  <a:gd name="connsiteX344" fmla="*/ 2582 w 10000"/>
                  <a:gd name="connsiteY344" fmla="*/ 5020 h 10000"/>
                  <a:gd name="connsiteX345" fmla="*/ 2571 w 10000"/>
                  <a:gd name="connsiteY345" fmla="*/ 5020 h 10000"/>
                  <a:gd name="connsiteX346" fmla="*/ 2571 w 10000"/>
                  <a:gd name="connsiteY346" fmla="*/ 5015 h 10000"/>
                  <a:gd name="connsiteX347" fmla="*/ 2566 w 10000"/>
                  <a:gd name="connsiteY347" fmla="*/ 5012 h 10000"/>
                  <a:gd name="connsiteX348" fmla="*/ 2560 w 10000"/>
                  <a:gd name="connsiteY348" fmla="*/ 5004 h 10000"/>
                  <a:gd name="connsiteX349" fmla="*/ 2566 w 10000"/>
                  <a:gd name="connsiteY349" fmla="*/ 4980 h 10000"/>
                  <a:gd name="connsiteX350" fmla="*/ 2544 w 10000"/>
                  <a:gd name="connsiteY350" fmla="*/ 4964 h 10000"/>
                  <a:gd name="connsiteX351" fmla="*/ 2517 w 10000"/>
                  <a:gd name="connsiteY351" fmla="*/ 4946 h 10000"/>
                  <a:gd name="connsiteX352" fmla="*/ 2475 w 10000"/>
                  <a:gd name="connsiteY352" fmla="*/ 4933 h 10000"/>
                  <a:gd name="connsiteX353" fmla="*/ 2442 w 10000"/>
                  <a:gd name="connsiteY353" fmla="*/ 4917 h 10000"/>
                  <a:gd name="connsiteX354" fmla="*/ 2421 w 10000"/>
                  <a:gd name="connsiteY354" fmla="*/ 4904 h 10000"/>
                  <a:gd name="connsiteX355" fmla="*/ 2421 w 10000"/>
                  <a:gd name="connsiteY355" fmla="*/ 4605 h 10000"/>
                  <a:gd name="connsiteX356" fmla="*/ 2432 w 10000"/>
                  <a:gd name="connsiteY356" fmla="*/ 4120 h 10000"/>
                  <a:gd name="connsiteX357" fmla="*/ 2453 w 10000"/>
                  <a:gd name="connsiteY357" fmla="*/ 4014 h 10000"/>
                  <a:gd name="connsiteX358" fmla="*/ 2448 w 10000"/>
                  <a:gd name="connsiteY358" fmla="*/ 3911 h 10000"/>
                  <a:gd name="connsiteX359" fmla="*/ 2432 w 10000"/>
                  <a:gd name="connsiteY359" fmla="*/ 3808 h 10000"/>
                  <a:gd name="connsiteX360" fmla="*/ 2410 w 10000"/>
                  <a:gd name="connsiteY360" fmla="*/ 3703 h 10000"/>
                  <a:gd name="connsiteX361" fmla="*/ 2421 w 10000"/>
                  <a:gd name="connsiteY361" fmla="*/ 3597 h 10000"/>
                  <a:gd name="connsiteX362" fmla="*/ 2432 w 10000"/>
                  <a:gd name="connsiteY362" fmla="*/ 3481 h 10000"/>
                  <a:gd name="connsiteX363" fmla="*/ 2448 w 10000"/>
                  <a:gd name="connsiteY363" fmla="*/ 3362 h 10000"/>
                  <a:gd name="connsiteX364" fmla="*/ 2453 w 10000"/>
                  <a:gd name="connsiteY364" fmla="*/ 3238 h 10000"/>
                  <a:gd name="connsiteX365" fmla="*/ 2448 w 10000"/>
                  <a:gd name="connsiteY365" fmla="*/ 3122 h 10000"/>
                  <a:gd name="connsiteX366" fmla="*/ 2421 w 10000"/>
                  <a:gd name="connsiteY366" fmla="*/ 3017 h 10000"/>
                  <a:gd name="connsiteX367" fmla="*/ 2362 w 10000"/>
                  <a:gd name="connsiteY367" fmla="*/ 2703 h 10000"/>
                  <a:gd name="connsiteX368" fmla="*/ 2351 w 10000"/>
                  <a:gd name="connsiteY368" fmla="*/ 2753 h 10000"/>
                  <a:gd name="connsiteX369" fmla="*/ 2314 w 10000"/>
                  <a:gd name="connsiteY369" fmla="*/ 2790 h 10000"/>
                  <a:gd name="connsiteX370" fmla="*/ 2282 w 10000"/>
                  <a:gd name="connsiteY370" fmla="*/ 2821 h 10000"/>
                  <a:gd name="connsiteX371" fmla="*/ 2255 w 10000"/>
                  <a:gd name="connsiteY371" fmla="*/ 2848 h 10000"/>
                  <a:gd name="connsiteX372" fmla="*/ 2239 w 10000"/>
                  <a:gd name="connsiteY372" fmla="*/ 2877 h 10000"/>
                  <a:gd name="connsiteX373" fmla="*/ 2236 w 10000"/>
                  <a:gd name="connsiteY373" fmla="*/ 2903 h 10000"/>
                  <a:gd name="connsiteX374" fmla="*/ 2217 w 10000"/>
                  <a:gd name="connsiteY374" fmla="*/ 2922 h 10000"/>
                  <a:gd name="connsiteX375" fmla="*/ 2185 w 10000"/>
                  <a:gd name="connsiteY375" fmla="*/ 2956 h 10000"/>
                  <a:gd name="connsiteX376" fmla="*/ 2148 w 10000"/>
                  <a:gd name="connsiteY376" fmla="*/ 2996 h 10000"/>
                  <a:gd name="connsiteX377" fmla="*/ 2126 w 10000"/>
                  <a:gd name="connsiteY377" fmla="*/ 3040 h 10000"/>
                  <a:gd name="connsiteX378" fmla="*/ 2105 w 10000"/>
                  <a:gd name="connsiteY378" fmla="*/ 3088 h 10000"/>
                  <a:gd name="connsiteX379" fmla="*/ 2094 w 10000"/>
                  <a:gd name="connsiteY379" fmla="*/ 3125 h 10000"/>
                  <a:gd name="connsiteX380" fmla="*/ 2089 w 10000"/>
                  <a:gd name="connsiteY380" fmla="*/ 3154 h 10000"/>
                  <a:gd name="connsiteX381" fmla="*/ 2078 w 10000"/>
                  <a:gd name="connsiteY381" fmla="*/ 3164 h 10000"/>
                  <a:gd name="connsiteX382" fmla="*/ 1971 w 10000"/>
                  <a:gd name="connsiteY382" fmla="*/ 3215 h 10000"/>
                  <a:gd name="connsiteX383" fmla="*/ 1869 w 10000"/>
                  <a:gd name="connsiteY383" fmla="*/ 3257 h 10000"/>
                  <a:gd name="connsiteX384" fmla="*/ 1773 w 10000"/>
                  <a:gd name="connsiteY384" fmla="*/ 3296 h 10000"/>
                  <a:gd name="connsiteX385" fmla="*/ 1676 w 10000"/>
                  <a:gd name="connsiteY385" fmla="*/ 3331 h 10000"/>
                  <a:gd name="connsiteX386" fmla="*/ 1559 w 10000"/>
                  <a:gd name="connsiteY386" fmla="*/ 3362 h 10000"/>
                  <a:gd name="connsiteX387" fmla="*/ 1414 w 10000"/>
                  <a:gd name="connsiteY387" fmla="*/ 3389 h 10000"/>
                  <a:gd name="connsiteX388" fmla="*/ 1296 w 10000"/>
                  <a:gd name="connsiteY388" fmla="*/ 3399 h 10000"/>
                  <a:gd name="connsiteX389" fmla="*/ 1194 w 10000"/>
                  <a:gd name="connsiteY389" fmla="*/ 3391 h 10000"/>
                  <a:gd name="connsiteX390" fmla="*/ 1093 w 10000"/>
                  <a:gd name="connsiteY390" fmla="*/ 3376 h 10000"/>
                  <a:gd name="connsiteX391" fmla="*/ 1007 w 10000"/>
                  <a:gd name="connsiteY391" fmla="*/ 3344 h 10000"/>
                  <a:gd name="connsiteX392" fmla="*/ 921 w 10000"/>
                  <a:gd name="connsiteY392" fmla="*/ 3310 h 10000"/>
                  <a:gd name="connsiteX393" fmla="*/ 846 w 10000"/>
                  <a:gd name="connsiteY393" fmla="*/ 3270 h 10000"/>
                  <a:gd name="connsiteX394" fmla="*/ 777 w 10000"/>
                  <a:gd name="connsiteY394" fmla="*/ 3225 h 10000"/>
                  <a:gd name="connsiteX395" fmla="*/ 718 w 10000"/>
                  <a:gd name="connsiteY395" fmla="*/ 3183 h 10000"/>
                  <a:gd name="connsiteX396" fmla="*/ 664 w 10000"/>
                  <a:gd name="connsiteY396" fmla="*/ 3146 h 10000"/>
                  <a:gd name="connsiteX397" fmla="*/ 621 w 10000"/>
                  <a:gd name="connsiteY397" fmla="*/ 3114 h 10000"/>
                  <a:gd name="connsiteX398" fmla="*/ 584 w 10000"/>
                  <a:gd name="connsiteY398" fmla="*/ 3096 h 10000"/>
                  <a:gd name="connsiteX399" fmla="*/ 477 w 10000"/>
                  <a:gd name="connsiteY399" fmla="*/ 3032 h 10000"/>
                  <a:gd name="connsiteX400" fmla="*/ 386 w 10000"/>
                  <a:gd name="connsiteY400" fmla="*/ 2959 h 10000"/>
                  <a:gd name="connsiteX401" fmla="*/ 311 w 10000"/>
                  <a:gd name="connsiteY401" fmla="*/ 2869 h 10000"/>
                  <a:gd name="connsiteX402" fmla="*/ 257 w 10000"/>
                  <a:gd name="connsiteY402" fmla="*/ 2774 h 10000"/>
                  <a:gd name="connsiteX403" fmla="*/ 214 w 10000"/>
                  <a:gd name="connsiteY403" fmla="*/ 2668 h 10000"/>
                  <a:gd name="connsiteX404" fmla="*/ 198 w 10000"/>
                  <a:gd name="connsiteY404" fmla="*/ 2557 h 10000"/>
                  <a:gd name="connsiteX405" fmla="*/ 198 w 10000"/>
                  <a:gd name="connsiteY405" fmla="*/ 2449 h 10000"/>
                  <a:gd name="connsiteX406" fmla="*/ 225 w 10000"/>
                  <a:gd name="connsiteY406" fmla="*/ 2341 h 10000"/>
                  <a:gd name="connsiteX407" fmla="*/ 241 w 10000"/>
                  <a:gd name="connsiteY407" fmla="*/ 2291 h 10000"/>
                  <a:gd name="connsiteX408" fmla="*/ 236 w 10000"/>
                  <a:gd name="connsiteY408" fmla="*/ 2243 h 10000"/>
                  <a:gd name="connsiteX409" fmla="*/ 236 w 10000"/>
                  <a:gd name="connsiteY409" fmla="*/ 2196 h 10000"/>
                  <a:gd name="connsiteX410" fmla="*/ 236 w 10000"/>
                  <a:gd name="connsiteY410" fmla="*/ 2151 h 10000"/>
                  <a:gd name="connsiteX411" fmla="*/ 246 w 10000"/>
                  <a:gd name="connsiteY411" fmla="*/ 2114 h 10000"/>
                  <a:gd name="connsiteX412" fmla="*/ 193 w 10000"/>
                  <a:gd name="connsiteY412" fmla="*/ 2032 h 10000"/>
                  <a:gd name="connsiteX413" fmla="*/ 129 w 10000"/>
                  <a:gd name="connsiteY413" fmla="*/ 1942 h 10000"/>
                  <a:gd name="connsiteX414" fmla="*/ 75 w 10000"/>
                  <a:gd name="connsiteY414" fmla="*/ 1850 h 10000"/>
                  <a:gd name="connsiteX415" fmla="*/ 27 w 10000"/>
                  <a:gd name="connsiteY415" fmla="*/ 1760 h 10000"/>
                  <a:gd name="connsiteX416" fmla="*/ 0 w 10000"/>
                  <a:gd name="connsiteY416" fmla="*/ 1671 h 10000"/>
                  <a:gd name="connsiteX417" fmla="*/ 107 w 10000"/>
                  <a:gd name="connsiteY417" fmla="*/ 1618 h 10000"/>
                  <a:gd name="connsiteX418" fmla="*/ 257 w 10000"/>
                  <a:gd name="connsiteY418" fmla="*/ 1576 h 10000"/>
                  <a:gd name="connsiteX419" fmla="*/ 412 w 10000"/>
                  <a:gd name="connsiteY419" fmla="*/ 1541 h 10000"/>
                  <a:gd name="connsiteX420" fmla="*/ 595 w 10000"/>
                  <a:gd name="connsiteY420" fmla="*/ 1518 h 10000"/>
                  <a:gd name="connsiteX421" fmla="*/ 777 w 10000"/>
                  <a:gd name="connsiteY421" fmla="*/ 1507 h 10000"/>
                  <a:gd name="connsiteX422" fmla="*/ 825 w 10000"/>
                  <a:gd name="connsiteY422" fmla="*/ 1523 h 10000"/>
                  <a:gd name="connsiteX423" fmla="*/ 878 w 10000"/>
                  <a:gd name="connsiteY423" fmla="*/ 1533 h 10000"/>
                  <a:gd name="connsiteX424" fmla="*/ 937 w 10000"/>
                  <a:gd name="connsiteY424" fmla="*/ 1541 h 10000"/>
                  <a:gd name="connsiteX425" fmla="*/ 991 w 10000"/>
                  <a:gd name="connsiteY425" fmla="*/ 1554 h 10000"/>
                  <a:gd name="connsiteX426" fmla="*/ 1039 w 10000"/>
                  <a:gd name="connsiteY426" fmla="*/ 1576 h 10000"/>
                  <a:gd name="connsiteX427" fmla="*/ 1093 w 10000"/>
                  <a:gd name="connsiteY427" fmla="*/ 1615 h 10000"/>
                  <a:gd name="connsiteX428" fmla="*/ 1130 w 10000"/>
                  <a:gd name="connsiteY428" fmla="*/ 1660 h 10000"/>
                  <a:gd name="connsiteX429" fmla="*/ 1087 w 10000"/>
                  <a:gd name="connsiteY429" fmla="*/ 1694 h 10000"/>
                  <a:gd name="connsiteX430" fmla="*/ 1071 w 10000"/>
                  <a:gd name="connsiteY430" fmla="*/ 1729 h 10000"/>
                  <a:gd name="connsiteX431" fmla="*/ 1087 w 10000"/>
                  <a:gd name="connsiteY431" fmla="*/ 1763 h 10000"/>
                  <a:gd name="connsiteX432" fmla="*/ 1103 w 10000"/>
                  <a:gd name="connsiteY432" fmla="*/ 1797 h 10000"/>
                  <a:gd name="connsiteX433" fmla="*/ 1114 w 10000"/>
                  <a:gd name="connsiteY433" fmla="*/ 1834 h 10000"/>
                  <a:gd name="connsiteX434" fmla="*/ 1109 w 10000"/>
                  <a:gd name="connsiteY434" fmla="*/ 1871 h 10000"/>
                  <a:gd name="connsiteX435" fmla="*/ 1071 w 10000"/>
                  <a:gd name="connsiteY435" fmla="*/ 1913 h 10000"/>
                  <a:gd name="connsiteX436" fmla="*/ 900 w 10000"/>
                  <a:gd name="connsiteY436" fmla="*/ 1948 h 10000"/>
                  <a:gd name="connsiteX437" fmla="*/ 900 w 10000"/>
                  <a:gd name="connsiteY437" fmla="*/ 1985 h 10000"/>
                  <a:gd name="connsiteX438" fmla="*/ 905 w 10000"/>
                  <a:gd name="connsiteY438" fmla="*/ 2022 h 10000"/>
                  <a:gd name="connsiteX439" fmla="*/ 916 w 10000"/>
                  <a:gd name="connsiteY439" fmla="*/ 2064 h 10000"/>
                  <a:gd name="connsiteX440" fmla="*/ 916 w 10000"/>
                  <a:gd name="connsiteY440" fmla="*/ 2103 h 10000"/>
                  <a:gd name="connsiteX441" fmla="*/ 905 w 10000"/>
                  <a:gd name="connsiteY441" fmla="*/ 2143 h 10000"/>
                  <a:gd name="connsiteX442" fmla="*/ 889 w 10000"/>
                  <a:gd name="connsiteY442" fmla="*/ 2175 h 10000"/>
                  <a:gd name="connsiteX443" fmla="*/ 846 w 10000"/>
                  <a:gd name="connsiteY443" fmla="*/ 2201 h 10000"/>
                  <a:gd name="connsiteX444" fmla="*/ 889 w 10000"/>
                  <a:gd name="connsiteY444" fmla="*/ 2241 h 10000"/>
                  <a:gd name="connsiteX445" fmla="*/ 937 w 10000"/>
                  <a:gd name="connsiteY445" fmla="*/ 2278 h 10000"/>
                  <a:gd name="connsiteX446" fmla="*/ 991 w 10000"/>
                  <a:gd name="connsiteY446" fmla="*/ 2312 h 10000"/>
                  <a:gd name="connsiteX447" fmla="*/ 1044 w 10000"/>
                  <a:gd name="connsiteY447" fmla="*/ 2336 h 10000"/>
                  <a:gd name="connsiteX448" fmla="*/ 1093 w 10000"/>
                  <a:gd name="connsiteY448" fmla="*/ 2346 h 10000"/>
                  <a:gd name="connsiteX449" fmla="*/ 1130 w 10000"/>
                  <a:gd name="connsiteY449" fmla="*/ 2320 h 10000"/>
                  <a:gd name="connsiteX450" fmla="*/ 1157 w 10000"/>
                  <a:gd name="connsiteY450" fmla="*/ 2275 h 10000"/>
                  <a:gd name="connsiteX451" fmla="*/ 1194 w 10000"/>
                  <a:gd name="connsiteY451" fmla="*/ 2220 h 10000"/>
                  <a:gd name="connsiteX452" fmla="*/ 1227 w 10000"/>
                  <a:gd name="connsiteY452" fmla="*/ 2156 h 10000"/>
                  <a:gd name="connsiteX453" fmla="*/ 1248 w 10000"/>
                  <a:gd name="connsiteY453" fmla="*/ 2088 h 10000"/>
                  <a:gd name="connsiteX454" fmla="*/ 1275 w 10000"/>
                  <a:gd name="connsiteY454" fmla="*/ 2022 h 10000"/>
                  <a:gd name="connsiteX455" fmla="*/ 1291 w 10000"/>
                  <a:gd name="connsiteY455" fmla="*/ 1961 h 10000"/>
                  <a:gd name="connsiteX456" fmla="*/ 1296 w 10000"/>
                  <a:gd name="connsiteY456" fmla="*/ 1913 h 10000"/>
                  <a:gd name="connsiteX457" fmla="*/ 1291 w 10000"/>
                  <a:gd name="connsiteY457" fmla="*/ 1879 h 10000"/>
                  <a:gd name="connsiteX458" fmla="*/ 1318 w 10000"/>
                  <a:gd name="connsiteY458" fmla="*/ 1876 h 10000"/>
                  <a:gd name="connsiteX459" fmla="*/ 1328 w 10000"/>
                  <a:gd name="connsiteY459" fmla="*/ 1871 h 10000"/>
                  <a:gd name="connsiteX460" fmla="*/ 1344 w 10000"/>
                  <a:gd name="connsiteY460" fmla="*/ 1866 h 10000"/>
                  <a:gd name="connsiteX461" fmla="*/ 1350 w 10000"/>
                  <a:gd name="connsiteY461" fmla="*/ 1861 h 10000"/>
                  <a:gd name="connsiteX462" fmla="*/ 1360 w 10000"/>
                  <a:gd name="connsiteY462" fmla="*/ 1855 h 10000"/>
                  <a:gd name="connsiteX463" fmla="*/ 1366 w 10000"/>
                  <a:gd name="connsiteY463" fmla="*/ 1847 h 10000"/>
                  <a:gd name="connsiteX464" fmla="*/ 1377 w 10000"/>
                  <a:gd name="connsiteY464" fmla="*/ 1834 h 10000"/>
                  <a:gd name="connsiteX465" fmla="*/ 1366 w 10000"/>
                  <a:gd name="connsiteY465" fmla="*/ 1800 h 10000"/>
                  <a:gd name="connsiteX466" fmla="*/ 1377 w 10000"/>
                  <a:gd name="connsiteY466" fmla="*/ 1752 h 10000"/>
                  <a:gd name="connsiteX467" fmla="*/ 1398 w 10000"/>
                  <a:gd name="connsiteY467" fmla="*/ 1702 h 10000"/>
                  <a:gd name="connsiteX468" fmla="*/ 1430 w 10000"/>
                  <a:gd name="connsiteY468" fmla="*/ 1652 h 10000"/>
                  <a:gd name="connsiteX469" fmla="*/ 1462 w 10000"/>
                  <a:gd name="connsiteY469" fmla="*/ 1613 h 10000"/>
                  <a:gd name="connsiteX470" fmla="*/ 1505 w 10000"/>
                  <a:gd name="connsiteY470" fmla="*/ 1581 h 10000"/>
                  <a:gd name="connsiteX471" fmla="*/ 1575 w 10000"/>
                  <a:gd name="connsiteY471" fmla="*/ 1554 h 10000"/>
                  <a:gd name="connsiteX472" fmla="*/ 1666 w 10000"/>
                  <a:gd name="connsiteY472" fmla="*/ 1536 h 10000"/>
                  <a:gd name="connsiteX473" fmla="*/ 1762 w 10000"/>
                  <a:gd name="connsiteY473" fmla="*/ 1528 h 10000"/>
                  <a:gd name="connsiteX474" fmla="*/ 1864 w 10000"/>
                  <a:gd name="connsiteY474" fmla="*/ 1518 h 10000"/>
                  <a:gd name="connsiteX475" fmla="*/ 1971 w 10000"/>
                  <a:gd name="connsiteY475" fmla="*/ 1507 h 10000"/>
                  <a:gd name="connsiteX476" fmla="*/ 2067 w 10000"/>
                  <a:gd name="connsiteY476" fmla="*/ 1486 h 10000"/>
                  <a:gd name="connsiteX477" fmla="*/ 2266 w 10000"/>
                  <a:gd name="connsiteY477" fmla="*/ 1438 h 10000"/>
                  <a:gd name="connsiteX478" fmla="*/ 2480 w 10000"/>
                  <a:gd name="connsiteY478" fmla="*/ 1386 h 10000"/>
                  <a:gd name="connsiteX479" fmla="*/ 2700 w 10000"/>
                  <a:gd name="connsiteY479" fmla="*/ 1333 h 10000"/>
                  <a:gd name="connsiteX480" fmla="*/ 2892 w 10000"/>
                  <a:gd name="connsiteY480" fmla="*/ 1277 h 10000"/>
                  <a:gd name="connsiteX481" fmla="*/ 2855 w 10000"/>
                  <a:gd name="connsiteY481" fmla="*/ 1262 h 10000"/>
                  <a:gd name="connsiteX482" fmla="*/ 2935 w 10000"/>
                  <a:gd name="connsiteY482" fmla="*/ 1246 h 10000"/>
                  <a:gd name="connsiteX483" fmla="*/ 2994 w 10000"/>
                  <a:gd name="connsiteY483" fmla="*/ 1222 h 10000"/>
                  <a:gd name="connsiteX484" fmla="*/ 3053 w 10000"/>
                  <a:gd name="connsiteY484" fmla="*/ 1193 h 10000"/>
                  <a:gd name="connsiteX485" fmla="*/ 3101 w 10000"/>
                  <a:gd name="connsiteY485" fmla="*/ 1161 h 10000"/>
                  <a:gd name="connsiteX486" fmla="*/ 3155 w 10000"/>
                  <a:gd name="connsiteY486" fmla="*/ 1130 h 10000"/>
                  <a:gd name="connsiteX487" fmla="*/ 3208 w 10000"/>
                  <a:gd name="connsiteY487" fmla="*/ 1106 h 10000"/>
                  <a:gd name="connsiteX488" fmla="*/ 3240 w 10000"/>
                  <a:gd name="connsiteY488" fmla="*/ 1164 h 10000"/>
                  <a:gd name="connsiteX489" fmla="*/ 3294 w 10000"/>
                  <a:gd name="connsiteY489" fmla="*/ 1219 h 10000"/>
                  <a:gd name="connsiteX490" fmla="*/ 3364 w 10000"/>
                  <a:gd name="connsiteY490" fmla="*/ 1269 h 10000"/>
                  <a:gd name="connsiteX491" fmla="*/ 3433 w 10000"/>
                  <a:gd name="connsiteY491" fmla="*/ 1320 h 10000"/>
                  <a:gd name="connsiteX492" fmla="*/ 3492 w 10000"/>
                  <a:gd name="connsiteY492" fmla="*/ 1367 h 10000"/>
                  <a:gd name="connsiteX493" fmla="*/ 3610 w 10000"/>
                  <a:gd name="connsiteY493" fmla="*/ 1478 h 10000"/>
                  <a:gd name="connsiteX494" fmla="*/ 3717 w 10000"/>
                  <a:gd name="connsiteY494" fmla="*/ 1599 h 10000"/>
                  <a:gd name="connsiteX495" fmla="*/ 3814 w 10000"/>
                  <a:gd name="connsiteY495" fmla="*/ 1721 h 10000"/>
                  <a:gd name="connsiteX496" fmla="*/ 3937 w 10000"/>
                  <a:gd name="connsiteY496" fmla="*/ 1919 h 10000"/>
                  <a:gd name="connsiteX497" fmla="*/ 4049 w 10000"/>
                  <a:gd name="connsiteY497" fmla="*/ 2125 h 10000"/>
                  <a:gd name="connsiteX498" fmla="*/ 4140 w 10000"/>
                  <a:gd name="connsiteY498" fmla="*/ 2330 h 10000"/>
                  <a:gd name="connsiteX499" fmla="*/ 4221 w 10000"/>
                  <a:gd name="connsiteY499" fmla="*/ 2542 h 10000"/>
                  <a:gd name="connsiteX500" fmla="*/ 4312 w 10000"/>
                  <a:gd name="connsiteY500" fmla="*/ 2761 h 10000"/>
                  <a:gd name="connsiteX501" fmla="*/ 4408 w 10000"/>
                  <a:gd name="connsiteY501" fmla="*/ 2982 h 10000"/>
                  <a:gd name="connsiteX502" fmla="*/ 4472 w 10000"/>
                  <a:gd name="connsiteY502" fmla="*/ 3114 h 10000"/>
                  <a:gd name="connsiteX503" fmla="*/ 4537 w 10000"/>
                  <a:gd name="connsiteY503" fmla="*/ 3249 h 10000"/>
                  <a:gd name="connsiteX504" fmla="*/ 4585 w 10000"/>
                  <a:gd name="connsiteY504" fmla="*/ 3386 h 10000"/>
                  <a:gd name="connsiteX505" fmla="*/ 4628 w 10000"/>
                  <a:gd name="connsiteY505" fmla="*/ 3526 h 10000"/>
                  <a:gd name="connsiteX506" fmla="*/ 4660 w 10000"/>
                  <a:gd name="connsiteY506" fmla="*/ 3676 h 10000"/>
                  <a:gd name="connsiteX507" fmla="*/ 4676 w 10000"/>
                  <a:gd name="connsiteY507" fmla="*/ 3832 h 10000"/>
                  <a:gd name="connsiteX508" fmla="*/ 5083 w 10000"/>
                  <a:gd name="connsiteY508" fmla="*/ 3861 h 10000"/>
                  <a:gd name="connsiteX509" fmla="*/ 5153 w 10000"/>
                  <a:gd name="connsiteY509" fmla="*/ 3851 h 10000"/>
                  <a:gd name="connsiteX510" fmla="*/ 5233 w 10000"/>
                  <a:gd name="connsiteY510" fmla="*/ 3837 h 10000"/>
                  <a:gd name="connsiteX511" fmla="*/ 5319 w 10000"/>
                  <a:gd name="connsiteY511" fmla="*/ 3830 h 10000"/>
                  <a:gd name="connsiteX512" fmla="*/ 5404 w 10000"/>
                  <a:gd name="connsiteY512" fmla="*/ 3827 h 10000"/>
                  <a:gd name="connsiteX513" fmla="*/ 5479 w 10000"/>
                  <a:gd name="connsiteY513" fmla="*/ 3837 h 10000"/>
                  <a:gd name="connsiteX514" fmla="*/ 5554 w 10000"/>
                  <a:gd name="connsiteY514" fmla="*/ 3861 h 10000"/>
                  <a:gd name="connsiteX515" fmla="*/ 5624 w 10000"/>
                  <a:gd name="connsiteY515" fmla="*/ 3840 h 10000"/>
                  <a:gd name="connsiteX516" fmla="*/ 5710 w 10000"/>
                  <a:gd name="connsiteY516" fmla="*/ 3830 h 10000"/>
                  <a:gd name="connsiteX517" fmla="*/ 5790 w 10000"/>
                  <a:gd name="connsiteY517" fmla="*/ 3827 h 10000"/>
                  <a:gd name="connsiteX518" fmla="*/ 5881 w 10000"/>
                  <a:gd name="connsiteY518" fmla="*/ 3819 h 10000"/>
                  <a:gd name="connsiteX519" fmla="*/ 5961 w 10000"/>
                  <a:gd name="connsiteY519" fmla="*/ 3806 h 10000"/>
                  <a:gd name="connsiteX520" fmla="*/ 6149 w 10000"/>
                  <a:gd name="connsiteY520" fmla="*/ 3758 h 10000"/>
                  <a:gd name="connsiteX521" fmla="*/ 6347 w 10000"/>
                  <a:gd name="connsiteY521" fmla="*/ 3703 h 10000"/>
                  <a:gd name="connsiteX522" fmla="*/ 6545 w 10000"/>
                  <a:gd name="connsiteY522" fmla="*/ 3653 h 10000"/>
                  <a:gd name="connsiteX523" fmla="*/ 6535 w 10000"/>
                  <a:gd name="connsiteY523" fmla="*/ 3560 h 10000"/>
                  <a:gd name="connsiteX524" fmla="*/ 6497 w 10000"/>
                  <a:gd name="connsiteY524" fmla="*/ 3471 h 10000"/>
                  <a:gd name="connsiteX525" fmla="*/ 6438 w 10000"/>
                  <a:gd name="connsiteY525" fmla="*/ 3378 h 10000"/>
                  <a:gd name="connsiteX526" fmla="*/ 6358 w 10000"/>
                  <a:gd name="connsiteY526" fmla="*/ 3288 h 10000"/>
                  <a:gd name="connsiteX527" fmla="*/ 6277 w 10000"/>
                  <a:gd name="connsiteY527" fmla="*/ 3204 h 10000"/>
                  <a:gd name="connsiteX528" fmla="*/ 6192 w 10000"/>
                  <a:gd name="connsiteY528" fmla="*/ 3120 h 10000"/>
                  <a:gd name="connsiteX529" fmla="*/ 6122 w 10000"/>
                  <a:gd name="connsiteY529" fmla="*/ 3043 h 10000"/>
                  <a:gd name="connsiteX530" fmla="*/ 5908 w 10000"/>
                  <a:gd name="connsiteY530" fmla="*/ 2784 h 10000"/>
                  <a:gd name="connsiteX531" fmla="*/ 5710 w 10000"/>
                  <a:gd name="connsiteY531" fmla="*/ 2531 h 10000"/>
                  <a:gd name="connsiteX532" fmla="*/ 5522 w 10000"/>
                  <a:gd name="connsiteY532" fmla="*/ 2267 h 10000"/>
                  <a:gd name="connsiteX533" fmla="*/ 5201 w 10000"/>
                  <a:gd name="connsiteY533" fmla="*/ 1705 h 10000"/>
                  <a:gd name="connsiteX534" fmla="*/ 5104 w 10000"/>
                  <a:gd name="connsiteY534" fmla="*/ 1602 h 10000"/>
                  <a:gd name="connsiteX535" fmla="*/ 4992 w 10000"/>
                  <a:gd name="connsiteY535" fmla="*/ 1496 h 10000"/>
                  <a:gd name="connsiteX536" fmla="*/ 4879 w 10000"/>
                  <a:gd name="connsiteY536" fmla="*/ 1394 h 10000"/>
                  <a:gd name="connsiteX537" fmla="*/ 4778 w 10000"/>
                  <a:gd name="connsiteY537" fmla="*/ 1298 h 10000"/>
                  <a:gd name="connsiteX538" fmla="*/ 4692 w 10000"/>
                  <a:gd name="connsiteY538" fmla="*/ 1148 h 10000"/>
                  <a:gd name="connsiteX539" fmla="*/ 4746 w 10000"/>
                  <a:gd name="connsiteY539" fmla="*/ 1130 h 10000"/>
                  <a:gd name="connsiteX540" fmla="*/ 4783 w 10000"/>
                  <a:gd name="connsiteY540" fmla="*/ 1153 h 10000"/>
                  <a:gd name="connsiteX541" fmla="*/ 4847 w 10000"/>
                  <a:gd name="connsiteY541" fmla="*/ 1174 h 10000"/>
                  <a:gd name="connsiteX542" fmla="*/ 4901 w 10000"/>
                  <a:gd name="connsiteY542" fmla="*/ 1193 h 10000"/>
                  <a:gd name="connsiteX543" fmla="*/ 4960 w 10000"/>
                  <a:gd name="connsiteY543" fmla="*/ 1209 h 10000"/>
                  <a:gd name="connsiteX544" fmla="*/ 4938 w 10000"/>
                  <a:gd name="connsiteY544" fmla="*/ 1235 h 10000"/>
                  <a:gd name="connsiteX545" fmla="*/ 5099 w 10000"/>
                  <a:gd name="connsiteY545" fmla="*/ 1288 h 10000"/>
                  <a:gd name="connsiteX546" fmla="*/ 5206 w 10000"/>
                  <a:gd name="connsiteY546" fmla="*/ 1288 h 10000"/>
                  <a:gd name="connsiteX547" fmla="*/ 5345 w 10000"/>
                  <a:gd name="connsiteY547" fmla="*/ 1285 h 10000"/>
                  <a:gd name="connsiteX548" fmla="*/ 5506 w 10000"/>
                  <a:gd name="connsiteY548" fmla="*/ 1280 h 10000"/>
                  <a:gd name="connsiteX549" fmla="*/ 5672 w 10000"/>
                  <a:gd name="connsiteY549" fmla="*/ 1280 h 10000"/>
                  <a:gd name="connsiteX550" fmla="*/ 5838 w 10000"/>
                  <a:gd name="connsiteY550" fmla="*/ 1280 h 10000"/>
                  <a:gd name="connsiteX551" fmla="*/ 5994 w 10000"/>
                  <a:gd name="connsiteY551" fmla="*/ 1280 h 10000"/>
                  <a:gd name="connsiteX552" fmla="*/ 6133 w 10000"/>
                  <a:gd name="connsiteY552" fmla="*/ 1288 h 10000"/>
                  <a:gd name="connsiteX553" fmla="*/ 6240 w 10000"/>
                  <a:gd name="connsiteY553" fmla="*/ 1293 h 10000"/>
                  <a:gd name="connsiteX554" fmla="*/ 6315 w 10000"/>
                  <a:gd name="connsiteY554" fmla="*/ 1304 h 10000"/>
                  <a:gd name="connsiteX555" fmla="*/ 6395 w 10000"/>
                  <a:gd name="connsiteY555" fmla="*/ 1328 h 10000"/>
                  <a:gd name="connsiteX556" fmla="*/ 6443 w 10000"/>
                  <a:gd name="connsiteY556" fmla="*/ 1357 h 10000"/>
                  <a:gd name="connsiteX557" fmla="*/ 6470 w 10000"/>
                  <a:gd name="connsiteY557" fmla="*/ 1380 h 10000"/>
                  <a:gd name="connsiteX558" fmla="*/ 6492 w 10000"/>
                  <a:gd name="connsiteY558" fmla="*/ 1409 h 10000"/>
                  <a:gd name="connsiteX559" fmla="*/ 6518 w 10000"/>
                  <a:gd name="connsiteY559" fmla="*/ 1441 h 10000"/>
                  <a:gd name="connsiteX560" fmla="*/ 6561 w 10000"/>
                  <a:gd name="connsiteY560" fmla="*/ 1478 h 10000"/>
                  <a:gd name="connsiteX561" fmla="*/ 6593 w 10000"/>
                  <a:gd name="connsiteY561" fmla="*/ 1494 h 10000"/>
                  <a:gd name="connsiteX562" fmla="*/ 6636 w 10000"/>
                  <a:gd name="connsiteY562" fmla="*/ 1499 h 10000"/>
                  <a:gd name="connsiteX563" fmla="*/ 6685 w 10000"/>
                  <a:gd name="connsiteY563" fmla="*/ 1502 h 10000"/>
                  <a:gd name="connsiteX564" fmla="*/ 6738 w 10000"/>
                  <a:gd name="connsiteY564" fmla="*/ 1507 h 10000"/>
                  <a:gd name="connsiteX565" fmla="*/ 6792 w 10000"/>
                  <a:gd name="connsiteY565" fmla="*/ 1512 h 10000"/>
                  <a:gd name="connsiteX566" fmla="*/ 6845 w 10000"/>
                  <a:gd name="connsiteY566" fmla="*/ 1565 h 10000"/>
                  <a:gd name="connsiteX567" fmla="*/ 6877 w 10000"/>
                  <a:gd name="connsiteY567" fmla="*/ 1570 h 10000"/>
                  <a:gd name="connsiteX568" fmla="*/ 6947 w 10000"/>
                  <a:gd name="connsiteY568" fmla="*/ 1570 h 10000"/>
                  <a:gd name="connsiteX569" fmla="*/ 7038 w 10000"/>
                  <a:gd name="connsiteY569" fmla="*/ 1576 h 10000"/>
                  <a:gd name="connsiteX570" fmla="*/ 7134 w 10000"/>
                  <a:gd name="connsiteY570" fmla="*/ 1576 h 10000"/>
                  <a:gd name="connsiteX571" fmla="*/ 7225 w 10000"/>
                  <a:gd name="connsiteY571" fmla="*/ 1578 h 10000"/>
                  <a:gd name="connsiteX572" fmla="*/ 7300 w 10000"/>
                  <a:gd name="connsiteY572" fmla="*/ 1581 h 10000"/>
                  <a:gd name="connsiteX573" fmla="*/ 7392 w 10000"/>
                  <a:gd name="connsiteY573" fmla="*/ 1594 h 10000"/>
                  <a:gd name="connsiteX574" fmla="*/ 7504 w 10000"/>
                  <a:gd name="connsiteY574" fmla="*/ 1610 h 10000"/>
                  <a:gd name="connsiteX575" fmla="*/ 7616 w 10000"/>
                  <a:gd name="connsiteY575" fmla="*/ 1623 h 10000"/>
                  <a:gd name="connsiteX576" fmla="*/ 7724 w 10000"/>
                  <a:gd name="connsiteY576" fmla="*/ 1636 h 10000"/>
                  <a:gd name="connsiteX577" fmla="*/ 7815 w 10000"/>
                  <a:gd name="connsiteY577" fmla="*/ 1644 h 10000"/>
                  <a:gd name="connsiteX578" fmla="*/ 7922 w 10000"/>
                  <a:gd name="connsiteY578" fmla="*/ 1647 h 10000"/>
                  <a:gd name="connsiteX579" fmla="*/ 8040 w 10000"/>
                  <a:gd name="connsiteY579" fmla="*/ 1647 h 10000"/>
                  <a:gd name="connsiteX580" fmla="*/ 8163 w 10000"/>
                  <a:gd name="connsiteY580" fmla="*/ 1644 h 10000"/>
                  <a:gd name="connsiteX581" fmla="*/ 8275 w 10000"/>
                  <a:gd name="connsiteY581" fmla="*/ 1644 h 10000"/>
                  <a:gd name="connsiteX582" fmla="*/ 8377 w 10000"/>
                  <a:gd name="connsiteY582" fmla="*/ 1652 h 10000"/>
                  <a:gd name="connsiteX583" fmla="*/ 8404 w 10000"/>
                  <a:gd name="connsiteY583" fmla="*/ 1623 h 10000"/>
                  <a:gd name="connsiteX584" fmla="*/ 8447 w 10000"/>
                  <a:gd name="connsiteY584" fmla="*/ 1602 h 10000"/>
                  <a:gd name="connsiteX585" fmla="*/ 8490 w 10000"/>
                  <a:gd name="connsiteY585" fmla="*/ 1578 h 10000"/>
                  <a:gd name="connsiteX586" fmla="*/ 8516 w 10000"/>
                  <a:gd name="connsiteY586" fmla="*/ 1557 h 10000"/>
                  <a:gd name="connsiteX587" fmla="*/ 8543 w 10000"/>
                  <a:gd name="connsiteY587" fmla="*/ 1528 h 10000"/>
                  <a:gd name="connsiteX588" fmla="*/ 8548 w 10000"/>
                  <a:gd name="connsiteY588" fmla="*/ 1499 h 10000"/>
                  <a:gd name="connsiteX589" fmla="*/ 8543 w 10000"/>
                  <a:gd name="connsiteY589" fmla="*/ 1478 h 10000"/>
                  <a:gd name="connsiteX590" fmla="*/ 8543 w 10000"/>
                  <a:gd name="connsiteY590" fmla="*/ 1454 h 10000"/>
                  <a:gd name="connsiteX591" fmla="*/ 8548 w 10000"/>
                  <a:gd name="connsiteY591" fmla="*/ 1425 h 10000"/>
                  <a:gd name="connsiteX592" fmla="*/ 8570 w 10000"/>
                  <a:gd name="connsiteY592" fmla="*/ 1383 h 10000"/>
                  <a:gd name="connsiteX593" fmla="*/ 8629 w 10000"/>
                  <a:gd name="connsiteY593" fmla="*/ 1320 h 10000"/>
                  <a:gd name="connsiteX594" fmla="*/ 8698 w 10000"/>
                  <a:gd name="connsiteY594" fmla="*/ 1256 h 10000"/>
                  <a:gd name="connsiteX595" fmla="*/ 8747 w 10000"/>
                  <a:gd name="connsiteY595" fmla="*/ 1193 h 10000"/>
                  <a:gd name="connsiteX596" fmla="*/ 8768 w 10000"/>
                  <a:gd name="connsiteY596" fmla="*/ 1148 h 10000"/>
                  <a:gd name="connsiteX597" fmla="*/ 8790 w 10000"/>
                  <a:gd name="connsiteY597" fmla="*/ 1093 h 10000"/>
                  <a:gd name="connsiteX598" fmla="*/ 8800 w 10000"/>
                  <a:gd name="connsiteY598" fmla="*/ 1037 h 10000"/>
                  <a:gd name="connsiteX599" fmla="*/ 8822 w 10000"/>
                  <a:gd name="connsiteY599" fmla="*/ 984 h 10000"/>
                  <a:gd name="connsiteX600" fmla="*/ 8843 w 10000"/>
                  <a:gd name="connsiteY600" fmla="*/ 937 h 10000"/>
                  <a:gd name="connsiteX601" fmla="*/ 8870 w 10000"/>
                  <a:gd name="connsiteY601" fmla="*/ 897 h 10000"/>
                  <a:gd name="connsiteX602" fmla="*/ 8913 w 10000"/>
                  <a:gd name="connsiteY602" fmla="*/ 868 h 10000"/>
                  <a:gd name="connsiteX603" fmla="*/ 8961 w 10000"/>
                  <a:gd name="connsiteY603" fmla="*/ 837 h 10000"/>
                  <a:gd name="connsiteX604" fmla="*/ 8993 w 10000"/>
                  <a:gd name="connsiteY604" fmla="*/ 802 h 10000"/>
                  <a:gd name="connsiteX605" fmla="*/ 9014 w 10000"/>
                  <a:gd name="connsiteY605" fmla="*/ 757 h 10000"/>
                  <a:gd name="connsiteX606" fmla="*/ 9014 w 10000"/>
                  <a:gd name="connsiteY606" fmla="*/ 723 h 10000"/>
                  <a:gd name="connsiteX607" fmla="*/ 9014 w 10000"/>
                  <a:gd name="connsiteY607" fmla="*/ 694 h 10000"/>
                  <a:gd name="connsiteX608" fmla="*/ 9009 w 10000"/>
                  <a:gd name="connsiteY608" fmla="*/ 662 h 10000"/>
                  <a:gd name="connsiteX609" fmla="*/ 9004 w 10000"/>
                  <a:gd name="connsiteY609" fmla="*/ 631 h 10000"/>
                  <a:gd name="connsiteX610" fmla="*/ 9014 w 10000"/>
                  <a:gd name="connsiteY610" fmla="*/ 594 h 10000"/>
                  <a:gd name="connsiteX611" fmla="*/ 8886 w 10000"/>
                  <a:gd name="connsiteY611" fmla="*/ 538 h 10000"/>
                  <a:gd name="connsiteX612" fmla="*/ 8757 w 10000"/>
                  <a:gd name="connsiteY612" fmla="*/ 478 h 10000"/>
                  <a:gd name="connsiteX613" fmla="*/ 8650 w 10000"/>
                  <a:gd name="connsiteY613" fmla="*/ 412 h 10000"/>
                  <a:gd name="connsiteX614" fmla="*/ 8559 w 10000"/>
                  <a:gd name="connsiteY614" fmla="*/ 338 h 10000"/>
                  <a:gd name="connsiteX615" fmla="*/ 8484 w 10000"/>
                  <a:gd name="connsiteY615" fmla="*/ 253 h 10000"/>
                  <a:gd name="connsiteX616" fmla="*/ 8399 w 10000"/>
                  <a:gd name="connsiteY616" fmla="*/ 116 h 10000"/>
                  <a:gd name="connsiteX617" fmla="*/ 8468 w 10000"/>
                  <a:gd name="connsiteY617" fmla="*/ 92 h 10000"/>
                  <a:gd name="connsiteX618" fmla="*/ 8548 w 10000"/>
                  <a:gd name="connsiteY618" fmla="*/ 82 h 10000"/>
                  <a:gd name="connsiteX619" fmla="*/ 8640 w 10000"/>
                  <a:gd name="connsiteY619" fmla="*/ 61 h 10000"/>
                  <a:gd name="connsiteX620" fmla="*/ 8698 w 10000"/>
                  <a:gd name="connsiteY620" fmla="*/ 3 h 10000"/>
                  <a:gd name="connsiteX621" fmla="*/ 8779 w 10000"/>
                  <a:gd name="connsiteY621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</a:cxnLst>
                <a:rect l="l" t="t" r="r" b="b"/>
                <a:pathLst>
                  <a:path w="10000" h="10000">
                    <a:moveTo>
                      <a:pt x="8779" y="0"/>
                    </a:moveTo>
                    <a:lnTo>
                      <a:pt x="8875" y="0"/>
                    </a:lnTo>
                    <a:lnTo>
                      <a:pt x="8993" y="3"/>
                    </a:lnTo>
                    <a:lnTo>
                      <a:pt x="9111" y="11"/>
                    </a:lnTo>
                    <a:lnTo>
                      <a:pt x="9239" y="24"/>
                    </a:lnTo>
                    <a:lnTo>
                      <a:pt x="9347" y="37"/>
                    </a:lnTo>
                    <a:lnTo>
                      <a:pt x="9448" y="58"/>
                    </a:lnTo>
                    <a:lnTo>
                      <a:pt x="9513" y="79"/>
                    </a:lnTo>
                    <a:lnTo>
                      <a:pt x="9555" y="106"/>
                    </a:lnTo>
                    <a:cubicBezTo>
                      <a:pt x="9561" y="111"/>
                      <a:pt x="9566" y="116"/>
                      <a:pt x="9572" y="121"/>
                    </a:cubicBezTo>
                    <a:cubicBezTo>
                      <a:pt x="9574" y="133"/>
                      <a:pt x="9575" y="144"/>
                      <a:pt x="9577" y="156"/>
                    </a:cubicBezTo>
                    <a:cubicBezTo>
                      <a:pt x="9582" y="171"/>
                      <a:pt x="9588" y="186"/>
                      <a:pt x="9593" y="201"/>
                    </a:cubicBezTo>
                    <a:cubicBezTo>
                      <a:pt x="9597" y="217"/>
                      <a:pt x="9600" y="232"/>
                      <a:pt x="9604" y="248"/>
                    </a:cubicBezTo>
                    <a:cubicBezTo>
                      <a:pt x="9609" y="267"/>
                      <a:pt x="9615" y="285"/>
                      <a:pt x="9620" y="304"/>
                    </a:cubicBezTo>
                    <a:cubicBezTo>
                      <a:pt x="9622" y="320"/>
                      <a:pt x="9623" y="335"/>
                      <a:pt x="9625" y="351"/>
                    </a:cubicBezTo>
                    <a:cubicBezTo>
                      <a:pt x="9629" y="366"/>
                      <a:pt x="9632" y="381"/>
                      <a:pt x="9636" y="396"/>
                    </a:cubicBezTo>
                    <a:lnTo>
                      <a:pt x="9636" y="428"/>
                    </a:lnTo>
                    <a:cubicBezTo>
                      <a:pt x="9623" y="452"/>
                      <a:pt x="9611" y="475"/>
                      <a:pt x="9598" y="499"/>
                    </a:cubicBezTo>
                    <a:cubicBezTo>
                      <a:pt x="9603" y="510"/>
                      <a:pt x="9609" y="522"/>
                      <a:pt x="9614" y="533"/>
                    </a:cubicBezTo>
                    <a:cubicBezTo>
                      <a:pt x="9621" y="549"/>
                      <a:pt x="9629" y="565"/>
                      <a:pt x="9636" y="581"/>
                    </a:cubicBezTo>
                    <a:cubicBezTo>
                      <a:pt x="9645" y="597"/>
                      <a:pt x="9654" y="612"/>
                      <a:pt x="9663" y="628"/>
                    </a:cubicBezTo>
                    <a:lnTo>
                      <a:pt x="9684" y="670"/>
                    </a:lnTo>
                    <a:cubicBezTo>
                      <a:pt x="9688" y="686"/>
                      <a:pt x="9691" y="702"/>
                      <a:pt x="9695" y="718"/>
                    </a:cubicBezTo>
                    <a:lnTo>
                      <a:pt x="9695" y="768"/>
                    </a:lnTo>
                    <a:lnTo>
                      <a:pt x="9689" y="816"/>
                    </a:lnTo>
                    <a:cubicBezTo>
                      <a:pt x="9687" y="831"/>
                      <a:pt x="9686" y="845"/>
                      <a:pt x="9684" y="860"/>
                    </a:cubicBezTo>
                    <a:lnTo>
                      <a:pt x="9684" y="903"/>
                    </a:lnTo>
                    <a:cubicBezTo>
                      <a:pt x="9689" y="913"/>
                      <a:pt x="9695" y="922"/>
                      <a:pt x="9700" y="932"/>
                    </a:cubicBezTo>
                    <a:cubicBezTo>
                      <a:pt x="9713" y="940"/>
                      <a:pt x="9725" y="947"/>
                      <a:pt x="9738" y="955"/>
                    </a:cubicBezTo>
                    <a:lnTo>
                      <a:pt x="9786" y="979"/>
                    </a:lnTo>
                    <a:lnTo>
                      <a:pt x="9839" y="1000"/>
                    </a:lnTo>
                    <a:cubicBezTo>
                      <a:pt x="9855" y="1006"/>
                      <a:pt x="9872" y="1013"/>
                      <a:pt x="9888" y="1019"/>
                    </a:cubicBezTo>
                    <a:lnTo>
                      <a:pt x="9936" y="1037"/>
                    </a:lnTo>
                    <a:cubicBezTo>
                      <a:pt x="9950" y="1047"/>
                      <a:pt x="9965" y="1056"/>
                      <a:pt x="9979" y="1066"/>
                    </a:cubicBezTo>
                    <a:cubicBezTo>
                      <a:pt x="9986" y="1079"/>
                      <a:pt x="9993" y="1093"/>
                      <a:pt x="10000" y="1106"/>
                    </a:cubicBezTo>
                    <a:lnTo>
                      <a:pt x="9898" y="1198"/>
                    </a:lnTo>
                    <a:cubicBezTo>
                      <a:pt x="9871" y="1232"/>
                      <a:pt x="9845" y="1267"/>
                      <a:pt x="9818" y="1301"/>
                    </a:cubicBezTo>
                    <a:cubicBezTo>
                      <a:pt x="9797" y="1336"/>
                      <a:pt x="9775" y="1372"/>
                      <a:pt x="9754" y="1407"/>
                    </a:cubicBezTo>
                    <a:cubicBezTo>
                      <a:pt x="9732" y="1444"/>
                      <a:pt x="9711" y="1481"/>
                      <a:pt x="9689" y="1518"/>
                    </a:cubicBezTo>
                    <a:lnTo>
                      <a:pt x="9620" y="1626"/>
                    </a:lnTo>
                    <a:lnTo>
                      <a:pt x="9545" y="1731"/>
                    </a:lnTo>
                    <a:cubicBezTo>
                      <a:pt x="9532" y="1750"/>
                      <a:pt x="9520" y="1768"/>
                      <a:pt x="9507" y="1787"/>
                    </a:cubicBezTo>
                    <a:cubicBezTo>
                      <a:pt x="9496" y="1807"/>
                      <a:pt x="9486" y="1827"/>
                      <a:pt x="9475" y="1847"/>
                    </a:cubicBezTo>
                    <a:cubicBezTo>
                      <a:pt x="9468" y="1867"/>
                      <a:pt x="9461" y="1888"/>
                      <a:pt x="9454" y="1908"/>
                    </a:cubicBezTo>
                    <a:cubicBezTo>
                      <a:pt x="9441" y="1930"/>
                      <a:pt x="9429" y="1952"/>
                      <a:pt x="9416" y="1974"/>
                    </a:cubicBezTo>
                    <a:cubicBezTo>
                      <a:pt x="9404" y="1994"/>
                      <a:pt x="9391" y="2015"/>
                      <a:pt x="9379" y="2035"/>
                    </a:cubicBezTo>
                    <a:lnTo>
                      <a:pt x="9314" y="2088"/>
                    </a:lnTo>
                    <a:cubicBezTo>
                      <a:pt x="9289" y="2099"/>
                      <a:pt x="9264" y="2111"/>
                      <a:pt x="9239" y="2122"/>
                    </a:cubicBezTo>
                    <a:lnTo>
                      <a:pt x="9143" y="2146"/>
                    </a:lnTo>
                    <a:cubicBezTo>
                      <a:pt x="9107" y="2151"/>
                      <a:pt x="9072" y="2157"/>
                      <a:pt x="9036" y="2162"/>
                    </a:cubicBezTo>
                    <a:lnTo>
                      <a:pt x="8918" y="2175"/>
                    </a:lnTo>
                    <a:lnTo>
                      <a:pt x="8795" y="2185"/>
                    </a:lnTo>
                    <a:lnTo>
                      <a:pt x="8677" y="2201"/>
                    </a:lnTo>
                    <a:lnTo>
                      <a:pt x="8468" y="2220"/>
                    </a:lnTo>
                    <a:lnTo>
                      <a:pt x="8232" y="2241"/>
                    </a:lnTo>
                    <a:lnTo>
                      <a:pt x="7975" y="2251"/>
                    </a:lnTo>
                    <a:lnTo>
                      <a:pt x="7702" y="2262"/>
                    </a:lnTo>
                    <a:lnTo>
                      <a:pt x="7429" y="2264"/>
                    </a:lnTo>
                    <a:lnTo>
                      <a:pt x="7145" y="2267"/>
                    </a:lnTo>
                    <a:lnTo>
                      <a:pt x="6861" y="2267"/>
                    </a:lnTo>
                    <a:cubicBezTo>
                      <a:pt x="6863" y="2328"/>
                      <a:pt x="6865" y="2388"/>
                      <a:pt x="6867" y="2449"/>
                    </a:cubicBezTo>
                    <a:cubicBezTo>
                      <a:pt x="6876" y="2512"/>
                      <a:pt x="6884" y="2574"/>
                      <a:pt x="6893" y="2637"/>
                    </a:cubicBezTo>
                    <a:cubicBezTo>
                      <a:pt x="6907" y="2698"/>
                      <a:pt x="6922" y="2760"/>
                      <a:pt x="6936" y="2821"/>
                    </a:cubicBezTo>
                    <a:cubicBezTo>
                      <a:pt x="6954" y="2879"/>
                      <a:pt x="6972" y="2938"/>
                      <a:pt x="6990" y="2996"/>
                    </a:cubicBezTo>
                    <a:cubicBezTo>
                      <a:pt x="7013" y="3050"/>
                      <a:pt x="7036" y="3105"/>
                      <a:pt x="7059" y="3159"/>
                    </a:cubicBezTo>
                    <a:cubicBezTo>
                      <a:pt x="7082" y="3207"/>
                      <a:pt x="7106" y="3256"/>
                      <a:pt x="7129" y="3304"/>
                    </a:cubicBezTo>
                    <a:cubicBezTo>
                      <a:pt x="7145" y="3344"/>
                      <a:pt x="7161" y="3383"/>
                      <a:pt x="7177" y="3423"/>
                    </a:cubicBezTo>
                    <a:lnTo>
                      <a:pt x="7225" y="3537"/>
                    </a:lnTo>
                    <a:cubicBezTo>
                      <a:pt x="7238" y="3576"/>
                      <a:pt x="7250" y="3614"/>
                      <a:pt x="7263" y="3653"/>
                    </a:cubicBezTo>
                    <a:cubicBezTo>
                      <a:pt x="7279" y="3692"/>
                      <a:pt x="7295" y="3730"/>
                      <a:pt x="7311" y="3769"/>
                    </a:cubicBezTo>
                    <a:cubicBezTo>
                      <a:pt x="7331" y="3808"/>
                      <a:pt x="7350" y="3846"/>
                      <a:pt x="7370" y="3885"/>
                    </a:cubicBezTo>
                    <a:lnTo>
                      <a:pt x="7450" y="3980"/>
                    </a:lnTo>
                    <a:cubicBezTo>
                      <a:pt x="7477" y="4012"/>
                      <a:pt x="7504" y="4043"/>
                      <a:pt x="7531" y="4075"/>
                    </a:cubicBezTo>
                    <a:cubicBezTo>
                      <a:pt x="7561" y="4107"/>
                      <a:pt x="7592" y="4138"/>
                      <a:pt x="7622" y="4170"/>
                    </a:cubicBezTo>
                    <a:lnTo>
                      <a:pt x="7702" y="4262"/>
                    </a:lnTo>
                    <a:cubicBezTo>
                      <a:pt x="7723" y="4293"/>
                      <a:pt x="7745" y="4324"/>
                      <a:pt x="7766" y="4355"/>
                    </a:cubicBezTo>
                    <a:cubicBezTo>
                      <a:pt x="7775" y="4386"/>
                      <a:pt x="7784" y="4416"/>
                      <a:pt x="7793" y="4447"/>
                    </a:cubicBezTo>
                    <a:cubicBezTo>
                      <a:pt x="7777" y="4457"/>
                      <a:pt x="7761" y="4466"/>
                      <a:pt x="7745" y="4476"/>
                    </a:cubicBezTo>
                    <a:lnTo>
                      <a:pt x="7697" y="4503"/>
                    </a:lnTo>
                    <a:cubicBezTo>
                      <a:pt x="7681" y="4513"/>
                      <a:pt x="7665" y="4524"/>
                      <a:pt x="7649" y="4534"/>
                    </a:cubicBezTo>
                    <a:cubicBezTo>
                      <a:pt x="7635" y="4542"/>
                      <a:pt x="7620" y="4550"/>
                      <a:pt x="7606" y="4558"/>
                    </a:cubicBezTo>
                    <a:cubicBezTo>
                      <a:pt x="7593" y="4562"/>
                      <a:pt x="7581" y="4567"/>
                      <a:pt x="7568" y="4571"/>
                    </a:cubicBezTo>
                    <a:cubicBezTo>
                      <a:pt x="7541" y="4575"/>
                      <a:pt x="7515" y="4578"/>
                      <a:pt x="7488" y="4582"/>
                    </a:cubicBezTo>
                    <a:lnTo>
                      <a:pt x="7413" y="4603"/>
                    </a:lnTo>
                    <a:cubicBezTo>
                      <a:pt x="7383" y="4612"/>
                      <a:pt x="7352" y="4620"/>
                      <a:pt x="7322" y="4629"/>
                    </a:cubicBezTo>
                    <a:cubicBezTo>
                      <a:pt x="7295" y="4640"/>
                      <a:pt x="7269" y="4652"/>
                      <a:pt x="7242" y="4663"/>
                    </a:cubicBezTo>
                    <a:cubicBezTo>
                      <a:pt x="7219" y="4675"/>
                      <a:pt x="7195" y="4686"/>
                      <a:pt x="7172" y="4698"/>
                    </a:cubicBezTo>
                    <a:cubicBezTo>
                      <a:pt x="7151" y="4708"/>
                      <a:pt x="7129" y="4717"/>
                      <a:pt x="7108" y="4727"/>
                    </a:cubicBezTo>
                    <a:cubicBezTo>
                      <a:pt x="7090" y="4724"/>
                      <a:pt x="7072" y="4722"/>
                      <a:pt x="7054" y="4719"/>
                    </a:cubicBezTo>
                    <a:cubicBezTo>
                      <a:pt x="7042" y="4623"/>
                      <a:pt x="7029" y="4527"/>
                      <a:pt x="7017" y="4431"/>
                    </a:cubicBezTo>
                    <a:lnTo>
                      <a:pt x="6947" y="4431"/>
                    </a:lnTo>
                    <a:lnTo>
                      <a:pt x="6893" y="4434"/>
                    </a:lnTo>
                    <a:lnTo>
                      <a:pt x="6840" y="4434"/>
                    </a:lnTo>
                    <a:lnTo>
                      <a:pt x="6770" y="4437"/>
                    </a:lnTo>
                    <a:lnTo>
                      <a:pt x="6663" y="4442"/>
                    </a:lnTo>
                    <a:cubicBezTo>
                      <a:pt x="6659" y="4490"/>
                      <a:pt x="6656" y="4539"/>
                      <a:pt x="6652" y="4587"/>
                    </a:cubicBezTo>
                    <a:cubicBezTo>
                      <a:pt x="6649" y="4637"/>
                      <a:pt x="6645" y="4687"/>
                      <a:pt x="6642" y="4737"/>
                    </a:cubicBezTo>
                    <a:cubicBezTo>
                      <a:pt x="6640" y="4786"/>
                      <a:pt x="6638" y="4836"/>
                      <a:pt x="6636" y="4885"/>
                    </a:cubicBezTo>
                    <a:cubicBezTo>
                      <a:pt x="6629" y="4934"/>
                      <a:pt x="6622" y="4984"/>
                      <a:pt x="6615" y="5033"/>
                    </a:cubicBezTo>
                    <a:cubicBezTo>
                      <a:pt x="6601" y="5069"/>
                      <a:pt x="6586" y="5105"/>
                      <a:pt x="6572" y="5141"/>
                    </a:cubicBezTo>
                    <a:lnTo>
                      <a:pt x="6524" y="5252"/>
                    </a:lnTo>
                    <a:cubicBezTo>
                      <a:pt x="6508" y="5285"/>
                      <a:pt x="6492" y="5319"/>
                      <a:pt x="6476" y="5352"/>
                    </a:cubicBezTo>
                    <a:cubicBezTo>
                      <a:pt x="6467" y="5386"/>
                      <a:pt x="6458" y="5421"/>
                      <a:pt x="6449" y="5455"/>
                    </a:cubicBezTo>
                    <a:cubicBezTo>
                      <a:pt x="6451" y="5487"/>
                      <a:pt x="6452" y="5518"/>
                      <a:pt x="6454" y="5550"/>
                    </a:cubicBezTo>
                    <a:cubicBezTo>
                      <a:pt x="6450" y="5552"/>
                      <a:pt x="6447" y="5554"/>
                      <a:pt x="6443" y="5556"/>
                    </a:cubicBezTo>
                    <a:lnTo>
                      <a:pt x="6427" y="5556"/>
                    </a:lnTo>
                    <a:lnTo>
                      <a:pt x="6427" y="5556"/>
                    </a:lnTo>
                    <a:cubicBezTo>
                      <a:pt x="6425" y="5557"/>
                      <a:pt x="6424" y="5557"/>
                      <a:pt x="6422" y="5558"/>
                    </a:cubicBezTo>
                    <a:lnTo>
                      <a:pt x="6422" y="5566"/>
                    </a:lnTo>
                    <a:lnTo>
                      <a:pt x="6422" y="5571"/>
                    </a:lnTo>
                    <a:lnTo>
                      <a:pt x="6422" y="5582"/>
                    </a:lnTo>
                    <a:lnTo>
                      <a:pt x="6422" y="5595"/>
                    </a:lnTo>
                    <a:lnTo>
                      <a:pt x="6347" y="5682"/>
                    </a:lnTo>
                    <a:cubicBezTo>
                      <a:pt x="6327" y="5713"/>
                      <a:pt x="6308" y="5744"/>
                      <a:pt x="6288" y="5775"/>
                    </a:cubicBezTo>
                    <a:cubicBezTo>
                      <a:pt x="6279" y="5807"/>
                      <a:pt x="6270" y="5840"/>
                      <a:pt x="6261" y="5872"/>
                    </a:cubicBezTo>
                    <a:cubicBezTo>
                      <a:pt x="6258" y="5907"/>
                      <a:pt x="6254" y="5943"/>
                      <a:pt x="6251" y="5978"/>
                    </a:cubicBezTo>
                    <a:cubicBezTo>
                      <a:pt x="6246" y="6013"/>
                      <a:pt x="6240" y="6048"/>
                      <a:pt x="6235" y="6083"/>
                    </a:cubicBezTo>
                    <a:lnTo>
                      <a:pt x="6229" y="6194"/>
                    </a:lnTo>
                    <a:lnTo>
                      <a:pt x="6208" y="6302"/>
                    </a:lnTo>
                    <a:cubicBezTo>
                      <a:pt x="6195" y="6339"/>
                      <a:pt x="6183" y="6376"/>
                      <a:pt x="6170" y="6413"/>
                    </a:cubicBezTo>
                    <a:lnTo>
                      <a:pt x="5978" y="7213"/>
                    </a:lnTo>
                    <a:lnTo>
                      <a:pt x="5951" y="7300"/>
                    </a:lnTo>
                    <a:cubicBezTo>
                      <a:pt x="5946" y="7333"/>
                      <a:pt x="5940" y="7365"/>
                      <a:pt x="5935" y="7398"/>
                    </a:cubicBezTo>
                    <a:cubicBezTo>
                      <a:pt x="5933" y="7428"/>
                      <a:pt x="5931" y="7457"/>
                      <a:pt x="5929" y="7487"/>
                    </a:cubicBezTo>
                    <a:lnTo>
                      <a:pt x="5929" y="7585"/>
                    </a:lnTo>
                    <a:lnTo>
                      <a:pt x="5929" y="7672"/>
                    </a:lnTo>
                    <a:cubicBezTo>
                      <a:pt x="5924" y="7699"/>
                      <a:pt x="5918" y="7727"/>
                      <a:pt x="5913" y="7754"/>
                    </a:cubicBezTo>
                    <a:cubicBezTo>
                      <a:pt x="5908" y="7780"/>
                      <a:pt x="5902" y="7805"/>
                      <a:pt x="5897" y="7831"/>
                    </a:cubicBezTo>
                    <a:cubicBezTo>
                      <a:pt x="5886" y="7859"/>
                      <a:pt x="5876" y="7887"/>
                      <a:pt x="5865" y="7915"/>
                    </a:cubicBezTo>
                    <a:lnTo>
                      <a:pt x="5865" y="7997"/>
                    </a:lnTo>
                    <a:cubicBezTo>
                      <a:pt x="5872" y="8022"/>
                      <a:pt x="5879" y="8048"/>
                      <a:pt x="5886" y="8073"/>
                    </a:cubicBezTo>
                    <a:cubicBezTo>
                      <a:pt x="5899" y="8098"/>
                      <a:pt x="5911" y="8122"/>
                      <a:pt x="5924" y="8147"/>
                    </a:cubicBezTo>
                    <a:lnTo>
                      <a:pt x="5972" y="8216"/>
                    </a:lnTo>
                    <a:lnTo>
                      <a:pt x="6020" y="8282"/>
                    </a:lnTo>
                    <a:lnTo>
                      <a:pt x="6069" y="8343"/>
                    </a:lnTo>
                    <a:cubicBezTo>
                      <a:pt x="6092" y="8412"/>
                      <a:pt x="6115" y="8482"/>
                      <a:pt x="6138" y="8551"/>
                    </a:cubicBezTo>
                    <a:lnTo>
                      <a:pt x="6111" y="8572"/>
                    </a:lnTo>
                    <a:cubicBezTo>
                      <a:pt x="6097" y="8576"/>
                      <a:pt x="6083" y="8581"/>
                      <a:pt x="6069" y="8585"/>
                    </a:cubicBezTo>
                    <a:cubicBezTo>
                      <a:pt x="6056" y="8590"/>
                      <a:pt x="6044" y="8594"/>
                      <a:pt x="6031" y="8599"/>
                    </a:cubicBezTo>
                    <a:cubicBezTo>
                      <a:pt x="6020" y="8606"/>
                      <a:pt x="6010" y="8613"/>
                      <a:pt x="5999" y="8620"/>
                    </a:cubicBezTo>
                    <a:cubicBezTo>
                      <a:pt x="6022" y="8623"/>
                      <a:pt x="6046" y="8627"/>
                      <a:pt x="6069" y="8630"/>
                    </a:cubicBezTo>
                    <a:cubicBezTo>
                      <a:pt x="6085" y="8634"/>
                      <a:pt x="6101" y="8639"/>
                      <a:pt x="6117" y="8643"/>
                    </a:cubicBezTo>
                    <a:cubicBezTo>
                      <a:pt x="6131" y="8652"/>
                      <a:pt x="6146" y="8661"/>
                      <a:pt x="6160" y="8670"/>
                    </a:cubicBezTo>
                    <a:cubicBezTo>
                      <a:pt x="6153" y="8687"/>
                      <a:pt x="6145" y="8703"/>
                      <a:pt x="6138" y="8720"/>
                    </a:cubicBezTo>
                    <a:cubicBezTo>
                      <a:pt x="6140" y="8737"/>
                      <a:pt x="6142" y="8753"/>
                      <a:pt x="6144" y="8770"/>
                    </a:cubicBezTo>
                    <a:cubicBezTo>
                      <a:pt x="6156" y="8789"/>
                      <a:pt x="6169" y="8807"/>
                      <a:pt x="6181" y="8826"/>
                    </a:cubicBezTo>
                    <a:cubicBezTo>
                      <a:pt x="6199" y="8842"/>
                      <a:pt x="6217" y="8857"/>
                      <a:pt x="6235" y="8873"/>
                    </a:cubicBezTo>
                    <a:cubicBezTo>
                      <a:pt x="6253" y="8888"/>
                      <a:pt x="6270" y="8903"/>
                      <a:pt x="6288" y="8918"/>
                    </a:cubicBezTo>
                    <a:lnTo>
                      <a:pt x="6352" y="8952"/>
                    </a:lnTo>
                    <a:lnTo>
                      <a:pt x="6465" y="9005"/>
                    </a:lnTo>
                    <a:lnTo>
                      <a:pt x="6583" y="9063"/>
                    </a:lnTo>
                    <a:lnTo>
                      <a:pt x="6706" y="9116"/>
                    </a:lnTo>
                    <a:lnTo>
                      <a:pt x="6781" y="9140"/>
                    </a:lnTo>
                    <a:lnTo>
                      <a:pt x="6867" y="9161"/>
                    </a:lnTo>
                    <a:lnTo>
                      <a:pt x="6958" y="9179"/>
                    </a:lnTo>
                    <a:lnTo>
                      <a:pt x="7043" y="9200"/>
                    </a:lnTo>
                    <a:lnTo>
                      <a:pt x="7134" y="9224"/>
                    </a:lnTo>
                    <a:lnTo>
                      <a:pt x="7220" y="9248"/>
                    </a:lnTo>
                    <a:lnTo>
                      <a:pt x="7290" y="9279"/>
                    </a:lnTo>
                    <a:lnTo>
                      <a:pt x="7343" y="9314"/>
                    </a:lnTo>
                    <a:cubicBezTo>
                      <a:pt x="7357" y="9329"/>
                      <a:pt x="7372" y="9344"/>
                      <a:pt x="7386" y="9359"/>
                    </a:cubicBezTo>
                    <a:cubicBezTo>
                      <a:pt x="7393" y="9376"/>
                      <a:pt x="7401" y="9392"/>
                      <a:pt x="7408" y="9409"/>
                    </a:cubicBezTo>
                    <a:lnTo>
                      <a:pt x="7381" y="9433"/>
                    </a:lnTo>
                    <a:cubicBezTo>
                      <a:pt x="7374" y="9443"/>
                      <a:pt x="7366" y="9454"/>
                      <a:pt x="7359" y="9464"/>
                    </a:cubicBezTo>
                    <a:lnTo>
                      <a:pt x="7333" y="9493"/>
                    </a:lnTo>
                    <a:cubicBezTo>
                      <a:pt x="7317" y="9503"/>
                      <a:pt x="7300" y="9512"/>
                      <a:pt x="7284" y="9522"/>
                    </a:cubicBezTo>
                    <a:lnTo>
                      <a:pt x="7193" y="9546"/>
                    </a:lnTo>
                    <a:lnTo>
                      <a:pt x="7081" y="9559"/>
                    </a:lnTo>
                    <a:lnTo>
                      <a:pt x="6958" y="9562"/>
                    </a:lnTo>
                    <a:lnTo>
                      <a:pt x="6824" y="9559"/>
                    </a:lnTo>
                    <a:lnTo>
                      <a:pt x="6690" y="9551"/>
                    </a:lnTo>
                    <a:lnTo>
                      <a:pt x="6567" y="9546"/>
                    </a:lnTo>
                    <a:lnTo>
                      <a:pt x="6454" y="9538"/>
                    </a:lnTo>
                    <a:lnTo>
                      <a:pt x="6261" y="9525"/>
                    </a:lnTo>
                    <a:lnTo>
                      <a:pt x="6074" y="9493"/>
                    </a:lnTo>
                    <a:lnTo>
                      <a:pt x="5903" y="9454"/>
                    </a:lnTo>
                    <a:lnTo>
                      <a:pt x="5726" y="9401"/>
                    </a:lnTo>
                    <a:lnTo>
                      <a:pt x="5560" y="9351"/>
                    </a:lnTo>
                    <a:lnTo>
                      <a:pt x="5404" y="9295"/>
                    </a:lnTo>
                    <a:lnTo>
                      <a:pt x="5244" y="9245"/>
                    </a:lnTo>
                    <a:lnTo>
                      <a:pt x="5083" y="9250"/>
                    </a:lnTo>
                    <a:cubicBezTo>
                      <a:pt x="5062" y="9248"/>
                      <a:pt x="5040" y="9247"/>
                      <a:pt x="5019" y="9245"/>
                    </a:cubicBezTo>
                    <a:lnTo>
                      <a:pt x="4944" y="9227"/>
                    </a:lnTo>
                    <a:lnTo>
                      <a:pt x="4853" y="9211"/>
                    </a:lnTo>
                    <a:lnTo>
                      <a:pt x="4762" y="9187"/>
                    </a:lnTo>
                    <a:lnTo>
                      <a:pt x="4681" y="9163"/>
                    </a:lnTo>
                    <a:cubicBezTo>
                      <a:pt x="4660" y="9153"/>
                      <a:pt x="4638" y="9144"/>
                      <a:pt x="4617" y="9134"/>
                    </a:cubicBezTo>
                    <a:lnTo>
                      <a:pt x="4585" y="9105"/>
                    </a:lnTo>
                    <a:cubicBezTo>
                      <a:pt x="4581" y="9090"/>
                      <a:pt x="4578" y="9075"/>
                      <a:pt x="4574" y="9060"/>
                    </a:cubicBezTo>
                    <a:cubicBezTo>
                      <a:pt x="4578" y="9042"/>
                      <a:pt x="4581" y="9023"/>
                      <a:pt x="4585" y="9005"/>
                    </a:cubicBezTo>
                    <a:cubicBezTo>
                      <a:pt x="4592" y="8986"/>
                      <a:pt x="4599" y="8966"/>
                      <a:pt x="4606" y="8947"/>
                    </a:cubicBezTo>
                    <a:cubicBezTo>
                      <a:pt x="4617" y="8926"/>
                      <a:pt x="4627" y="8905"/>
                      <a:pt x="4638" y="8884"/>
                    </a:cubicBezTo>
                    <a:cubicBezTo>
                      <a:pt x="4652" y="8863"/>
                      <a:pt x="4667" y="8841"/>
                      <a:pt x="4681" y="8820"/>
                    </a:cubicBezTo>
                    <a:cubicBezTo>
                      <a:pt x="4695" y="8799"/>
                      <a:pt x="4710" y="8778"/>
                      <a:pt x="4724" y="8757"/>
                    </a:cubicBezTo>
                    <a:cubicBezTo>
                      <a:pt x="4735" y="8738"/>
                      <a:pt x="4745" y="8718"/>
                      <a:pt x="4756" y="8699"/>
                    </a:cubicBezTo>
                    <a:cubicBezTo>
                      <a:pt x="4765" y="8681"/>
                      <a:pt x="4774" y="8664"/>
                      <a:pt x="4783" y="8646"/>
                    </a:cubicBezTo>
                    <a:cubicBezTo>
                      <a:pt x="4788" y="8632"/>
                      <a:pt x="4794" y="8618"/>
                      <a:pt x="4799" y="8604"/>
                    </a:cubicBezTo>
                    <a:lnTo>
                      <a:pt x="4676" y="8572"/>
                    </a:lnTo>
                    <a:cubicBezTo>
                      <a:pt x="4647" y="8561"/>
                      <a:pt x="4619" y="8549"/>
                      <a:pt x="4590" y="8538"/>
                    </a:cubicBezTo>
                    <a:cubicBezTo>
                      <a:pt x="4572" y="8526"/>
                      <a:pt x="4555" y="8513"/>
                      <a:pt x="4537" y="8501"/>
                    </a:cubicBezTo>
                    <a:cubicBezTo>
                      <a:pt x="4524" y="8487"/>
                      <a:pt x="4512" y="8473"/>
                      <a:pt x="4499" y="8459"/>
                    </a:cubicBezTo>
                    <a:cubicBezTo>
                      <a:pt x="4495" y="8444"/>
                      <a:pt x="4492" y="8429"/>
                      <a:pt x="4488" y="8414"/>
                    </a:cubicBezTo>
                    <a:lnTo>
                      <a:pt x="4494" y="8366"/>
                    </a:lnTo>
                    <a:cubicBezTo>
                      <a:pt x="4499" y="8349"/>
                      <a:pt x="4505" y="8333"/>
                      <a:pt x="4510" y="8316"/>
                    </a:cubicBezTo>
                    <a:cubicBezTo>
                      <a:pt x="4519" y="8298"/>
                      <a:pt x="4528" y="8281"/>
                      <a:pt x="4537" y="8263"/>
                    </a:cubicBezTo>
                    <a:cubicBezTo>
                      <a:pt x="4546" y="8246"/>
                      <a:pt x="4554" y="8228"/>
                      <a:pt x="4563" y="8211"/>
                    </a:cubicBezTo>
                    <a:cubicBezTo>
                      <a:pt x="4570" y="8192"/>
                      <a:pt x="4578" y="8174"/>
                      <a:pt x="4585" y="8155"/>
                    </a:cubicBezTo>
                    <a:cubicBezTo>
                      <a:pt x="4592" y="8136"/>
                      <a:pt x="4599" y="8116"/>
                      <a:pt x="4606" y="8097"/>
                    </a:cubicBezTo>
                    <a:cubicBezTo>
                      <a:pt x="4608" y="8079"/>
                      <a:pt x="4610" y="8060"/>
                      <a:pt x="4612" y="8042"/>
                    </a:cubicBezTo>
                    <a:cubicBezTo>
                      <a:pt x="4610" y="8023"/>
                      <a:pt x="4608" y="8003"/>
                      <a:pt x="4606" y="7984"/>
                    </a:cubicBezTo>
                    <a:cubicBezTo>
                      <a:pt x="4601" y="7963"/>
                      <a:pt x="4595" y="7941"/>
                      <a:pt x="4590" y="7920"/>
                    </a:cubicBezTo>
                    <a:cubicBezTo>
                      <a:pt x="4588" y="7893"/>
                      <a:pt x="4587" y="7865"/>
                      <a:pt x="4585" y="7838"/>
                    </a:cubicBezTo>
                    <a:lnTo>
                      <a:pt x="4585" y="7746"/>
                    </a:lnTo>
                    <a:cubicBezTo>
                      <a:pt x="4587" y="7713"/>
                      <a:pt x="4588" y="7679"/>
                      <a:pt x="4590" y="7646"/>
                    </a:cubicBezTo>
                    <a:cubicBezTo>
                      <a:pt x="4595" y="7614"/>
                      <a:pt x="4601" y="7583"/>
                      <a:pt x="4606" y="7551"/>
                    </a:cubicBezTo>
                    <a:cubicBezTo>
                      <a:pt x="4613" y="7522"/>
                      <a:pt x="4621" y="7493"/>
                      <a:pt x="4628" y="7464"/>
                    </a:cubicBezTo>
                    <a:cubicBezTo>
                      <a:pt x="4633" y="7417"/>
                      <a:pt x="4639" y="7371"/>
                      <a:pt x="4644" y="7324"/>
                    </a:cubicBezTo>
                    <a:cubicBezTo>
                      <a:pt x="4649" y="7274"/>
                      <a:pt x="4655" y="7223"/>
                      <a:pt x="4660" y="7173"/>
                    </a:cubicBezTo>
                    <a:lnTo>
                      <a:pt x="4660" y="7018"/>
                    </a:lnTo>
                    <a:cubicBezTo>
                      <a:pt x="4658" y="6963"/>
                      <a:pt x="4657" y="6909"/>
                      <a:pt x="4655" y="6854"/>
                    </a:cubicBezTo>
                    <a:cubicBezTo>
                      <a:pt x="4649" y="6800"/>
                      <a:pt x="4644" y="6747"/>
                      <a:pt x="4638" y="6693"/>
                    </a:cubicBezTo>
                    <a:cubicBezTo>
                      <a:pt x="4636" y="6642"/>
                      <a:pt x="4635" y="6591"/>
                      <a:pt x="4633" y="6540"/>
                    </a:cubicBezTo>
                    <a:cubicBezTo>
                      <a:pt x="4631" y="6492"/>
                      <a:pt x="4630" y="6443"/>
                      <a:pt x="4628" y="6395"/>
                    </a:cubicBezTo>
                    <a:lnTo>
                      <a:pt x="4628" y="6310"/>
                    </a:lnTo>
                    <a:cubicBezTo>
                      <a:pt x="4630" y="6282"/>
                      <a:pt x="4631" y="6254"/>
                      <a:pt x="4633" y="6226"/>
                    </a:cubicBezTo>
                    <a:cubicBezTo>
                      <a:pt x="4637" y="6197"/>
                      <a:pt x="4640" y="6168"/>
                      <a:pt x="4644" y="6139"/>
                    </a:cubicBezTo>
                    <a:cubicBezTo>
                      <a:pt x="4649" y="6111"/>
                      <a:pt x="4655" y="6082"/>
                      <a:pt x="4660" y="6054"/>
                    </a:cubicBezTo>
                    <a:cubicBezTo>
                      <a:pt x="4665" y="6025"/>
                      <a:pt x="4671" y="5996"/>
                      <a:pt x="4676" y="5967"/>
                    </a:cubicBezTo>
                    <a:lnTo>
                      <a:pt x="4676" y="5891"/>
                    </a:lnTo>
                    <a:cubicBezTo>
                      <a:pt x="4672" y="5866"/>
                      <a:pt x="4669" y="5842"/>
                      <a:pt x="4665" y="5817"/>
                    </a:cubicBezTo>
                    <a:lnTo>
                      <a:pt x="4638" y="5751"/>
                    </a:lnTo>
                    <a:cubicBezTo>
                      <a:pt x="4620" y="5732"/>
                      <a:pt x="4603" y="5712"/>
                      <a:pt x="4585" y="5693"/>
                    </a:cubicBezTo>
                    <a:lnTo>
                      <a:pt x="4585" y="5709"/>
                    </a:lnTo>
                    <a:cubicBezTo>
                      <a:pt x="4572" y="5719"/>
                      <a:pt x="4560" y="5730"/>
                      <a:pt x="4547" y="5740"/>
                    </a:cubicBezTo>
                    <a:cubicBezTo>
                      <a:pt x="4535" y="5755"/>
                      <a:pt x="4522" y="5770"/>
                      <a:pt x="4510" y="5785"/>
                    </a:cubicBezTo>
                    <a:cubicBezTo>
                      <a:pt x="4503" y="5799"/>
                      <a:pt x="4495" y="5813"/>
                      <a:pt x="4488" y="5827"/>
                    </a:cubicBezTo>
                    <a:cubicBezTo>
                      <a:pt x="4485" y="5842"/>
                      <a:pt x="4481" y="5857"/>
                      <a:pt x="4478" y="5872"/>
                    </a:cubicBezTo>
                    <a:cubicBezTo>
                      <a:pt x="4467" y="5876"/>
                      <a:pt x="4457" y="5881"/>
                      <a:pt x="4446" y="5885"/>
                    </a:cubicBezTo>
                    <a:lnTo>
                      <a:pt x="4408" y="5914"/>
                    </a:lnTo>
                    <a:lnTo>
                      <a:pt x="4371" y="5954"/>
                    </a:lnTo>
                    <a:cubicBezTo>
                      <a:pt x="4357" y="5970"/>
                      <a:pt x="4342" y="5986"/>
                      <a:pt x="4328" y="6002"/>
                    </a:cubicBezTo>
                    <a:cubicBezTo>
                      <a:pt x="4312" y="6020"/>
                      <a:pt x="4296" y="6039"/>
                      <a:pt x="4280" y="6057"/>
                    </a:cubicBezTo>
                    <a:lnTo>
                      <a:pt x="4237" y="6112"/>
                    </a:lnTo>
                    <a:cubicBezTo>
                      <a:pt x="4226" y="6130"/>
                      <a:pt x="4216" y="6147"/>
                      <a:pt x="4205" y="6165"/>
                    </a:cubicBezTo>
                    <a:cubicBezTo>
                      <a:pt x="4191" y="6182"/>
                      <a:pt x="4176" y="6198"/>
                      <a:pt x="4162" y="6215"/>
                    </a:cubicBezTo>
                    <a:cubicBezTo>
                      <a:pt x="4123" y="6263"/>
                      <a:pt x="4083" y="6310"/>
                      <a:pt x="4044" y="6358"/>
                    </a:cubicBezTo>
                    <a:cubicBezTo>
                      <a:pt x="3999" y="6405"/>
                      <a:pt x="3955" y="6453"/>
                      <a:pt x="3910" y="6500"/>
                    </a:cubicBezTo>
                    <a:lnTo>
                      <a:pt x="3787" y="6646"/>
                    </a:lnTo>
                    <a:cubicBezTo>
                      <a:pt x="3751" y="6693"/>
                      <a:pt x="3716" y="6741"/>
                      <a:pt x="3680" y="6788"/>
                    </a:cubicBezTo>
                    <a:cubicBezTo>
                      <a:pt x="3653" y="6834"/>
                      <a:pt x="3626" y="6879"/>
                      <a:pt x="3599" y="6925"/>
                    </a:cubicBezTo>
                    <a:lnTo>
                      <a:pt x="3599" y="6928"/>
                    </a:lnTo>
                    <a:lnTo>
                      <a:pt x="3599" y="6931"/>
                    </a:lnTo>
                    <a:cubicBezTo>
                      <a:pt x="3601" y="6933"/>
                      <a:pt x="3603" y="6934"/>
                      <a:pt x="3605" y="6936"/>
                    </a:cubicBezTo>
                    <a:lnTo>
                      <a:pt x="3605" y="6941"/>
                    </a:lnTo>
                    <a:cubicBezTo>
                      <a:pt x="3610" y="6945"/>
                      <a:pt x="3616" y="6948"/>
                      <a:pt x="3621" y="6952"/>
                    </a:cubicBezTo>
                    <a:cubicBezTo>
                      <a:pt x="3601" y="6948"/>
                      <a:pt x="3582" y="6945"/>
                      <a:pt x="3562" y="6941"/>
                    </a:cubicBezTo>
                    <a:cubicBezTo>
                      <a:pt x="3553" y="6960"/>
                      <a:pt x="3544" y="6978"/>
                      <a:pt x="3535" y="6997"/>
                    </a:cubicBezTo>
                    <a:lnTo>
                      <a:pt x="3492" y="7052"/>
                    </a:lnTo>
                    <a:cubicBezTo>
                      <a:pt x="3480" y="7069"/>
                      <a:pt x="3467" y="7085"/>
                      <a:pt x="3455" y="7102"/>
                    </a:cubicBezTo>
                    <a:lnTo>
                      <a:pt x="3407" y="7150"/>
                    </a:lnTo>
                    <a:cubicBezTo>
                      <a:pt x="3394" y="7161"/>
                      <a:pt x="3382" y="7173"/>
                      <a:pt x="3369" y="7184"/>
                    </a:cubicBezTo>
                    <a:lnTo>
                      <a:pt x="3348" y="7226"/>
                    </a:lnTo>
                    <a:lnTo>
                      <a:pt x="3348" y="7266"/>
                    </a:lnTo>
                    <a:lnTo>
                      <a:pt x="3348" y="7308"/>
                    </a:lnTo>
                    <a:cubicBezTo>
                      <a:pt x="3351" y="7320"/>
                      <a:pt x="3355" y="7333"/>
                      <a:pt x="3358" y="7345"/>
                    </a:cubicBezTo>
                    <a:cubicBezTo>
                      <a:pt x="3355" y="7356"/>
                      <a:pt x="3351" y="7366"/>
                      <a:pt x="3348" y="7377"/>
                    </a:cubicBezTo>
                    <a:cubicBezTo>
                      <a:pt x="3330" y="7409"/>
                      <a:pt x="3312" y="7442"/>
                      <a:pt x="3294" y="7474"/>
                    </a:cubicBezTo>
                    <a:cubicBezTo>
                      <a:pt x="3271" y="7508"/>
                      <a:pt x="3247" y="7541"/>
                      <a:pt x="3224" y="7575"/>
                    </a:cubicBezTo>
                    <a:lnTo>
                      <a:pt x="3160" y="7672"/>
                    </a:lnTo>
                    <a:cubicBezTo>
                      <a:pt x="3142" y="7705"/>
                      <a:pt x="3125" y="7737"/>
                      <a:pt x="3107" y="7770"/>
                    </a:cubicBezTo>
                    <a:cubicBezTo>
                      <a:pt x="3093" y="7803"/>
                      <a:pt x="3078" y="7835"/>
                      <a:pt x="3064" y="7868"/>
                    </a:cubicBezTo>
                    <a:lnTo>
                      <a:pt x="3037" y="7970"/>
                    </a:lnTo>
                    <a:lnTo>
                      <a:pt x="3037" y="8076"/>
                    </a:lnTo>
                    <a:cubicBezTo>
                      <a:pt x="3048" y="8113"/>
                      <a:pt x="3058" y="8150"/>
                      <a:pt x="3069" y="8187"/>
                    </a:cubicBezTo>
                    <a:cubicBezTo>
                      <a:pt x="3073" y="8206"/>
                      <a:pt x="3076" y="8226"/>
                      <a:pt x="3080" y="8245"/>
                    </a:cubicBezTo>
                    <a:cubicBezTo>
                      <a:pt x="3075" y="8264"/>
                      <a:pt x="3069" y="8284"/>
                      <a:pt x="3064" y="8303"/>
                    </a:cubicBezTo>
                    <a:cubicBezTo>
                      <a:pt x="3053" y="8321"/>
                      <a:pt x="3043" y="8338"/>
                      <a:pt x="3032" y="8356"/>
                    </a:cubicBezTo>
                    <a:cubicBezTo>
                      <a:pt x="3018" y="8374"/>
                      <a:pt x="3003" y="8391"/>
                      <a:pt x="2989" y="8409"/>
                    </a:cubicBezTo>
                    <a:cubicBezTo>
                      <a:pt x="2980" y="8425"/>
                      <a:pt x="2971" y="8440"/>
                      <a:pt x="2962" y="8456"/>
                    </a:cubicBezTo>
                    <a:cubicBezTo>
                      <a:pt x="2955" y="8469"/>
                      <a:pt x="2948" y="8483"/>
                      <a:pt x="2941" y="8496"/>
                    </a:cubicBezTo>
                    <a:cubicBezTo>
                      <a:pt x="2943" y="8507"/>
                      <a:pt x="2944" y="8519"/>
                      <a:pt x="2946" y="8530"/>
                    </a:cubicBezTo>
                    <a:lnTo>
                      <a:pt x="3198" y="8767"/>
                    </a:lnTo>
                    <a:lnTo>
                      <a:pt x="3198" y="8836"/>
                    </a:lnTo>
                    <a:lnTo>
                      <a:pt x="3171" y="8884"/>
                    </a:lnTo>
                    <a:lnTo>
                      <a:pt x="3133" y="8934"/>
                    </a:lnTo>
                    <a:cubicBezTo>
                      <a:pt x="3119" y="8952"/>
                      <a:pt x="3105" y="8971"/>
                      <a:pt x="3091" y="8989"/>
                    </a:cubicBezTo>
                    <a:cubicBezTo>
                      <a:pt x="3078" y="9008"/>
                      <a:pt x="3066" y="9026"/>
                      <a:pt x="3053" y="9045"/>
                    </a:cubicBezTo>
                    <a:cubicBezTo>
                      <a:pt x="3041" y="9062"/>
                      <a:pt x="3028" y="9080"/>
                      <a:pt x="3016" y="9097"/>
                    </a:cubicBezTo>
                    <a:cubicBezTo>
                      <a:pt x="3009" y="9113"/>
                      <a:pt x="3001" y="9129"/>
                      <a:pt x="2994" y="9145"/>
                    </a:cubicBezTo>
                    <a:cubicBezTo>
                      <a:pt x="2996" y="9158"/>
                      <a:pt x="2997" y="9171"/>
                      <a:pt x="2999" y="9184"/>
                    </a:cubicBezTo>
                    <a:cubicBezTo>
                      <a:pt x="3013" y="9213"/>
                      <a:pt x="3028" y="9243"/>
                      <a:pt x="3042" y="9272"/>
                    </a:cubicBezTo>
                    <a:lnTo>
                      <a:pt x="3107" y="9364"/>
                    </a:lnTo>
                    <a:lnTo>
                      <a:pt x="3176" y="9454"/>
                    </a:lnTo>
                    <a:cubicBezTo>
                      <a:pt x="3197" y="9486"/>
                      <a:pt x="3219" y="9517"/>
                      <a:pt x="3240" y="9549"/>
                    </a:cubicBezTo>
                    <a:cubicBezTo>
                      <a:pt x="3256" y="9581"/>
                      <a:pt x="3273" y="9612"/>
                      <a:pt x="3289" y="9644"/>
                    </a:cubicBezTo>
                    <a:cubicBezTo>
                      <a:pt x="3300" y="9676"/>
                      <a:pt x="3310" y="9709"/>
                      <a:pt x="3321" y="9741"/>
                    </a:cubicBezTo>
                    <a:cubicBezTo>
                      <a:pt x="3323" y="9774"/>
                      <a:pt x="3324" y="9806"/>
                      <a:pt x="3326" y="9839"/>
                    </a:cubicBezTo>
                    <a:cubicBezTo>
                      <a:pt x="3317" y="9872"/>
                      <a:pt x="3308" y="9906"/>
                      <a:pt x="3299" y="9939"/>
                    </a:cubicBezTo>
                    <a:lnTo>
                      <a:pt x="3160" y="9974"/>
                    </a:lnTo>
                    <a:lnTo>
                      <a:pt x="3016" y="9992"/>
                    </a:lnTo>
                    <a:lnTo>
                      <a:pt x="2855" y="10000"/>
                    </a:lnTo>
                    <a:lnTo>
                      <a:pt x="2700" y="9997"/>
                    </a:lnTo>
                    <a:lnTo>
                      <a:pt x="2539" y="9979"/>
                    </a:lnTo>
                    <a:lnTo>
                      <a:pt x="2384" y="9955"/>
                    </a:lnTo>
                    <a:lnTo>
                      <a:pt x="2239" y="9921"/>
                    </a:lnTo>
                    <a:lnTo>
                      <a:pt x="2105" y="9881"/>
                    </a:lnTo>
                    <a:cubicBezTo>
                      <a:pt x="2066" y="9865"/>
                      <a:pt x="2026" y="9850"/>
                      <a:pt x="1987" y="9834"/>
                    </a:cubicBezTo>
                    <a:lnTo>
                      <a:pt x="1901" y="9781"/>
                    </a:lnTo>
                    <a:lnTo>
                      <a:pt x="1837" y="9723"/>
                    </a:lnTo>
                    <a:lnTo>
                      <a:pt x="1837" y="9514"/>
                    </a:lnTo>
                    <a:cubicBezTo>
                      <a:pt x="1828" y="9503"/>
                      <a:pt x="1819" y="9491"/>
                      <a:pt x="1810" y="9480"/>
                    </a:cubicBezTo>
                    <a:cubicBezTo>
                      <a:pt x="1798" y="9465"/>
                      <a:pt x="1785" y="9450"/>
                      <a:pt x="1773" y="9435"/>
                    </a:cubicBezTo>
                    <a:cubicBezTo>
                      <a:pt x="1764" y="9417"/>
                      <a:pt x="1755" y="9400"/>
                      <a:pt x="1746" y="9382"/>
                    </a:cubicBezTo>
                    <a:lnTo>
                      <a:pt x="1725" y="9316"/>
                    </a:lnTo>
                    <a:lnTo>
                      <a:pt x="1725" y="9248"/>
                    </a:lnTo>
                    <a:cubicBezTo>
                      <a:pt x="1732" y="9224"/>
                      <a:pt x="1739" y="9201"/>
                      <a:pt x="1746" y="9177"/>
                    </a:cubicBezTo>
                    <a:cubicBezTo>
                      <a:pt x="1751" y="9160"/>
                      <a:pt x="1757" y="9143"/>
                      <a:pt x="1762" y="9126"/>
                    </a:cubicBezTo>
                    <a:lnTo>
                      <a:pt x="1762" y="9071"/>
                    </a:lnTo>
                    <a:cubicBezTo>
                      <a:pt x="1755" y="9052"/>
                      <a:pt x="1748" y="9032"/>
                      <a:pt x="1741" y="9013"/>
                    </a:cubicBezTo>
                    <a:cubicBezTo>
                      <a:pt x="1736" y="8993"/>
                      <a:pt x="1730" y="8972"/>
                      <a:pt x="1725" y="8952"/>
                    </a:cubicBezTo>
                    <a:cubicBezTo>
                      <a:pt x="1721" y="8929"/>
                      <a:pt x="1718" y="8907"/>
                      <a:pt x="1714" y="8884"/>
                    </a:cubicBezTo>
                    <a:lnTo>
                      <a:pt x="1714" y="8810"/>
                    </a:lnTo>
                    <a:cubicBezTo>
                      <a:pt x="1721" y="8784"/>
                      <a:pt x="1728" y="8759"/>
                      <a:pt x="1735" y="8733"/>
                    </a:cubicBezTo>
                    <a:lnTo>
                      <a:pt x="1762" y="8667"/>
                    </a:lnTo>
                    <a:cubicBezTo>
                      <a:pt x="1775" y="8647"/>
                      <a:pt x="1787" y="8626"/>
                      <a:pt x="1800" y="8606"/>
                    </a:cubicBezTo>
                    <a:cubicBezTo>
                      <a:pt x="1812" y="8586"/>
                      <a:pt x="1825" y="8566"/>
                      <a:pt x="1837" y="8546"/>
                    </a:cubicBezTo>
                    <a:cubicBezTo>
                      <a:pt x="1848" y="8521"/>
                      <a:pt x="1858" y="8497"/>
                      <a:pt x="1869" y="8472"/>
                    </a:cubicBezTo>
                    <a:lnTo>
                      <a:pt x="1869" y="7820"/>
                    </a:lnTo>
                    <a:lnTo>
                      <a:pt x="1998" y="7020"/>
                    </a:lnTo>
                    <a:cubicBezTo>
                      <a:pt x="2085" y="6872"/>
                      <a:pt x="2173" y="6725"/>
                      <a:pt x="2260" y="6577"/>
                    </a:cubicBezTo>
                    <a:cubicBezTo>
                      <a:pt x="2265" y="6458"/>
                      <a:pt x="2271" y="6340"/>
                      <a:pt x="2276" y="6221"/>
                    </a:cubicBezTo>
                    <a:lnTo>
                      <a:pt x="2453" y="5735"/>
                    </a:lnTo>
                    <a:lnTo>
                      <a:pt x="2501" y="5606"/>
                    </a:lnTo>
                    <a:cubicBezTo>
                      <a:pt x="2514" y="5565"/>
                      <a:pt x="2526" y="5525"/>
                      <a:pt x="2539" y="5484"/>
                    </a:cubicBezTo>
                    <a:cubicBezTo>
                      <a:pt x="2546" y="5444"/>
                      <a:pt x="2553" y="5403"/>
                      <a:pt x="2560" y="5363"/>
                    </a:cubicBezTo>
                    <a:cubicBezTo>
                      <a:pt x="2571" y="5324"/>
                      <a:pt x="2581" y="5286"/>
                      <a:pt x="2592" y="5247"/>
                    </a:cubicBezTo>
                    <a:lnTo>
                      <a:pt x="2598" y="5202"/>
                    </a:lnTo>
                    <a:lnTo>
                      <a:pt x="2592" y="5154"/>
                    </a:lnTo>
                    <a:cubicBezTo>
                      <a:pt x="2590" y="5138"/>
                      <a:pt x="2589" y="5123"/>
                      <a:pt x="2587" y="5107"/>
                    </a:cubicBezTo>
                    <a:lnTo>
                      <a:pt x="2587" y="5059"/>
                    </a:lnTo>
                    <a:cubicBezTo>
                      <a:pt x="2596" y="5044"/>
                      <a:pt x="2605" y="5030"/>
                      <a:pt x="2614" y="5015"/>
                    </a:cubicBezTo>
                    <a:lnTo>
                      <a:pt x="2592" y="5015"/>
                    </a:lnTo>
                    <a:lnTo>
                      <a:pt x="2587" y="5015"/>
                    </a:lnTo>
                    <a:lnTo>
                      <a:pt x="2582" y="5015"/>
                    </a:lnTo>
                    <a:lnTo>
                      <a:pt x="2582" y="5020"/>
                    </a:lnTo>
                    <a:lnTo>
                      <a:pt x="2571" y="5020"/>
                    </a:lnTo>
                    <a:lnTo>
                      <a:pt x="2571" y="5015"/>
                    </a:lnTo>
                    <a:cubicBezTo>
                      <a:pt x="2569" y="5014"/>
                      <a:pt x="2568" y="5013"/>
                      <a:pt x="2566" y="5012"/>
                    </a:cubicBezTo>
                    <a:cubicBezTo>
                      <a:pt x="2564" y="5009"/>
                      <a:pt x="2562" y="5007"/>
                      <a:pt x="2560" y="5004"/>
                    </a:cubicBezTo>
                    <a:lnTo>
                      <a:pt x="2566" y="4980"/>
                    </a:lnTo>
                    <a:cubicBezTo>
                      <a:pt x="2559" y="4975"/>
                      <a:pt x="2551" y="4969"/>
                      <a:pt x="2544" y="4964"/>
                    </a:cubicBezTo>
                    <a:lnTo>
                      <a:pt x="2517" y="4946"/>
                    </a:lnTo>
                    <a:cubicBezTo>
                      <a:pt x="2503" y="4942"/>
                      <a:pt x="2489" y="4937"/>
                      <a:pt x="2475" y="4933"/>
                    </a:cubicBezTo>
                    <a:cubicBezTo>
                      <a:pt x="2464" y="4928"/>
                      <a:pt x="2453" y="4922"/>
                      <a:pt x="2442" y="4917"/>
                    </a:cubicBezTo>
                    <a:cubicBezTo>
                      <a:pt x="2435" y="4913"/>
                      <a:pt x="2428" y="4908"/>
                      <a:pt x="2421" y="4904"/>
                    </a:cubicBezTo>
                    <a:lnTo>
                      <a:pt x="2421" y="4605"/>
                    </a:lnTo>
                    <a:cubicBezTo>
                      <a:pt x="2425" y="4443"/>
                      <a:pt x="2428" y="4282"/>
                      <a:pt x="2432" y="4120"/>
                    </a:cubicBezTo>
                    <a:cubicBezTo>
                      <a:pt x="2439" y="4085"/>
                      <a:pt x="2446" y="4049"/>
                      <a:pt x="2453" y="4014"/>
                    </a:cubicBezTo>
                    <a:cubicBezTo>
                      <a:pt x="2451" y="3980"/>
                      <a:pt x="2450" y="3945"/>
                      <a:pt x="2448" y="3911"/>
                    </a:cubicBezTo>
                    <a:cubicBezTo>
                      <a:pt x="2443" y="3877"/>
                      <a:pt x="2437" y="3842"/>
                      <a:pt x="2432" y="3808"/>
                    </a:cubicBezTo>
                    <a:cubicBezTo>
                      <a:pt x="2425" y="3773"/>
                      <a:pt x="2417" y="3738"/>
                      <a:pt x="2410" y="3703"/>
                    </a:cubicBezTo>
                    <a:cubicBezTo>
                      <a:pt x="2414" y="3668"/>
                      <a:pt x="2417" y="3632"/>
                      <a:pt x="2421" y="3597"/>
                    </a:cubicBezTo>
                    <a:cubicBezTo>
                      <a:pt x="2425" y="3558"/>
                      <a:pt x="2428" y="3520"/>
                      <a:pt x="2432" y="3481"/>
                    </a:cubicBezTo>
                    <a:cubicBezTo>
                      <a:pt x="2437" y="3441"/>
                      <a:pt x="2443" y="3402"/>
                      <a:pt x="2448" y="3362"/>
                    </a:cubicBezTo>
                    <a:cubicBezTo>
                      <a:pt x="2450" y="3321"/>
                      <a:pt x="2451" y="3279"/>
                      <a:pt x="2453" y="3238"/>
                    </a:cubicBezTo>
                    <a:cubicBezTo>
                      <a:pt x="2451" y="3199"/>
                      <a:pt x="2450" y="3161"/>
                      <a:pt x="2448" y="3122"/>
                    </a:cubicBezTo>
                    <a:lnTo>
                      <a:pt x="2421" y="3017"/>
                    </a:lnTo>
                    <a:cubicBezTo>
                      <a:pt x="2401" y="2912"/>
                      <a:pt x="2382" y="2808"/>
                      <a:pt x="2362" y="2703"/>
                    </a:cubicBezTo>
                    <a:cubicBezTo>
                      <a:pt x="2358" y="2720"/>
                      <a:pt x="2355" y="2736"/>
                      <a:pt x="2351" y="2753"/>
                    </a:cubicBezTo>
                    <a:lnTo>
                      <a:pt x="2314" y="2790"/>
                    </a:lnTo>
                    <a:cubicBezTo>
                      <a:pt x="2303" y="2800"/>
                      <a:pt x="2293" y="2811"/>
                      <a:pt x="2282" y="2821"/>
                    </a:cubicBezTo>
                    <a:lnTo>
                      <a:pt x="2255" y="2848"/>
                    </a:lnTo>
                    <a:cubicBezTo>
                      <a:pt x="2250" y="2858"/>
                      <a:pt x="2244" y="2867"/>
                      <a:pt x="2239" y="2877"/>
                    </a:cubicBezTo>
                    <a:cubicBezTo>
                      <a:pt x="2238" y="2886"/>
                      <a:pt x="2237" y="2894"/>
                      <a:pt x="2236" y="2903"/>
                    </a:cubicBezTo>
                    <a:lnTo>
                      <a:pt x="2217" y="2922"/>
                    </a:lnTo>
                    <a:cubicBezTo>
                      <a:pt x="2206" y="2933"/>
                      <a:pt x="2196" y="2945"/>
                      <a:pt x="2185" y="2956"/>
                    </a:cubicBezTo>
                    <a:lnTo>
                      <a:pt x="2148" y="2996"/>
                    </a:lnTo>
                    <a:cubicBezTo>
                      <a:pt x="2141" y="3011"/>
                      <a:pt x="2133" y="3025"/>
                      <a:pt x="2126" y="3040"/>
                    </a:cubicBezTo>
                    <a:lnTo>
                      <a:pt x="2105" y="3088"/>
                    </a:lnTo>
                    <a:cubicBezTo>
                      <a:pt x="2101" y="3100"/>
                      <a:pt x="2098" y="3113"/>
                      <a:pt x="2094" y="3125"/>
                    </a:cubicBezTo>
                    <a:cubicBezTo>
                      <a:pt x="2092" y="3135"/>
                      <a:pt x="2091" y="3144"/>
                      <a:pt x="2089" y="3154"/>
                    </a:cubicBezTo>
                    <a:cubicBezTo>
                      <a:pt x="2085" y="3157"/>
                      <a:pt x="2082" y="3161"/>
                      <a:pt x="2078" y="3164"/>
                    </a:cubicBezTo>
                    <a:lnTo>
                      <a:pt x="1971" y="3215"/>
                    </a:lnTo>
                    <a:lnTo>
                      <a:pt x="1869" y="3257"/>
                    </a:lnTo>
                    <a:lnTo>
                      <a:pt x="1773" y="3296"/>
                    </a:lnTo>
                    <a:cubicBezTo>
                      <a:pt x="1741" y="3308"/>
                      <a:pt x="1708" y="3319"/>
                      <a:pt x="1676" y="3331"/>
                    </a:cubicBezTo>
                    <a:lnTo>
                      <a:pt x="1559" y="3362"/>
                    </a:lnTo>
                    <a:lnTo>
                      <a:pt x="1414" y="3389"/>
                    </a:lnTo>
                    <a:lnTo>
                      <a:pt x="1296" y="3399"/>
                    </a:lnTo>
                    <a:lnTo>
                      <a:pt x="1194" y="3391"/>
                    </a:lnTo>
                    <a:lnTo>
                      <a:pt x="1093" y="3376"/>
                    </a:lnTo>
                    <a:lnTo>
                      <a:pt x="1007" y="3344"/>
                    </a:lnTo>
                    <a:cubicBezTo>
                      <a:pt x="978" y="3333"/>
                      <a:pt x="950" y="3321"/>
                      <a:pt x="921" y="3310"/>
                    </a:cubicBezTo>
                    <a:cubicBezTo>
                      <a:pt x="896" y="3297"/>
                      <a:pt x="871" y="3283"/>
                      <a:pt x="846" y="3270"/>
                    </a:cubicBezTo>
                    <a:lnTo>
                      <a:pt x="777" y="3225"/>
                    </a:lnTo>
                    <a:cubicBezTo>
                      <a:pt x="757" y="3211"/>
                      <a:pt x="738" y="3197"/>
                      <a:pt x="718" y="3183"/>
                    </a:cubicBezTo>
                    <a:cubicBezTo>
                      <a:pt x="700" y="3171"/>
                      <a:pt x="682" y="3158"/>
                      <a:pt x="664" y="3146"/>
                    </a:cubicBezTo>
                    <a:cubicBezTo>
                      <a:pt x="650" y="3135"/>
                      <a:pt x="635" y="3125"/>
                      <a:pt x="621" y="3114"/>
                    </a:cubicBezTo>
                    <a:cubicBezTo>
                      <a:pt x="609" y="3108"/>
                      <a:pt x="596" y="3102"/>
                      <a:pt x="584" y="3096"/>
                    </a:cubicBezTo>
                    <a:cubicBezTo>
                      <a:pt x="548" y="3075"/>
                      <a:pt x="513" y="3053"/>
                      <a:pt x="477" y="3032"/>
                    </a:cubicBezTo>
                    <a:lnTo>
                      <a:pt x="386" y="2959"/>
                    </a:lnTo>
                    <a:lnTo>
                      <a:pt x="311" y="2869"/>
                    </a:lnTo>
                    <a:cubicBezTo>
                      <a:pt x="293" y="2837"/>
                      <a:pt x="275" y="2806"/>
                      <a:pt x="257" y="2774"/>
                    </a:cubicBezTo>
                    <a:cubicBezTo>
                      <a:pt x="243" y="2739"/>
                      <a:pt x="228" y="2703"/>
                      <a:pt x="214" y="2668"/>
                    </a:cubicBezTo>
                    <a:cubicBezTo>
                      <a:pt x="209" y="2631"/>
                      <a:pt x="203" y="2594"/>
                      <a:pt x="198" y="2557"/>
                    </a:cubicBezTo>
                    <a:lnTo>
                      <a:pt x="198" y="2449"/>
                    </a:lnTo>
                    <a:lnTo>
                      <a:pt x="225" y="2341"/>
                    </a:lnTo>
                    <a:cubicBezTo>
                      <a:pt x="230" y="2324"/>
                      <a:pt x="236" y="2308"/>
                      <a:pt x="241" y="2291"/>
                    </a:cubicBezTo>
                    <a:cubicBezTo>
                      <a:pt x="239" y="2275"/>
                      <a:pt x="238" y="2259"/>
                      <a:pt x="236" y="2243"/>
                    </a:cubicBezTo>
                    <a:lnTo>
                      <a:pt x="236" y="2196"/>
                    </a:lnTo>
                    <a:lnTo>
                      <a:pt x="236" y="2151"/>
                    </a:lnTo>
                    <a:cubicBezTo>
                      <a:pt x="239" y="2139"/>
                      <a:pt x="243" y="2126"/>
                      <a:pt x="246" y="2114"/>
                    </a:cubicBezTo>
                    <a:cubicBezTo>
                      <a:pt x="228" y="2087"/>
                      <a:pt x="211" y="2059"/>
                      <a:pt x="193" y="2032"/>
                    </a:cubicBezTo>
                    <a:cubicBezTo>
                      <a:pt x="172" y="2002"/>
                      <a:pt x="150" y="1972"/>
                      <a:pt x="129" y="1942"/>
                    </a:cubicBezTo>
                    <a:cubicBezTo>
                      <a:pt x="111" y="1911"/>
                      <a:pt x="93" y="1881"/>
                      <a:pt x="75" y="1850"/>
                    </a:cubicBezTo>
                    <a:lnTo>
                      <a:pt x="27" y="1760"/>
                    </a:lnTo>
                    <a:cubicBezTo>
                      <a:pt x="18" y="1730"/>
                      <a:pt x="9" y="1701"/>
                      <a:pt x="0" y="1671"/>
                    </a:cubicBezTo>
                    <a:lnTo>
                      <a:pt x="107" y="1618"/>
                    </a:lnTo>
                    <a:lnTo>
                      <a:pt x="257" y="1576"/>
                    </a:lnTo>
                    <a:lnTo>
                      <a:pt x="412" y="1541"/>
                    </a:lnTo>
                    <a:lnTo>
                      <a:pt x="595" y="1518"/>
                    </a:lnTo>
                    <a:lnTo>
                      <a:pt x="777" y="1507"/>
                    </a:lnTo>
                    <a:cubicBezTo>
                      <a:pt x="793" y="1512"/>
                      <a:pt x="809" y="1518"/>
                      <a:pt x="825" y="1523"/>
                    </a:cubicBezTo>
                    <a:cubicBezTo>
                      <a:pt x="843" y="1526"/>
                      <a:pt x="860" y="1530"/>
                      <a:pt x="878" y="1533"/>
                    </a:cubicBezTo>
                    <a:cubicBezTo>
                      <a:pt x="898" y="1536"/>
                      <a:pt x="917" y="1538"/>
                      <a:pt x="937" y="1541"/>
                    </a:cubicBezTo>
                    <a:cubicBezTo>
                      <a:pt x="955" y="1545"/>
                      <a:pt x="973" y="1550"/>
                      <a:pt x="991" y="1554"/>
                    </a:cubicBezTo>
                    <a:cubicBezTo>
                      <a:pt x="1007" y="1561"/>
                      <a:pt x="1023" y="1569"/>
                      <a:pt x="1039" y="1576"/>
                    </a:cubicBezTo>
                    <a:lnTo>
                      <a:pt x="1093" y="1615"/>
                    </a:lnTo>
                    <a:cubicBezTo>
                      <a:pt x="1105" y="1630"/>
                      <a:pt x="1118" y="1645"/>
                      <a:pt x="1130" y="1660"/>
                    </a:cubicBezTo>
                    <a:lnTo>
                      <a:pt x="1087" y="1694"/>
                    </a:lnTo>
                    <a:cubicBezTo>
                      <a:pt x="1082" y="1706"/>
                      <a:pt x="1076" y="1717"/>
                      <a:pt x="1071" y="1729"/>
                    </a:cubicBezTo>
                    <a:cubicBezTo>
                      <a:pt x="1076" y="1740"/>
                      <a:pt x="1082" y="1752"/>
                      <a:pt x="1087" y="1763"/>
                    </a:cubicBezTo>
                    <a:cubicBezTo>
                      <a:pt x="1092" y="1774"/>
                      <a:pt x="1098" y="1786"/>
                      <a:pt x="1103" y="1797"/>
                    </a:cubicBezTo>
                    <a:cubicBezTo>
                      <a:pt x="1107" y="1809"/>
                      <a:pt x="1110" y="1822"/>
                      <a:pt x="1114" y="1834"/>
                    </a:cubicBezTo>
                    <a:cubicBezTo>
                      <a:pt x="1112" y="1846"/>
                      <a:pt x="1111" y="1859"/>
                      <a:pt x="1109" y="1871"/>
                    </a:cubicBezTo>
                    <a:cubicBezTo>
                      <a:pt x="1096" y="1885"/>
                      <a:pt x="1084" y="1899"/>
                      <a:pt x="1071" y="1913"/>
                    </a:cubicBezTo>
                    <a:lnTo>
                      <a:pt x="900" y="1948"/>
                    </a:lnTo>
                    <a:lnTo>
                      <a:pt x="900" y="1985"/>
                    </a:lnTo>
                    <a:cubicBezTo>
                      <a:pt x="902" y="1997"/>
                      <a:pt x="903" y="2010"/>
                      <a:pt x="905" y="2022"/>
                    </a:cubicBezTo>
                    <a:cubicBezTo>
                      <a:pt x="909" y="2036"/>
                      <a:pt x="912" y="2050"/>
                      <a:pt x="916" y="2064"/>
                    </a:cubicBezTo>
                    <a:lnTo>
                      <a:pt x="916" y="2103"/>
                    </a:lnTo>
                    <a:cubicBezTo>
                      <a:pt x="912" y="2116"/>
                      <a:pt x="909" y="2130"/>
                      <a:pt x="905" y="2143"/>
                    </a:cubicBezTo>
                    <a:cubicBezTo>
                      <a:pt x="900" y="2154"/>
                      <a:pt x="894" y="2164"/>
                      <a:pt x="889" y="2175"/>
                    </a:cubicBezTo>
                    <a:cubicBezTo>
                      <a:pt x="875" y="2184"/>
                      <a:pt x="860" y="2192"/>
                      <a:pt x="846" y="2201"/>
                    </a:cubicBezTo>
                    <a:lnTo>
                      <a:pt x="889" y="2241"/>
                    </a:lnTo>
                    <a:cubicBezTo>
                      <a:pt x="905" y="2253"/>
                      <a:pt x="921" y="2266"/>
                      <a:pt x="937" y="2278"/>
                    </a:cubicBezTo>
                    <a:cubicBezTo>
                      <a:pt x="955" y="2289"/>
                      <a:pt x="973" y="2301"/>
                      <a:pt x="991" y="2312"/>
                    </a:cubicBezTo>
                    <a:lnTo>
                      <a:pt x="1044" y="2336"/>
                    </a:lnTo>
                    <a:cubicBezTo>
                      <a:pt x="1060" y="2339"/>
                      <a:pt x="1077" y="2343"/>
                      <a:pt x="1093" y="2346"/>
                    </a:cubicBezTo>
                    <a:cubicBezTo>
                      <a:pt x="1105" y="2337"/>
                      <a:pt x="1118" y="2329"/>
                      <a:pt x="1130" y="2320"/>
                    </a:cubicBezTo>
                    <a:lnTo>
                      <a:pt x="1157" y="2275"/>
                    </a:lnTo>
                    <a:cubicBezTo>
                      <a:pt x="1169" y="2257"/>
                      <a:pt x="1182" y="2238"/>
                      <a:pt x="1194" y="2220"/>
                    </a:cubicBezTo>
                    <a:cubicBezTo>
                      <a:pt x="1205" y="2199"/>
                      <a:pt x="1216" y="2177"/>
                      <a:pt x="1227" y="2156"/>
                    </a:cubicBezTo>
                    <a:cubicBezTo>
                      <a:pt x="1234" y="2133"/>
                      <a:pt x="1241" y="2111"/>
                      <a:pt x="1248" y="2088"/>
                    </a:cubicBezTo>
                    <a:lnTo>
                      <a:pt x="1275" y="2022"/>
                    </a:lnTo>
                    <a:cubicBezTo>
                      <a:pt x="1280" y="2002"/>
                      <a:pt x="1286" y="1981"/>
                      <a:pt x="1291" y="1961"/>
                    </a:cubicBezTo>
                    <a:cubicBezTo>
                      <a:pt x="1293" y="1945"/>
                      <a:pt x="1294" y="1929"/>
                      <a:pt x="1296" y="1913"/>
                    </a:cubicBezTo>
                    <a:cubicBezTo>
                      <a:pt x="1294" y="1902"/>
                      <a:pt x="1293" y="1890"/>
                      <a:pt x="1291" y="1879"/>
                    </a:cubicBezTo>
                    <a:lnTo>
                      <a:pt x="1318" y="1876"/>
                    </a:lnTo>
                    <a:cubicBezTo>
                      <a:pt x="1321" y="1874"/>
                      <a:pt x="1325" y="1873"/>
                      <a:pt x="1328" y="1871"/>
                    </a:cubicBezTo>
                    <a:cubicBezTo>
                      <a:pt x="1333" y="1869"/>
                      <a:pt x="1339" y="1868"/>
                      <a:pt x="1344" y="1866"/>
                    </a:cubicBezTo>
                    <a:cubicBezTo>
                      <a:pt x="1346" y="1864"/>
                      <a:pt x="1348" y="1863"/>
                      <a:pt x="1350" y="1861"/>
                    </a:cubicBezTo>
                    <a:cubicBezTo>
                      <a:pt x="1353" y="1859"/>
                      <a:pt x="1357" y="1857"/>
                      <a:pt x="1360" y="1855"/>
                    </a:cubicBezTo>
                    <a:cubicBezTo>
                      <a:pt x="1362" y="1852"/>
                      <a:pt x="1364" y="1850"/>
                      <a:pt x="1366" y="1847"/>
                    </a:cubicBezTo>
                    <a:cubicBezTo>
                      <a:pt x="1370" y="1843"/>
                      <a:pt x="1373" y="1838"/>
                      <a:pt x="1377" y="1834"/>
                    </a:cubicBezTo>
                    <a:cubicBezTo>
                      <a:pt x="1373" y="1823"/>
                      <a:pt x="1370" y="1811"/>
                      <a:pt x="1366" y="1800"/>
                    </a:cubicBezTo>
                    <a:cubicBezTo>
                      <a:pt x="1370" y="1784"/>
                      <a:pt x="1373" y="1768"/>
                      <a:pt x="1377" y="1752"/>
                    </a:cubicBezTo>
                    <a:cubicBezTo>
                      <a:pt x="1384" y="1735"/>
                      <a:pt x="1391" y="1719"/>
                      <a:pt x="1398" y="1702"/>
                    </a:cubicBezTo>
                    <a:cubicBezTo>
                      <a:pt x="1409" y="1685"/>
                      <a:pt x="1419" y="1669"/>
                      <a:pt x="1430" y="1652"/>
                    </a:cubicBezTo>
                    <a:cubicBezTo>
                      <a:pt x="1441" y="1639"/>
                      <a:pt x="1451" y="1626"/>
                      <a:pt x="1462" y="1613"/>
                    </a:cubicBezTo>
                    <a:cubicBezTo>
                      <a:pt x="1476" y="1602"/>
                      <a:pt x="1491" y="1592"/>
                      <a:pt x="1505" y="1581"/>
                    </a:cubicBezTo>
                    <a:lnTo>
                      <a:pt x="1575" y="1554"/>
                    </a:lnTo>
                    <a:lnTo>
                      <a:pt x="1666" y="1536"/>
                    </a:lnTo>
                    <a:cubicBezTo>
                      <a:pt x="1698" y="1533"/>
                      <a:pt x="1730" y="1531"/>
                      <a:pt x="1762" y="1528"/>
                    </a:cubicBezTo>
                    <a:lnTo>
                      <a:pt x="1864" y="1518"/>
                    </a:lnTo>
                    <a:lnTo>
                      <a:pt x="1971" y="1507"/>
                    </a:lnTo>
                    <a:lnTo>
                      <a:pt x="2067" y="1486"/>
                    </a:lnTo>
                    <a:lnTo>
                      <a:pt x="2266" y="1438"/>
                    </a:lnTo>
                    <a:lnTo>
                      <a:pt x="2480" y="1386"/>
                    </a:lnTo>
                    <a:lnTo>
                      <a:pt x="2700" y="1333"/>
                    </a:lnTo>
                    <a:lnTo>
                      <a:pt x="2892" y="1277"/>
                    </a:lnTo>
                    <a:cubicBezTo>
                      <a:pt x="2880" y="1272"/>
                      <a:pt x="2867" y="1267"/>
                      <a:pt x="2855" y="1262"/>
                    </a:cubicBezTo>
                    <a:cubicBezTo>
                      <a:pt x="2882" y="1257"/>
                      <a:pt x="2908" y="1251"/>
                      <a:pt x="2935" y="1246"/>
                    </a:cubicBezTo>
                    <a:lnTo>
                      <a:pt x="2994" y="1222"/>
                    </a:lnTo>
                    <a:lnTo>
                      <a:pt x="3053" y="1193"/>
                    </a:lnTo>
                    <a:cubicBezTo>
                      <a:pt x="3069" y="1182"/>
                      <a:pt x="3085" y="1172"/>
                      <a:pt x="3101" y="1161"/>
                    </a:cubicBezTo>
                    <a:cubicBezTo>
                      <a:pt x="3119" y="1151"/>
                      <a:pt x="3137" y="1140"/>
                      <a:pt x="3155" y="1130"/>
                    </a:cubicBezTo>
                    <a:lnTo>
                      <a:pt x="3208" y="1106"/>
                    </a:lnTo>
                    <a:cubicBezTo>
                      <a:pt x="3219" y="1125"/>
                      <a:pt x="3229" y="1145"/>
                      <a:pt x="3240" y="1164"/>
                    </a:cubicBezTo>
                    <a:cubicBezTo>
                      <a:pt x="3258" y="1182"/>
                      <a:pt x="3276" y="1201"/>
                      <a:pt x="3294" y="1219"/>
                    </a:cubicBezTo>
                    <a:cubicBezTo>
                      <a:pt x="3317" y="1236"/>
                      <a:pt x="3341" y="1252"/>
                      <a:pt x="3364" y="1269"/>
                    </a:cubicBezTo>
                    <a:lnTo>
                      <a:pt x="3433" y="1320"/>
                    </a:lnTo>
                    <a:lnTo>
                      <a:pt x="3492" y="1367"/>
                    </a:lnTo>
                    <a:lnTo>
                      <a:pt x="3610" y="1478"/>
                    </a:lnTo>
                    <a:cubicBezTo>
                      <a:pt x="3646" y="1518"/>
                      <a:pt x="3681" y="1559"/>
                      <a:pt x="3717" y="1599"/>
                    </a:cubicBezTo>
                    <a:cubicBezTo>
                      <a:pt x="3749" y="1640"/>
                      <a:pt x="3782" y="1680"/>
                      <a:pt x="3814" y="1721"/>
                    </a:cubicBezTo>
                    <a:lnTo>
                      <a:pt x="3937" y="1919"/>
                    </a:lnTo>
                    <a:cubicBezTo>
                      <a:pt x="3974" y="1988"/>
                      <a:pt x="4012" y="2056"/>
                      <a:pt x="4049" y="2125"/>
                    </a:cubicBezTo>
                    <a:cubicBezTo>
                      <a:pt x="4079" y="2193"/>
                      <a:pt x="4110" y="2262"/>
                      <a:pt x="4140" y="2330"/>
                    </a:cubicBezTo>
                    <a:cubicBezTo>
                      <a:pt x="4167" y="2401"/>
                      <a:pt x="4194" y="2471"/>
                      <a:pt x="4221" y="2542"/>
                    </a:cubicBezTo>
                    <a:cubicBezTo>
                      <a:pt x="4251" y="2615"/>
                      <a:pt x="4282" y="2688"/>
                      <a:pt x="4312" y="2761"/>
                    </a:cubicBezTo>
                    <a:cubicBezTo>
                      <a:pt x="4344" y="2835"/>
                      <a:pt x="4376" y="2908"/>
                      <a:pt x="4408" y="2982"/>
                    </a:cubicBezTo>
                    <a:cubicBezTo>
                      <a:pt x="4429" y="3026"/>
                      <a:pt x="4451" y="3070"/>
                      <a:pt x="4472" y="3114"/>
                    </a:cubicBezTo>
                    <a:cubicBezTo>
                      <a:pt x="4494" y="3159"/>
                      <a:pt x="4515" y="3204"/>
                      <a:pt x="4537" y="3249"/>
                    </a:cubicBezTo>
                    <a:cubicBezTo>
                      <a:pt x="4553" y="3295"/>
                      <a:pt x="4569" y="3340"/>
                      <a:pt x="4585" y="3386"/>
                    </a:cubicBezTo>
                    <a:cubicBezTo>
                      <a:pt x="4599" y="3433"/>
                      <a:pt x="4614" y="3479"/>
                      <a:pt x="4628" y="3526"/>
                    </a:cubicBezTo>
                    <a:cubicBezTo>
                      <a:pt x="4639" y="3576"/>
                      <a:pt x="4649" y="3626"/>
                      <a:pt x="4660" y="3676"/>
                    </a:cubicBezTo>
                    <a:cubicBezTo>
                      <a:pt x="4665" y="3728"/>
                      <a:pt x="4671" y="3780"/>
                      <a:pt x="4676" y="3832"/>
                    </a:cubicBezTo>
                    <a:lnTo>
                      <a:pt x="5083" y="3861"/>
                    </a:lnTo>
                    <a:cubicBezTo>
                      <a:pt x="5106" y="3858"/>
                      <a:pt x="5130" y="3854"/>
                      <a:pt x="5153" y="3851"/>
                    </a:cubicBezTo>
                    <a:cubicBezTo>
                      <a:pt x="5180" y="3846"/>
                      <a:pt x="5206" y="3842"/>
                      <a:pt x="5233" y="3837"/>
                    </a:cubicBezTo>
                    <a:cubicBezTo>
                      <a:pt x="5262" y="3835"/>
                      <a:pt x="5290" y="3832"/>
                      <a:pt x="5319" y="3830"/>
                    </a:cubicBezTo>
                    <a:lnTo>
                      <a:pt x="5404" y="3827"/>
                    </a:lnTo>
                    <a:cubicBezTo>
                      <a:pt x="5429" y="3830"/>
                      <a:pt x="5454" y="3834"/>
                      <a:pt x="5479" y="3837"/>
                    </a:cubicBezTo>
                    <a:lnTo>
                      <a:pt x="5554" y="3861"/>
                    </a:lnTo>
                    <a:lnTo>
                      <a:pt x="5624" y="3840"/>
                    </a:lnTo>
                    <a:cubicBezTo>
                      <a:pt x="5653" y="3837"/>
                      <a:pt x="5681" y="3833"/>
                      <a:pt x="5710" y="3830"/>
                    </a:cubicBezTo>
                    <a:lnTo>
                      <a:pt x="5790" y="3827"/>
                    </a:lnTo>
                    <a:cubicBezTo>
                      <a:pt x="5820" y="3824"/>
                      <a:pt x="5851" y="3822"/>
                      <a:pt x="5881" y="3819"/>
                    </a:cubicBezTo>
                    <a:cubicBezTo>
                      <a:pt x="5908" y="3815"/>
                      <a:pt x="5934" y="3810"/>
                      <a:pt x="5961" y="3806"/>
                    </a:cubicBezTo>
                    <a:lnTo>
                      <a:pt x="6149" y="3758"/>
                    </a:lnTo>
                    <a:lnTo>
                      <a:pt x="6347" y="3703"/>
                    </a:lnTo>
                    <a:lnTo>
                      <a:pt x="6545" y="3653"/>
                    </a:lnTo>
                    <a:cubicBezTo>
                      <a:pt x="6542" y="3622"/>
                      <a:pt x="6538" y="3591"/>
                      <a:pt x="6535" y="3560"/>
                    </a:cubicBezTo>
                    <a:cubicBezTo>
                      <a:pt x="6522" y="3530"/>
                      <a:pt x="6510" y="3501"/>
                      <a:pt x="6497" y="3471"/>
                    </a:cubicBezTo>
                    <a:cubicBezTo>
                      <a:pt x="6477" y="3440"/>
                      <a:pt x="6458" y="3409"/>
                      <a:pt x="6438" y="3378"/>
                    </a:cubicBezTo>
                    <a:cubicBezTo>
                      <a:pt x="6411" y="3348"/>
                      <a:pt x="6385" y="3318"/>
                      <a:pt x="6358" y="3288"/>
                    </a:cubicBezTo>
                    <a:lnTo>
                      <a:pt x="6277" y="3204"/>
                    </a:lnTo>
                    <a:cubicBezTo>
                      <a:pt x="6249" y="3176"/>
                      <a:pt x="6220" y="3148"/>
                      <a:pt x="6192" y="3120"/>
                    </a:cubicBezTo>
                    <a:cubicBezTo>
                      <a:pt x="6169" y="3094"/>
                      <a:pt x="6145" y="3069"/>
                      <a:pt x="6122" y="3043"/>
                    </a:cubicBezTo>
                    <a:lnTo>
                      <a:pt x="5908" y="2784"/>
                    </a:lnTo>
                    <a:lnTo>
                      <a:pt x="5710" y="2531"/>
                    </a:lnTo>
                    <a:lnTo>
                      <a:pt x="5522" y="2267"/>
                    </a:lnTo>
                    <a:lnTo>
                      <a:pt x="5201" y="1705"/>
                    </a:lnTo>
                    <a:lnTo>
                      <a:pt x="5104" y="1602"/>
                    </a:lnTo>
                    <a:lnTo>
                      <a:pt x="4992" y="1496"/>
                    </a:lnTo>
                    <a:lnTo>
                      <a:pt x="4879" y="1394"/>
                    </a:lnTo>
                    <a:lnTo>
                      <a:pt x="4778" y="1298"/>
                    </a:lnTo>
                    <a:cubicBezTo>
                      <a:pt x="4749" y="1248"/>
                      <a:pt x="4721" y="1198"/>
                      <a:pt x="4692" y="1148"/>
                    </a:cubicBezTo>
                    <a:lnTo>
                      <a:pt x="4746" y="1130"/>
                    </a:lnTo>
                    <a:cubicBezTo>
                      <a:pt x="4758" y="1138"/>
                      <a:pt x="4771" y="1145"/>
                      <a:pt x="4783" y="1153"/>
                    </a:cubicBezTo>
                    <a:lnTo>
                      <a:pt x="4847" y="1174"/>
                    </a:lnTo>
                    <a:cubicBezTo>
                      <a:pt x="4865" y="1180"/>
                      <a:pt x="4883" y="1187"/>
                      <a:pt x="4901" y="1193"/>
                    </a:cubicBezTo>
                    <a:cubicBezTo>
                      <a:pt x="4921" y="1198"/>
                      <a:pt x="4940" y="1204"/>
                      <a:pt x="4960" y="1209"/>
                    </a:cubicBezTo>
                    <a:cubicBezTo>
                      <a:pt x="4953" y="1218"/>
                      <a:pt x="4945" y="1226"/>
                      <a:pt x="4938" y="1235"/>
                    </a:cubicBezTo>
                    <a:lnTo>
                      <a:pt x="5099" y="1288"/>
                    </a:lnTo>
                    <a:lnTo>
                      <a:pt x="5206" y="1288"/>
                    </a:lnTo>
                    <a:lnTo>
                      <a:pt x="5345" y="1285"/>
                    </a:lnTo>
                    <a:lnTo>
                      <a:pt x="5506" y="1280"/>
                    </a:lnTo>
                    <a:lnTo>
                      <a:pt x="5672" y="1280"/>
                    </a:lnTo>
                    <a:lnTo>
                      <a:pt x="5838" y="1280"/>
                    </a:lnTo>
                    <a:lnTo>
                      <a:pt x="5994" y="1280"/>
                    </a:lnTo>
                    <a:lnTo>
                      <a:pt x="6133" y="1288"/>
                    </a:lnTo>
                    <a:lnTo>
                      <a:pt x="6240" y="1293"/>
                    </a:lnTo>
                    <a:cubicBezTo>
                      <a:pt x="6265" y="1297"/>
                      <a:pt x="6290" y="1300"/>
                      <a:pt x="6315" y="1304"/>
                    </a:cubicBezTo>
                    <a:lnTo>
                      <a:pt x="6395" y="1328"/>
                    </a:lnTo>
                    <a:cubicBezTo>
                      <a:pt x="6411" y="1338"/>
                      <a:pt x="6427" y="1347"/>
                      <a:pt x="6443" y="1357"/>
                    </a:cubicBezTo>
                    <a:cubicBezTo>
                      <a:pt x="6452" y="1365"/>
                      <a:pt x="6461" y="1372"/>
                      <a:pt x="6470" y="1380"/>
                    </a:cubicBezTo>
                    <a:cubicBezTo>
                      <a:pt x="6477" y="1390"/>
                      <a:pt x="6485" y="1399"/>
                      <a:pt x="6492" y="1409"/>
                    </a:cubicBezTo>
                    <a:lnTo>
                      <a:pt x="6518" y="1441"/>
                    </a:lnTo>
                    <a:lnTo>
                      <a:pt x="6561" y="1478"/>
                    </a:lnTo>
                    <a:cubicBezTo>
                      <a:pt x="6572" y="1483"/>
                      <a:pt x="6582" y="1489"/>
                      <a:pt x="6593" y="1494"/>
                    </a:cubicBezTo>
                    <a:cubicBezTo>
                      <a:pt x="6607" y="1496"/>
                      <a:pt x="6622" y="1497"/>
                      <a:pt x="6636" y="1499"/>
                    </a:cubicBezTo>
                    <a:lnTo>
                      <a:pt x="6685" y="1502"/>
                    </a:lnTo>
                    <a:cubicBezTo>
                      <a:pt x="6703" y="1504"/>
                      <a:pt x="6720" y="1505"/>
                      <a:pt x="6738" y="1507"/>
                    </a:cubicBezTo>
                    <a:cubicBezTo>
                      <a:pt x="6756" y="1509"/>
                      <a:pt x="6774" y="1510"/>
                      <a:pt x="6792" y="1512"/>
                    </a:cubicBezTo>
                    <a:lnTo>
                      <a:pt x="6845" y="1565"/>
                    </a:lnTo>
                    <a:cubicBezTo>
                      <a:pt x="6856" y="1567"/>
                      <a:pt x="6866" y="1568"/>
                      <a:pt x="6877" y="1570"/>
                    </a:cubicBezTo>
                    <a:lnTo>
                      <a:pt x="6947" y="1570"/>
                    </a:lnTo>
                    <a:lnTo>
                      <a:pt x="7038" y="1576"/>
                    </a:lnTo>
                    <a:lnTo>
                      <a:pt x="7134" y="1576"/>
                    </a:lnTo>
                    <a:cubicBezTo>
                      <a:pt x="7164" y="1577"/>
                      <a:pt x="7195" y="1577"/>
                      <a:pt x="7225" y="1578"/>
                    </a:cubicBezTo>
                    <a:lnTo>
                      <a:pt x="7300" y="1581"/>
                    </a:lnTo>
                    <a:cubicBezTo>
                      <a:pt x="7331" y="1585"/>
                      <a:pt x="7361" y="1590"/>
                      <a:pt x="7392" y="1594"/>
                    </a:cubicBezTo>
                    <a:lnTo>
                      <a:pt x="7504" y="1610"/>
                    </a:lnTo>
                    <a:lnTo>
                      <a:pt x="7616" y="1623"/>
                    </a:lnTo>
                    <a:lnTo>
                      <a:pt x="7724" y="1636"/>
                    </a:lnTo>
                    <a:cubicBezTo>
                      <a:pt x="7754" y="1639"/>
                      <a:pt x="7785" y="1641"/>
                      <a:pt x="7815" y="1644"/>
                    </a:cubicBezTo>
                    <a:lnTo>
                      <a:pt x="7922" y="1647"/>
                    </a:lnTo>
                    <a:lnTo>
                      <a:pt x="8040" y="1647"/>
                    </a:lnTo>
                    <a:lnTo>
                      <a:pt x="8163" y="1644"/>
                    </a:lnTo>
                    <a:lnTo>
                      <a:pt x="8275" y="1644"/>
                    </a:lnTo>
                    <a:lnTo>
                      <a:pt x="8377" y="1652"/>
                    </a:lnTo>
                    <a:cubicBezTo>
                      <a:pt x="8386" y="1642"/>
                      <a:pt x="8395" y="1633"/>
                      <a:pt x="8404" y="1623"/>
                    </a:cubicBezTo>
                    <a:cubicBezTo>
                      <a:pt x="8418" y="1616"/>
                      <a:pt x="8433" y="1609"/>
                      <a:pt x="8447" y="1602"/>
                    </a:cubicBezTo>
                    <a:cubicBezTo>
                      <a:pt x="8461" y="1594"/>
                      <a:pt x="8476" y="1586"/>
                      <a:pt x="8490" y="1578"/>
                    </a:cubicBezTo>
                    <a:cubicBezTo>
                      <a:pt x="8499" y="1571"/>
                      <a:pt x="8507" y="1564"/>
                      <a:pt x="8516" y="1557"/>
                    </a:cubicBezTo>
                    <a:cubicBezTo>
                      <a:pt x="8525" y="1547"/>
                      <a:pt x="8534" y="1538"/>
                      <a:pt x="8543" y="1528"/>
                    </a:cubicBezTo>
                    <a:cubicBezTo>
                      <a:pt x="8545" y="1518"/>
                      <a:pt x="8546" y="1509"/>
                      <a:pt x="8548" y="1499"/>
                    </a:cubicBezTo>
                    <a:cubicBezTo>
                      <a:pt x="8546" y="1492"/>
                      <a:pt x="8545" y="1485"/>
                      <a:pt x="8543" y="1478"/>
                    </a:cubicBezTo>
                    <a:lnTo>
                      <a:pt x="8543" y="1454"/>
                    </a:lnTo>
                    <a:cubicBezTo>
                      <a:pt x="8545" y="1444"/>
                      <a:pt x="8546" y="1435"/>
                      <a:pt x="8548" y="1425"/>
                    </a:cubicBezTo>
                    <a:cubicBezTo>
                      <a:pt x="8555" y="1411"/>
                      <a:pt x="8563" y="1397"/>
                      <a:pt x="8570" y="1383"/>
                    </a:cubicBezTo>
                    <a:cubicBezTo>
                      <a:pt x="8590" y="1362"/>
                      <a:pt x="8609" y="1341"/>
                      <a:pt x="8629" y="1320"/>
                    </a:cubicBezTo>
                    <a:cubicBezTo>
                      <a:pt x="8652" y="1299"/>
                      <a:pt x="8675" y="1277"/>
                      <a:pt x="8698" y="1256"/>
                    </a:cubicBezTo>
                    <a:cubicBezTo>
                      <a:pt x="8714" y="1235"/>
                      <a:pt x="8731" y="1214"/>
                      <a:pt x="8747" y="1193"/>
                    </a:cubicBezTo>
                    <a:lnTo>
                      <a:pt x="8768" y="1148"/>
                    </a:lnTo>
                    <a:cubicBezTo>
                      <a:pt x="8775" y="1130"/>
                      <a:pt x="8783" y="1111"/>
                      <a:pt x="8790" y="1093"/>
                    </a:cubicBezTo>
                    <a:cubicBezTo>
                      <a:pt x="8793" y="1074"/>
                      <a:pt x="8797" y="1056"/>
                      <a:pt x="8800" y="1037"/>
                    </a:cubicBezTo>
                    <a:cubicBezTo>
                      <a:pt x="8807" y="1019"/>
                      <a:pt x="8815" y="1002"/>
                      <a:pt x="8822" y="984"/>
                    </a:cubicBezTo>
                    <a:cubicBezTo>
                      <a:pt x="8829" y="968"/>
                      <a:pt x="8836" y="953"/>
                      <a:pt x="8843" y="937"/>
                    </a:cubicBezTo>
                    <a:cubicBezTo>
                      <a:pt x="8852" y="924"/>
                      <a:pt x="8861" y="910"/>
                      <a:pt x="8870" y="897"/>
                    </a:cubicBezTo>
                    <a:cubicBezTo>
                      <a:pt x="8884" y="887"/>
                      <a:pt x="8899" y="878"/>
                      <a:pt x="8913" y="868"/>
                    </a:cubicBezTo>
                    <a:cubicBezTo>
                      <a:pt x="8929" y="858"/>
                      <a:pt x="8945" y="847"/>
                      <a:pt x="8961" y="837"/>
                    </a:cubicBezTo>
                    <a:lnTo>
                      <a:pt x="8993" y="802"/>
                    </a:lnTo>
                    <a:lnTo>
                      <a:pt x="9014" y="757"/>
                    </a:lnTo>
                    <a:lnTo>
                      <a:pt x="9014" y="723"/>
                    </a:lnTo>
                    <a:lnTo>
                      <a:pt x="9014" y="694"/>
                    </a:lnTo>
                    <a:cubicBezTo>
                      <a:pt x="9012" y="683"/>
                      <a:pt x="9011" y="673"/>
                      <a:pt x="9009" y="662"/>
                    </a:cubicBezTo>
                    <a:cubicBezTo>
                      <a:pt x="9007" y="652"/>
                      <a:pt x="9006" y="641"/>
                      <a:pt x="9004" y="631"/>
                    </a:cubicBezTo>
                    <a:cubicBezTo>
                      <a:pt x="9007" y="619"/>
                      <a:pt x="9011" y="606"/>
                      <a:pt x="9014" y="594"/>
                    </a:cubicBezTo>
                    <a:lnTo>
                      <a:pt x="8886" y="538"/>
                    </a:lnTo>
                    <a:lnTo>
                      <a:pt x="8757" y="478"/>
                    </a:lnTo>
                    <a:lnTo>
                      <a:pt x="8650" y="412"/>
                    </a:lnTo>
                    <a:cubicBezTo>
                      <a:pt x="8620" y="387"/>
                      <a:pt x="8589" y="363"/>
                      <a:pt x="8559" y="338"/>
                    </a:cubicBezTo>
                    <a:cubicBezTo>
                      <a:pt x="8534" y="310"/>
                      <a:pt x="8509" y="281"/>
                      <a:pt x="8484" y="253"/>
                    </a:cubicBezTo>
                    <a:cubicBezTo>
                      <a:pt x="8456" y="207"/>
                      <a:pt x="8427" y="162"/>
                      <a:pt x="8399" y="116"/>
                    </a:cubicBezTo>
                    <a:lnTo>
                      <a:pt x="8468" y="92"/>
                    </a:lnTo>
                    <a:cubicBezTo>
                      <a:pt x="8495" y="89"/>
                      <a:pt x="8521" y="85"/>
                      <a:pt x="8548" y="82"/>
                    </a:cubicBezTo>
                    <a:lnTo>
                      <a:pt x="8640" y="61"/>
                    </a:lnTo>
                    <a:lnTo>
                      <a:pt x="8698" y="3"/>
                    </a:lnTo>
                    <a:lnTo>
                      <a:pt x="877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19"/>
              <p:cNvSpPr/>
              <p:nvPr/>
            </p:nvSpPr>
            <p:spPr bwMode="auto">
              <a:xfrm>
                <a:off x="3618318" y="1512649"/>
                <a:ext cx="554512" cy="743794"/>
              </a:xfrm>
              <a:custGeom>
                <a:avLst/>
                <a:gdLst>
                  <a:gd name="T0" fmla="*/ 273 w 417"/>
                  <a:gd name="T1" fmla="*/ 17 h 560"/>
                  <a:gd name="T2" fmla="*/ 290 w 417"/>
                  <a:gd name="T3" fmla="*/ 37 h 560"/>
                  <a:gd name="T4" fmla="*/ 301 w 417"/>
                  <a:gd name="T5" fmla="*/ 61 h 560"/>
                  <a:gd name="T6" fmla="*/ 339 w 417"/>
                  <a:gd name="T7" fmla="*/ 92 h 560"/>
                  <a:gd name="T8" fmla="*/ 364 w 417"/>
                  <a:gd name="T9" fmla="*/ 121 h 560"/>
                  <a:gd name="T10" fmla="*/ 385 w 417"/>
                  <a:gd name="T11" fmla="*/ 160 h 560"/>
                  <a:gd name="T12" fmla="*/ 393 w 417"/>
                  <a:gd name="T13" fmla="*/ 224 h 560"/>
                  <a:gd name="T14" fmla="*/ 402 w 417"/>
                  <a:gd name="T15" fmla="*/ 251 h 560"/>
                  <a:gd name="T16" fmla="*/ 411 w 417"/>
                  <a:gd name="T17" fmla="*/ 272 h 560"/>
                  <a:gd name="T18" fmla="*/ 417 w 417"/>
                  <a:gd name="T19" fmla="*/ 292 h 560"/>
                  <a:gd name="T20" fmla="*/ 416 w 417"/>
                  <a:gd name="T21" fmla="*/ 321 h 560"/>
                  <a:gd name="T22" fmla="*/ 408 w 417"/>
                  <a:gd name="T23" fmla="*/ 365 h 560"/>
                  <a:gd name="T24" fmla="*/ 408 w 417"/>
                  <a:gd name="T25" fmla="*/ 400 h 560"/>
                  <a:gd name="T26" fmla="*/ 409 w 417"/>
                  <a:gd name="T27" fmla="*/ 426 h 560"/>
                  <a:gd name="T28" fmla="*/ 402 w 417"/>
                  <a:gd name="T29" fmla="*/ 448 h 560"/>
                  <a:gd name="T30" fmla="*/ 372 w 417"/>
                  <a:gd name="T31" fmla="*/ 474 h 560"/>
                  <a:gd name="T32" fmla="*/ 380 w 417"/>
                  <a:gd name="T33" fmla="*/ 510 h 560"/>
                  <a:gd name="T34" fmla="*/ 382 w 417"/>
                  <a:gd name="T35" fmla="*/ 521 h 560"/>
                  <a:gd name="T36" fmla="*/ 374 w 417"/>
                  <a:gd name="T37" fmla="*/ 539 h 560"/>
                  <a:gd name="T38" fmla="*/ 361 w 417"/>
                  <a:gd name="T39" fmla="*/ 554 h 560"/>
                  <a:gd name="T40" fmla="*/ 336 w 417"/>
                  <a:gd name="T41" fmla="*/ 552 h 560"/>
                  <a:gd name="T42" fmla="*/ 288 w 417"/>
                  <a:gd name="T43" fmla="*/ 539 h 560"/>
                  <a:gd name="T44" fmla="*/ 232 w 417"/>
                  <a:gd name="T45" fmla="*/ 526 h 560"/>
                  <a:gd name="T46" fmla="*/ 179 w 417"/>
                  <a:gd name="T47" fmla="*/ 512 h 560"/>
                  <a:gd name="T48" fmla="*/ 141 w 417"/>
                  <a:gd name="T49" fmla="*/ 494 h 560"/>
                  <a:gd name="T50" fmla="*/ 130 w 417"/>
                  <a:gd name="T51" fmla="*/ 474 h 560"/>
                  <a:gd name="T52" fmla="*/ 130 w 417"/>
                  <a:gd name="T53" fmla="*/ 457 h 560"/>
                  <a:gd name="T54" fmla="*/ 115 w 417"/>
                  <a:gd name="T55" fmla="*/ 431 h 560"/>
                  <a:gd name="T56" fmla="*/ 75 w 417"/>
                  <a:gd name="T57" fmla="*/ 390 h 560"/>
                  <a:gd name="T58" fmla="*/ 36 w 417"/>
                  <a:gd name="T59" fmla="*/ 352 h 560"/>
                  <a:gd name="T60" fmla="*/ 12 w 417"/>
                  <a:gd name="T61" fmla="*/ 307 h 560"/>
                  <a:gd name="T62" fmla="*/ 0 w 417"/>
                  <a:gd name="T63" fmla="*/ 248 h 560"/>
                  <a:gd name="T64" fmla="*/ 4 w 417"/>
                  <a:gd name="T65" fmla="*/ 187 h 560"/>
                  <a:gd name="T66" fmla="*/ 20 w 417"/>
                  <a:gd name="T67" fmla="*/ 135 h 560"/>
                  <a:gd name="T68" fmla="*/ 26 w 417"/>
                  <a:gd name="T69" fmla="*/ 105 h 560"/>
                  <a:gd name="T70" fmla="*/ 39 w 417"/>
                  <a:gd name="T71" fmla="*/ 101 h 560"/>
                  <a:gd name="T72" fmla="*/ 51 w 417"/>
                  <a:gd name="T73" fmla="*/ 84 h 560"/>
                  <a:gd name="T74" fmla="*/ 62 w 417"/>
                  <a:gd name="T75" fmla="*/ 70 h 560"/>
                  <a:gd name="T76" fmla="*/ 104 w 417"/>
                  <a:gd name="T77" fmla="*/ 51 h 560"/>
                  <a:gd name="T78" fmla="*/ 128 w 417"/>
                  <a:gd name="T79" fmla="*/ 40 h 560"/>
                  <a:gd name="T80" fmla="*/ 141 w 417"/>
                  <a:gd name="T81" fmla="*/ 25 h 560"/>
                  <a:gd name="T82" fmla="*/ 154 w 417"/>
                  <a:gd name="T83" fmla="*/ 27 h 560"/>
                  <a:gd name="T84" fmla="*/ 163 w 417"/>
                  <a:gd name="T85" fmla="*/ 25 h 560"/>
                  <a:gd name="T86" fmla="*/ 166 w 417"/>
                  <a:gd name="T87" fmla="*/ 18 h 560"/>
                  <a:gd name="T88" fmla="*/ 171 w 417"/>
                  <a:gd name="T89" fmla="*/ 16 h 560"/>
                  <a:gd name="T90" fmla="*/ 181 w 417"/>
                  <a:gd name="T91" fmla="*/ 13 h 560"/>
                  <a:gd name="T92" fmla="*/ 207 w 417"/>
                  <a:gd name="T93" fmla="*/ 5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17" h="560">
                    <a:moveTo>
                      <a:pt x="220" y="0"/>
                    </a:moveTo>
                    <a:lnTo>
                      <a:pt x="273" y="17"/>
                    </a:lnTo>
                    <a:lnTo>
                      <a:pt x="284" y="25"/>
                    </a:lnTo>
                    <a:lnTo>
                      <a:pt x="290" y="37"/>
                    </a:lnTo>
                    <a:lnTo>
                      <a:pt x="295" y="48"/>
                    </a:lnTo>
                    <a:lnTo>
                      <a:pt x="301" y="61"/>
                    </a:lnTo>
                    <a:lnTo>
                      <a:pt x="306" y="73"/>
                    </a:lnTo>
                    <a:lnTo>
                      <a:pt x="339" y="92"/>
                    </a:lnTo>
                    <a:lnTo>
                      <a:pt x="351" y="104"/>
                    </a:lnTo>
                    <a:lnTo>
                      <a:pt x="364" y="121"/>
                    </a:lnTo>
                    <a:lnTo>
                      <a:pt x="376" y="140"/>
                    </a:lnTo>
                    <a:lnTo>
                      <a:pt x="385" y="160"/>
                    </a:lnTo>
                    <a:lnTo>
                      <a:pt x="393" y="175"/>
                    </a:lnTo>
                    <a:lnTo>
                      <a:pt x="393" y="224"/>
                    </a:lnTo>
                    <a:lnTo>
                      <a:pt x="396" y="240"/>
                    </a:lnTo>
                    <a:lnTo>
                      <a:pt x="402" y="251"/>
                    </a:lnTo>
                    <a:lnTo>
                      <a:pt x="407" y="262"/>
                    </a:lnTo>
                    <a:lnTo>
                      <a:pt x="411" y="272"/>
                    </a:lnTo>
                    <a:lnTo>
                      <a:pt x="415" y="281"/>
                    </a:lnTo>
                    <a:lnTo>
                      <a:pt x="417" y="292"/>
                    </a:lnTo>
                    <a:lnTo>
                      <a:pt x="417" y="305"/>
                    </a:lnTo>
                    <a:lnTo>
                      <a:pt x="416" y="321"/>
                    </a:lnTo>
                    <a:lnTo>
                      <a:pt x="412" y="343"/>
                    </a:lnTo>
                    <a:lnTo>
                      <a:pt x="408" y="365"/>
                    </a:lnTo>
                    <a:lnTo>
                      <a:pt x="408" y="385"/>
                    </a:lnTo>
                    <a:lnTo>
                      <a:pt x="408" y="400"/>
                    </a:lnTo>
                    <a:lnTo>
                      <a:pt x="409" y="413"/>
                    </a:lnTo>
                    <a:lnTo>
                      <a:pt x="409" y="426"/>
                    </a:lnTo>
                    <a:lnTo>
                      <a:pt x="407" y="437"/>
                    </a:lnTo>
                    <a:lnTo>
                      <a:pt x="402" y="448"/>
                    </a:lnTo>
                    <a:lnTo>
                      <a:pt x="390" y="460"/>
                    </a:lnTo>
                    <a:lnTo>
                      <a:pt x="372" y="474"/>
                    </a:lnTo>
                    <a:lnTo>
                      <a:pt x="372" y="508"/>
                    </a:lnTo>
                    <a:lnTo>
                      <a:pt x="380" y="510"/>
                    </a:lnTo>
                    <a:lnTo>
                      <a:pt x="382" y="514"/>
                    </a:lnTo>
                    <a:lnTo>
                      <a:pt x="382" y="521"/>
                    </a:lnTo>
                    <a:lnTo>
                      <a:pt x="382" y="530"/>
                    </a:lnTo>
                    <a:lnTo>
                      <a:pt x="374" y="539"/>
                    </a:lnTo>
                    <a:lnTo>
                      <a:pt x="369" y="547"/>
                    </a:lnTo>
                    <a:lnTo>
                      <a:pt x="361" y="554"/>
                    </a:lnTo>
                    <a:lnTo>
                      <a:pt x="352" y="560"/>
                    </a:lnTo>
                    <a:lnTo>
                      <a:pt x="336" y="552"/>
                    </a:lnTo>
                    <a:lnTo>
                      <a:pt x="314" y="545"/>
                    </a:lnTo>
                    <a:lnTo>
                      <a:pt x="288" y="539"/>
                    </a:lnTo>
                    <a:lnTo>
                      <a:pt x="260" y="532"/>
                    </a:lnTo>
                    <a:lnTo>
                      <a:pt x="232" y="526"/>
                    </a:lnTo>
                    <a:lnTo>
                      <a:pt x="205" y="519"/>
                    </a:lnTo>
                    <a:lnTo>
                      <a:pt x="179" y="512"/>
                    </a:lnTo>
                    <a:lnTo>
                      <a:pt x="158" y="503"/>
                    </a:lnTo>
                    <a:lnTo>
                      <a:pt x="141" y="494"/>
                    </a:lnTo>
                    <a:lnTo>
                      <a:pt x="132" y="481"/>
                    </a:lnTo>
                    <a:lnTo>
                      <a:pt x="130" y="474"/>
                    </a:lnTo>
                    <a:lnTo>
                      <a:pt x="130" y="465"/>
                    </a:lnTo>
                    <a:lnTo>
                      <a:pt x="130" y="457"/>
                    </a:lnTo>
                    <a:lnTo>
                      <a:pt x="128" y="451"/>
                    </a:lnTo>
                    <a:lnTo>
                      <a:pt x="115" y="431"/>
                    </a:lnTo>
                    <a:lnTo>
                      <a:pt x="96" y="411"/>
                    </a:lnTo>
                    <a:lnTo>
                      <a:pt x="75" y="390"/>
                    </a:lnTo>
                    <a:lnTo>
                      <a:pt x="53" y="371"/>
                    </a:lnTo>
                    <a:lnTo>
                      <a:pt x="36" y="352"/>
                    </a:lnTo>
                    <a:lnTo>
                      <a:pt x="22" y="332"/>
                    </a:lnTo>
                    <a:lnTo>
                      <a:pt x="12" y="307"/>
                    </a:lnTo>
                    <a:lnTo>
                      <a:pt x="4" y="279"/>
                    </a:lnTo>
                    <a:lnTo>
                      <a:pt x="0" y="248"/>
                    </a:lnTo>
                    <a:lnTo>
                      <a:pt x="0" y="216"/>
                    </a:lnTo>
                    <a:lnTo>
                      <a:pt x="4" y="187"/>
                    </a:lnTo>
                    <a:lnTo>
                      <a:pt x="11" y="158"/>
                    </a:lnTo>
                    <a:lnTo>
                      <a:pt x="20" y="135"/>
                    </a:lnTo>
                    <a:lnTo>
                      <a:pt x="33" y="116"/>
                    </a:lnTo>
                    <a:lnTo>
                      <a:pt x="26" y="105"/>
                    </a:lnTo>
                    <a:lnTo>
                      <a:pt x="30" y="105"/>
                    </a:lnTo>
                    <a:lnTo>
                      <a:pt x="39" y="101"/>
                    </a:lnTo>
                    <a:lnTo>
                      <a:pt x="45" y="93"/>
                    </a:lnTo>
                    <a:lnTo>
                      <a:pt x="51" y="84"/>
                    </a:lnTo>
                    <a:lnTo>
                      <a:pt x="56" y="77"/>
                    </a:lnTo>
                    <a:lnTo>
                      <a:pt x="62" y="70"/>
                    </a:lnTo>
                    <a:lnTo>
                      <a:pt x="83" y="59"/>
                    </a:lnTo>
                    <a:lnTo>
                      <a:pt x="104" y="51"/>
                    </a:lnTo>
                    <a:lnTo>
                      <a:pt x="126" y="40"/>
                    </a:lnTo>
                    <a:lnTo>
                      <a:pt x="128" y="40"/>
                    </a:lnTo>
                    <a:lnTo>
                      <a:pt x="132" y="24"/>
                    </a:lnTo>
                    <a:lnTo>
                      <a:pt x="141" y="25"/>
                    </a:lnTo>
                    <a:lnTo>
                      <a:pt x="148" y="26"/>
                    </a:lnTo>
                    <a:lnTo>
                      <a:pt x="154" y="27"/>
                    </a:lnTo>
                    <a:lnTo>
                      <a:pt x="162" y="30"/>
                    </a:lnTo>
                    <a:lnTo>
                      <a:pt x="163" y="25"/>
                    </a:lnTo>
                    <a:lnTo>
                      <a:pt x="165" y="21"/>
                    </a:lnTo>
                    <a:lnTo>
                      <a:pt x="166" y="18"/>
                    </a:lnTo>
                    <a:lnTo>
                      <a:pt x="168" y="17"/>
                    </a:lnTo>
                    <a:lnTo>
                      <a:pt x="171" y="16"/>
                    </a:lnTo>
                    <a:lnTo>
                      <a:pt x="175" y="15"/>
                    </a:lnTo>
                    <a:lnTo>
                      <a:pt x="181" y="13"/>
                    </a:lnTo>
                    <a:lnTo>
                      <a:pt x="194" y="9"/>
                    </a:lnTo>
                    <a:lnTo>
                      <a:pt x="207" y="5"/>
                    </a:lnTo>
                    <a:lnTo>
                      <a:pt x="22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28"/>
              <p:cNvSpPr/>
              <p:nvPr/>
            </p:nvSpPr>
            <p:spPr bwMode="auto">
              <a:xfrm>
                <a:off x="3996221" y="2265968"/>
                <a:ext cx="449091" cy="1324957"/>
              </a:xfrm>
              <a:custGeom>
                <a:avLst/>
                <a:gdLst>
                  <a:gd name="T0" fmla="*/ 83 w 323"/>
                  <a:gd name="T1" fmla="*/ 8 h 952"/>
                  <a:gd name="T2" fmla="*/ 95 w 323"/>
                  <a:gd name="T3" fmla="*/ 19 h 952"/>
                  <a:gd name="T4" fmla="*/ 91 w 323"/>
                  <a:gd name="T5" fmla="*/ 37 h 952"/>
                  <a:gd name="T6" fmla="*/ 88 w 323"/>
                  <a:gd name="T7" fmla="*/ 55 h 952"/>
                  <a:gd name="T8" fmla="*/ 88 w 323"/>
                  <a:gd name="T9" fmla="*/ 60 h 952"/>
                  <a:gd name="T10" fmla="*/ 96 w 323"/>
                  <a:gd name="T11" fmla="*/ 90 h 952"/>
                  <a:gd name="T12" fmla="*/ 110 w 323"/>
                  <a:gd name="T13" fmla="*/ 113 h 952"/>
                  <a:gd name="T14" fmla="*/ 118 w 323"/>
                  <a:gd name="T15" fmla="*/ 122 h 952"/>
                  <a:gd name="T16" fmla="*/ 141 w 323"/>
                  <a:gd name="T17" fmla="*/ 148 h 952"/>
                  <a:gd name="T18" fmla="*/ 148 w 323"/>
                  <a:gd name="T19" fmla="*/ 158 h 952"/>
                  <a:gd name="T20" fmla="*/ 174 w 323"/>
                  <a:gd name="T21" fmla="*/ 215 h 952"/>
                  <a:gd name="T22" fmla="*/ 198 w 323"/>
                  <a:gd name="T23" fmla="*/ 275 h 952"/>
                  <a:gd name="T24" fmla="*/ 219 w 323"/>
                  <a:gd name="T25" fmla="*/ 333 h 952"/>
                  <a:gd name="T26" fmla="*/ 236 w 323"/>
                  <a:gd name="T27" fmla="*/ 382 h 952"/>
                  <a:gd name="T28" fmla="*/ 246 w 323"/>
                  <a:gd name="T29" fmla="*/ 416 h 952"/>
                  <a:gd name="T30" fmla="*/ 250 w 323"/>
                  <a:gd name="T31" fmla="*/ 429 h 952"/>
                  <a:gd name="T32" fmla="*/ 264 w 323"/>
                  <a:gd name="T33" fmla="*/ 481 h 952"/>
                  <a:gd name="T34" fmla="*/ 279 w 323"/>
                  <a:gd name="T35" fmla="*/ 548 h 952"/>
                  <a:gd name="T36" fmla="*/ 292 w 323"/>
                  <a:gd name="T37" fmla="*/ 623 h 952"/>
                  <a:gd name="T38" fmla="*/ 302 w 323"/>
                  <a:gd name="T39" fmla="*/ 698 h 952"/>
                  <a:gd name="T40" fmla="*/ 312 w 323"/>
                  <a:gd name="T41" fmla="*/ 767 h 952"/>
                  <a:gd name="T42" fmla="*/ 319 w 323"/>
                  <a:gd name="T43" fmla="*/ 820 h 952"/>
                  <a:gd name="T44" fmla="*/ 323 w 323"/>
                  <a:gd name="T45" fmla="*/ 850 h 952"/>
                  <a:gd name="T46" fmla="*/ 273 w 323"/>
                  <a:gd name="T47" fmla="*/ 952 h 952"/>
                  <a:gd name="T48" fmla="*/ 178 w 323"/>
                  <a:gd name="T49" fmla="*/ 860 h 952"/>
                  <a:gd name="T50" fmla="*/ 165 w 323"/>
                  <a:gd name="T51" fmla="*/ 709 h 952"/>
                  <a:gd name="T52" fmla="*/ 158 w 323"/>
                  <a:gd name="T53" fmla="*/ 630 h 952"/>
                  <a:gd name="T54" fmla="*/ 152 w 323"/>
                  <a:gd name="T55" fmla="*/ 565 h 952"/>
                  <a:gd name="T56" fmla="*/ 147 w 323"/>
                  <a:gd name="T57" fmla="*/ 521 h 952"/>
                  <a:gd name="T58" fmla="*/ 145 w 323"/>
                  <a:gd name="T59" fmla="*/ 504 h 952"/>
                  <a:gd name="T60" fmla="*/ 137 w 323"/>
                  <a:gd name="T61" fmla="*/ 461 h 952"/>
                  <a:gd name="T62" fmla="*/ 127 w 323"/>
                  <a:gd name="T63" fmla="*/ 420 h 952"/>
                  <a:gd name="T64" fmla="*/ 118 w 323"/>
                  <a:gd name="T65" fmla="*/ 389 h 952"/>
                  <a:gd name="T66" fmla="*/ 115 w 323"/>
                  <a:gd name="T67" fmla="*/ 376 h 952"/>
                  <a:gd name="T68" fmla="*/ 58 w 323"/>
                  <a:gd name="T69" fmla="*/ 209 h 952"/>
                  <a:gd name="T70" fmla="*/ 48 w 323"/>
                  <a:gd name="T71" fmla="*/ 169 h 952"/>
                  <a:gd name="T72" fmla="*/ 46 w 323"/>
                  <a:gd name="T73" fmla="*/ 129 h 952"/>
                  <a:gd name="T74" fmla="*/ 48 w 323"/>
                  <a:gd name="T75" fmla="*/ 96 h 952"/>
                  <a:gd name="T76" fmla="*/ 49 w 323"/>
                  <a:gd name="T77" fmla="*/ 83 h 952"/>
                  <a:gd name="T78" fmla="*/ 26 w 323"/>
                  <a:gd name="T79" fmla="*/ 63 h 952"/>
                  <a:gd name="T80" fmla="*/ 8 w 323"/>
                  <a:gd name="T81" fmla="*/ 45 h 952"/>
                  <a:gd name="T82" fmla="*/ 0 w 323"/>
                  <a:gd name="T83" fmla="*/ 37 h 952"/>
                  <a:gd name="T84" fmla="*/ 17 w 323"/>
                  <a:gd name="T85" fmla="*/ 13 h 952"/>
                  <a:gd name="T86" fmla="*/ 24 w 323"/>
                  <a:gd name="T87" fmla="*/ 7 h 952"/>
                  <a:gd name="T88" fmla="*/ 53 w 323"/>
                  <a:gd name="T89" fmla="*/ 7 h 952"/>
                  <a:gd name="T90" fmla="*/ 66 w 323"/>
                  <a:gd name="T91" fmla="*/ 3 h 952"/>
                  <a:gd name="T92" fmla="*/ 69 w 323"/>
                  <a:gd name="T93" fmla="*/ 0 h 9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23" h="952">
                    <a:moveTo>
                      <a:pt x="69" y="0"/>
                    </a:moveTo>
                    <a:lnTo>
                      <a:pt x="83" y="8"/>
                    </a:lnTo>
                    <a:lnTo>
                      <a:pt x="91" y="15"/>
                    </a:lnTo>
                    <a:lnTo>
                      <a:pt x="95" y="19"/>
                    </a:lnTo>
                    <a:lnTo>
                      <a:pt x="95" y="21"/>
                    </a:lnTo>
                    <a:lnTo>
                      <a:pt x="91" y="37"/>
                    </a:lnTo>
                    <a:lnTo>
                      <a:pt x="90" y="48"/>
                    </a:lnTo>
                    <a:lnTo>
                      <a:pt x="88" y="55"/>
                    </a:lnTo>
                    <a:lnTo>
                      <a:pt x="88" y="59"/>
                    </a:lnTo>
                    <a:lnTo>
                      <a:pt x="88" y="60"/>
                    </a:lnTo>
                    <a:lnTo>
                      <a:pt x="92" y="73"/>
                    </a:lnTo>
                    <a:lnTo>
                      <a:pt x="96" y="90"/>
                    </a:lnTo>
                    <a:lnTo>
                      <a:pt x="104" y="103"/>
                    </a:lnTo>
                    <a:lnTo>
                      <a:pt x="110" y="113"/>
                    </a:lnTo>
                    <a:lnTo>
                      <a:pt x="115" y="121"/>
                    </a:lnTo>
                    <a:lnTo>
                      <a:pt x="118" y="122"/>
                    </a:lnTo>
                    <a:lnTo>
                      <a:pt x="132" y="138"/>
                    </a:lnTo>
                    <a:lnTo>
                      <a:pt x="141" y="148"/>
                    </a:lnTo>
                    <a:lnTo>
                      <a:pt x="147" y="156"/>
                    </a:lnTo>
                    <a:lnTo>
                      <a:pt x="148" y="158"/>
                    </a:lnTo>
                    <a:lnTo>
                      <a:pt x="161" y="186"/>
                    </a:lnTo>
                    <a:lnTo>
                      <a:pt x="174" y="215"/>
                    </a:lnTo>
                    <a:lnTo>
                      <a:pt x="187" y="245"/>
                    </a:lnTo>
                    <a:lnTo>
                      <a:pt x="198" y="275"/>
                    </a:lnTo>
                    <a:lnTo>
                      <a:pt x="209" y="305"/>
                    </a:lnTo>
                    <a:lnTo>
                      <a:pt x="219" y="333"/>
                    </a:lnTo>
                    <a:lnTo>
                      <a:pt x="228" y="359"/>
                    </a:lnTo>
                    <a:lnTo>
                      <a:pt x="236" y="382"/>
                    </a:lnTo>
                    <a:lnTo>
                      <a:pt x="241" y="402"/>
                    </a:lnTo>
                    <a:lnTo>
                      <a:pt x="246" y="416"/>
                    </a:lnTo>
                    <a:lnTo>
                      <a:pt x="249" y="425"/>
                    </a:lnTo>
                    <a:lnTo>
                      <a:pt x="250" y="429"/>
                    </a:lnTo>
                    <a:lnTo>
                      <a:pt x="258" y="452"/>
                    </a:lnTo>
                    <a:lnTo>
                      <a:pt x="264" y="481"/>
                    </a:lnTo>
                    <a:lnTo>
                      <a:pt x="272" y="513"/>
                    </a:lnTo>
                    <a:lnTo>
                      <a:pt x="279" y="548"/>
                    </a:lnTo>
                    <a:lnTo>
                      <a:pt x="285" y="586"/>
                    </a:lnTo>
                    <a:lnTo>
                      <a:pt x="292" y="623"/>
                    </a:lnTo>
                    <a:lnTo>
                      <a:pt x="297" y="662"/>
                    </a:lnTo>
                    <a:lnTo>
                      <a:pt x="302" y="698"/>
                    </a:lnTo>
                    <a:lnTo>
                      <a:pt x="307" y="735"/>
                    </a:lnTo>
                    <a:lnTo>
                      <a:pt x="312" y="767"/>
                    </a:lnTo>
                    <a:lnTo>
                      <a:pt x="315" y="795"/>
                    </a:lnTo>
                    <a:lnTo>
                      <a:pt x="319" y="820"/>
                    </a:lnTo>
                    <a:lnTo>
                      <a:pt x="320" y="838"/>
                    </a:lnTo>
                    <a:lnTo>
                      <a:pt x="323" y="850"/>
                    </a:lnTo>
                    <a:lnTo>
                      <a:pt x="323" y="854"/>
                    </a:lnTo>
                    <a:lnTo>
                      <a:pt x="273" y="952"/>
                    </a:lnTo>
                    <a:lnTo>
                      <a:pt x="182" y="879"/>
                    </a:lnTo>
                    <a:lnTo>
                      <a:pt x="178" y="860"/>
                    </a:lnTo>
                    <a:lnTo>
                      <a:pt x="171" y="798"/>
                    </a:lnTo>
                    <a:lnTo>
                      <a:pt x="165" y="709"/>
                    </a:lnTo>
                    <a:lnTo>
                      <a:pt x="162" y="668"/>
                    </a:lnTo>
                    <a:lnTo>
                      <a:pt x="158" y="630"/>
                    </a:lnTo>
                    <a:lnTo>
                      <a:pt x="156" y="596"/>
                    </a:lnTo>
                    <a:lnTo>
                      <a:pt x="152" y="565"/>
                    </a:lnTo>
                    <a:lnTo>
                      <a:pt x="149" y="540"/>
                    </a:lnTo>
                    <a:lnTo>
                      <a:pt x="147" y="521"/>
                    </a:lnTo>
                    <a:lnTo>
                      <a:pt x="145" y="509"/>
                    </a:lnTo>
                    <a:lnTo>
                      <a:pt x="145" y="504"/>
                    </a:lnTo>
                    <a:lnTo>
                      <a:pt x="141" y="483"/>
                    </a:lnTo>
                    <a:lnTo>
                      <a:pt x="137" y="461"/>
                    </a:lnTo>
                    <a:lnTo>
                      <a:pt x="132" y="439"/>
                    </a:lnTo>
                    <a:lnTo>
                      <a:pt x="127" y="420"/>
                    </a:lnTo>
                    <a:lnTo>
                      <a:pt x="122" y="402"/>
                    </a:lnTo>
                    <a:lnTo>
                      <a:pt x="118" y="389"/>
                    </a:lnTo>
                    <a:lnTo>
                      <a:pt x="115" y="380"/>
                    </a:lnTo>
                    <a:lnTo>
                      <a:pt x="115" y="376"/>
                    </a:lnTo>
                    <a:lnTo>
                      <a:pt x="86" y="288"/>
                    </a:lnTo>
                    <a:lnTo>
                      <a:pt x="58" y="209"/>
                    </a:lnTo>
                    <a:lnTo>
                      <a:pt x="52" y="190"/>
                    </a:lnTo>
                    <a:lnTo>
                      <a:pt x="48" y="169"/>
                    </a:lnTo>
                    <a:lnTo>
                      <a:pt x="47" y="148"/>
                    </a:lnTo>
                    <a:lnTo>
                      <a:pt x="46" y="129"/>
                    </a:lnTo>
                    <a:lnTo>
                      <a:pt x="47" y="111"/>
                    </a:lnTo>
                    <a:lnTo>
                      <a:pt x="48" y="96"/>
                    </a:lnTo>
                    <a:lnTo>
                      <a:pt x="48" y="87"/>
                    </a:lnTo>
                    <a:lnTo>
                      <a:pt x="49" y="83"/>
                    </a:lnTo>
                    <a:lnTo>
                      <a:pt x="38" y="73"/>
                    </a:lnTo>
                    <a:lnTo>
                      <a:pt x="26" y="63"/>
                    </a:lnTo>
                    <a:lnTo>
                      <a:pt x="16" y="52"/>
                    </a:lnTo>
                    <a:lnTo>
                      <a:pt x="8" y="45"/>
                    </a:lnTo>
                    <a:lnTo>
                      <a:pt x="2" y="39"/>
                    </a:lnTo>
                    <a:lnTo>
                      <a:pt x="0" y="37"/>
                    </a:lnTo>
                    <a:lnTo>
                      <a:pt x="9" y="24"/>
                    </a:lnTo>
                    <a:lnTo>
                      <a:pt x="17" y="13"/>
                    </a:lnTo>
                    <a:lnTo>
                      <a:pt x="21" y="10"/>
                    </a:lnTo>
                    <a:lnTo>
                      <a:pt x="24" y="7"/>
                    </a:lnTo>
                    <a:lnTo>
                      <a:pt x="40" y="8"/>
                    </a:lnTo>
                    <a:lnTo>
                      <a:pt x="53" y="7"/>
                    </a:lnTo>
                    <a:lnTo>
                      <a:pt x="61" y="6"/>
                    </a:lnTo>
                    <a:lnTo>
                      <a:pt x="66" y="3"/>
                    </a:lnTo>
                    <a:lnTo>
                      <a:pt x="69" y="2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11314" y="1822937"/>
              <a:ext cx="2306669" cy="1009826"/>
              <a:chOff x="911314" y="1822937"/>
              <a:chExt cx="2306669" cy="1009826"/>
            </a:xfrm>
            <a:grpFill/>
          </p:grpSpPr>
          <p:sp>
            <p:nvSpPr>
              <p:cNvPr id="31" name="Freeform 46"/>
              <p:cNvSpPr/>
              <p:nvPr/>
            </p:nvSpPr>
            <p:spPr bwMode="auto">
              <a:xfrm>
                <a:off x="911314" y="2573932"/>
                <a:ext cx="184880" cy="258831"/>
              </a:xfrm>
              <a:custGeom>
                <a:avLst/>
                <a:gdLst>
                  <a:gd name="T0" fmla="*/ 115 w 149"/>
                  <a:gd name="T1" fmla="*/ 0 h 209"/>
                  <a:gd name="T2" fmla="*/ 128 w 149"/>
                  <a:gd name="T3" fmla="*/ 19 h 209"/>
                  <a:gd name="T4" fmla="*/ 137 w 149"/>
                  <a:gd name="T5" fmla="*/ 39 h 209"/>
                  <a:gd name="T6" fmla="*/ 142 w 149"/>
                  <a:gd name="T7" fmla="*/ 55 h 209"/>
                  <a:gd name="T8" fmla="*/ 146 w 149"/>
                  <a:gd name="T9" fmla="*/ 70 h 209"/>
                  <a:gd name="T10" fmla="*/ 147 w 149"/>
                  <a:gd name="T11" fmla="*/ 79 h 209"/>
                  <a:gd name="T12" fmla="*/ 149 w 149"/>
                  <a:gd name="T13" fmla="*/ 83 h 209"/>
                  <a:gd name="T14" fmla="*/ 146 w 149"/>
                  <a:gd name="T15" fmla="*/ 99 h 209"/>
                  <a:gd name="T16" fmla="*/ 142 w 149"/>
                  <a:gd name="T17" fmla="*/ 117 h 209"/>
                  <a:gd name="T18" fmla="*/ 138 w 149"/>
                  <a:gd name="T19" fmla="*/ 133 h 209"/>
                  <a:gd name="T20" fmla="*/ 133 w 149"/>
                  <a:gd name="T21" fmla="*/ 146 h 209"/>
                  <a:gd name="T22" fmla="*/ 131 w 149"/>
                  <a:gd name="T23" fmla="*/ 155 h 209"/>
                  <a:gd name="T24" fmla="*/ 129 w 149"/>
                  <a:gd name="T25" fmla="*/ 158 h 209"/>
                  <a:gd name="T26" fmla="*/ 118 w 149"/>
                  <a:gd name="T27" fmla="*/ 178 h 209"/>
                  <a:gd name="T28" fmla="*/ 107 w 149"/>
                  <a:gd name="T29" fmla="*/ 193 h 209"/>
                  <a:gd name="T30" fmla="*/ 97 w 149"/>
                  <a:gd name="T31" fmla="*/ 202 h 209"/>
                  <a:gd name="T32" fmla="*/ 88 w 149"/>
                  <a:gd name="T33" fmla="*/ 207 h 209"/>
                  <a:gd name="T34" fmla="*/ 79 w 149"/>
                  <a:gd name="T35" fmla="*/ 209 h 209"/>
                  <a:gd name="T36" fmla="*/ 72 w 149"/>
                  <a:gd name="T37" fmla="*/ 209 h 209"/>
                  <a:gd name="T38" fmla="*/ 67 w 149"/>
                  <a:gd name="T39" fmla="*/ 208 h 209"/>
                  <a:gd name="T40" fmla="*/ 66 w 149"/>
                  <a:gd name="T41" fmla="*/ 207 h 209"/>
                  <a:gd name="T42" fmla="*/ 42 w 149"/>
                  <a:gd name="T43" fmla="*/ 185 h 209"/>
                  <a:gd name="T44" fmla="*/ 26 w 149"/>
                  <a:gd name="T45" fmla="*/ 163 h 209"/>
                  <a:gd name="T46" fmla="*/ 14 w 149"/>
                  <a:gd name="T47" fmla="*/ 139 h 209"/>
                  <a:gd name="T48" fmla="*/ 8 w 149"/>
                  <a:gd name="T49" fmla="*/ 119 h 209"/>
                  <a:gd name="T50" fmla="*/ 4 w 149"/>
                  <a:gd name="T51" fmla="*/ 101 h 209"/>
                  <a:gd name="T52" fmla="*/ 4 w 149"/>
                  <a:gd name="T53" fmla="*/ 85 h 209"/>
                  <a:gd name="T54" fmla="*/ 4 w 149"/>
                  <a:gd name="T55" fmla="*/ 76 h 209"/>
                  <a:gd name="T56" fmla="*/ 4 w 149"/>
                  <a:gd name="T57" fmla="*/ 72 h 209"/>
                  <a:gd name="T58" fmla="*/ 0 w 149"/>
                  <a:gd name="T59" fmla="*/ 6 h 209"/>
                  <a:gd name="T60" fmla="*/ 6 w 149"/>
                  <a:gd name="T61" fmla="*/ 32 h 209"/>
                  <a:gd name="T62" fmla="*/ 13 w 149"/>
                  <a:gd name="T63" fmla="*/ 50 h 209"/>
                  <a:gd name="T64" fmla="*/ 19 w 149"/>
                  <a:gd name="T65" fmla="*/ 63 h 209"/>
                  <a:gd name="T66" fmla="*/ 26 w 149"/>
                  <a:gd name="T67" fmla="*/ 70 h 209"/>
                  <a:gd name="T68" fmla="*/ 31 w 149"/>
                  <a:gd name="T69" fmla="*/ 73 h 209"/>
                  <a:gd name="T70" fmla="*/ 35 w 149"/>
                  <a:gd name="T71" fmla="*/ 76 h 209"/>
                  <a:gd name="T72" fmla="*/ 36 w 149"/>
                  <a:gd name="T73" fmla="*/ 76 h 209"/>
                  <a:gd name="T74" fmla="*/ 36 w 149"/>
                  <a:gd name="T75" fmla="*/ 85 h 209"/>
                  <a:gd name="T76" fmla="*/ 42 w 149"/>
                  <a:gd name="T77" fmla="*/ 88 h 209"/>
                  <a:gd name="T78" fmla="*/ 52 w 149"/>
                  <a:gd name="T79" fmla="*/ 89 h 209"/>
                  <a:gd name="T80" fmla="*/ 62 w 149"/>
                  <a:gd name="T81" fmla="*/ 89 h 209"/>
                  <a:gd name="T82" fmla="*/ 70 w 149"/>
                  <a:gd name="T83" fmla="*/ 89 h 209"/>
                  <a:gd name="T84" fmla="*/ 72 w 149"/>
                  <a:gd name="T85" fmla="*/ 89 h 209"/>
                  <a:gd name="T86" fmla="*/ 88 w 149"/>
                  <a:gd name="T87" fmla="*/ 86 h 209"/>
                  <a:gd name="T88" fmla="*/ 98 w 149"/>
                  <a:gd name="T89" fmla="*/ 80 h 209"/>
                  <a:gd name="T90" fmla="*/ 107 w 149"/>
                  <a:gd name="T91" fmla="*/ 70 h 209"/>
                  <a:gd name="T92" fmla="*/ 112 w 149"/>
                  <a:gd name="T93" fmla="*/ 57 h 209"/>
                  <a:gd name="T94" fmla="*/ 115 w 149"/>
                  <a:gd name="T95" fmla="*/ 44 h 209"/>
                  <a:gd name="T96" fmla="*/ 116 w 149"/>
                  <a:gd name="T97" fmla="*/ 31 h 209"/>
                  <a:gd name="T98" fmla="*/ 116 w 149"/>
                  <a:gd name="T99" fmla="*/ 19 h 209"/>
                  <a:gd name="T100" fmla="*/ 116 w 149"/>
                  <a:gd name="T101" fmla="*/ 9 h 209"/>
                  <a:gd name="T102" fmla="*/ 116 w 149"/>
                  <a:gd name="T103" fmla="*/ 2 h 209"/>
                  <a:gd name="T104" fmla="*/ 115 w 149"/>
                  <a:gd name="T105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9" h="209">
                    <a:moveTo>
                      <a:pt x="115" y="0"/>
                    </a:moveTo>
                    <a:lnTo>
                      <a:pt x="128" y="19"/>
                    </a:lnTo>
                    <a:lnTo>
                      <a:pt x="137" y="39"/>
                    </a:lnTo>
                    <a:lnTo>
                      <a:pt x="142" y="55"/>
                    </a:lnTo>
                    <a:lnTo>
                      <a:pt x="146" y="70"/>
                    </a:lnTo>
                    <a:lnTo>
                      <a:pt x="147" y="79"/>
                    </a:lnTo>
                    <a:lnTo>
                      <a:pt x="149" y="83"/>
                    </a:lnTo>
                    <a:lnTo>
                      <a:pt x="146" y="99"/>
                    </a:lnTo>
                    <a:lnTo>
                      <a:pt x="142" y="117"/>
                    </a:lnTo>
                    <a:lnTo>
                      <a:pt x="138" y="133"/>
                    </a:lnTo>
                    <a:lnTo>
                      <a:pt x="133" y="146"/>
                    </a:lnTo>
                    <a:lnTo>
                      <a:pt x="131" y="155"/>
                    </a:lnTo>
                    <a:lnTo>
                      <a:pt x="129" y="158"/>
                    </a:lnTo>
                    <a:lnTo>
                      <a:pt x="118" y="178"/>
                    </a:lnTo>
                    <a:lnTo>
                      <a:pt x="107" y="193"/>
                    </a:lnTo>
                    <a:lnTo>
                      <a:pt x="97" y="202"/>
                    </a:lnTo>
                    <a:lnTo>
                      <a:pt x="88" y="207"/>
                    </a:lnTo>
                    <a:lnTo>
                      <a:pt x="79" y="209"/>
                    </a:lnTo>
                    <a:lnTo>
                      <a:pt x="72" y="209"/>
                    </a:lnTo>
                    <a:lnTo>
                      <a:pt x="67" y="208"/>
                    </a:lnTo>
                    <a:lnTo>
                      <a:pt x="66" y="207"/>
                    </a:lnTo>
                    <a:lnTo>
                      <a:pt x="42" y="185"/>
                    </a:lnTo>
                    <a:lnTo>
                      <a:pt x="26" y="163"/>
                    </a:lnTo>
                    <a:lnTo>
                      <a:pt x="14" y="139"/>
                    </a:lnTo>
                    <a:lnTo>
                      <a:pt x="8" y="119"/>
                    </a:lnTo>
                    <a:lnTo>
                      <a:pt x="4" y="101"/>
                    </a:lnTo>
                    <a:lnTo>
                      <a:pt x="4" y="85"/>
                    </a:lnTo>
                    <a:lnTo>
                      <a:pt x="4" y="76"/>
                    </a:lnTo>
                    <a:lnTo>
                      <a:pt x="4" y="72"/>
                    </a:lnTo>
                    <a:lnTo>
                      <a:pt x="0" y="6"/>
                    </a:lnTo>
                    <a:lnTo>
                      <a:pt x="6" y="32"/>
                    </a:lnTo>
                    <a:lnTo>
                      <a:pt x="13" y="50"/>
                    </a:lnTo>
                    <a:lnTo>
                      <a:pt x="19" y="63"/>
                    </a:lnTo>
                    <a:lnTo>
                      <a:pt x="26" y="70"/>
                    </a:lnTo>
                    <a:lnTo>
                      <a:pt x="31" y="73"/>
                    </a:lnTo>
                    <a:lnTo>
                      <a:pt x="35" y="76"/>
                    </a:lnTo>
                    <a:lnTo>
                      <a:pt x="36" y="76"/>
                    </a:lnTo>
                    <a:lnTo>
                      <a:pt x="36" y="85"/>
                    </a:lnTo>
                    <a:lnTo>
                      <a:pt x="42" y="88"/>
                    </a:lnTo>
                    <a:lnTo>
                      <a:pt x="52" y="89"/>
                    </a:lnTo>
                    <a:lnTo>
                      <a:pt x="62" y="89"/>
                    </a:lnTo>
                    <a:lnTo>
                      <a:pt x="70" y="89"/>
                    </a:lnTo>
                    <a:lnTo>
                      <a:pt x="72" y="89"/>
                    </a:lnTo>
                    <a:lnTo>
                      <a:pt x="88" y="86"/>
                    </a:lnTo>
                    <a:lnTo>
                      <a:pt x="98" y="80"/>
                    </a:lnTo>
                    <a:lnTo>
                      <a:pt x="107" y="70"/>
                    </a:lnTo>
                    <a:lnTo>
                      <a:pt x="112" y="57"/>
                    </a:lnTo>
                    <a:lnTo>
                      <a:pt x="115" y="44"/>
                    </a:lnTo>
                    <a:lnTo>
                      <a:pt x="116" y="31"/>
                    </a:lnTo>
                    <a:lnTo>
                      <a:pt x="116" y="19"/>
                    </a:lnTo>
                    <a:lnTo>
                      <a:pt x="116" y="9"/>
                    </a:lnTo>
                    <a:lnTo>
                      <a:pt x="116" y="2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55"/>
              <p:cNvSpPr/>
              <p:nvPr/>
            </p:nvSpPr>
            <p:spPr bwMode="auto">
              <a:xfrm>
                <a:off x="3014447" y="1822937"/>
                <a:ext cx="203536" cy="186807"/>
              </a:xfrm>
              <a:custGeom>
                <a:avLst/>
                <a:gdLst>
                  <a:gd name="T0" fmla="*/ 11 w 145"/>
                  <a:gd name="T1" fmla="*/ 0 h 134"/>
                  <a:gd name="T2" fmla="*/ 30 w 145"/>
                  <a:gd name="T3" fmla="*/ 14 h 134"/>
                  <a:gd name="T4" fmla="*/ 51 w 145"/>
                  <a:gd name="T5" fmla="*/ 24 h 134"/>
                  <a:gd name="T6" fmla="*/ 71 w 145"/>
                  <a:gd name="T7" fmla="*/ 29 h 134"/>
                  <a:gd name="T8" fmla="*/ 92 w 145"/>
                  <a:gd name="T9" fmla="*/ 32 h 134"/>
                  <a:gd name="T10" fmla="*/ 110 w 145"/>
                  <a:gd name="T11" fmla="*/ 32 h 134"/>
                  <a:gd name="T12" fmla="*/ 126 w 145"/>
                  <a:gd name="T13" fmla="*/ 31 h 134"/>
                  <a:gd name="T14" fmla="*/ 135 w 145"/>
                  <a:gd name="T15" fmla="*/ 29 h 134"/>
                  <a:gd name="T16" fmla="*/ 139 w 145"/>
                  <a:gd name="T17" fmla="*/ 29 h 134"/>
                  <a:gd name="T18" fmla="*/ 138 w 145"/>
                  <a:gd name="T19" fmla="*/ 58 h 134"/>
                  <a:gd name="T20" fmla="*/ 139 w 145"/>
                  <a:gd name="T21" fmla="*/ 82 h 134"/>
                  <a:gd name="T22" fmla="*/ 141 w 145"/>
                  <a:gd name="T23" fmla="*/ 104 h 134"/>
                  <a:gd name="T24" fmla="*/ 143 w 145"/>
                  <a:gd name="T25" fmla="*/ 120 h 134"/>
                  <a:gd name="T26" fmla="*/ 145 w 145"/>
                  <a:gd name="T27" fmla="*/ 130 h 134"/>
                  <a:gd name="T28" fmla="*/ 145 w 145"/>
                  <a:gd name="T29" fmla="*/ 134 h 134"/>
                  <a:gd name="T30" fmla="*/ 106 w 145"/>
                  <a:gd name="T31" fmla="*/ 125 h 134"/>
                  <a:gd name="T32" fmla="*/ 75 w 145"/>
                  <a:gd name="T33" fmla="*/ 115 h 134"/>
                  <a:gd name="T34" fmla="*/ 51 w 145"/>
                  <a:gd name="T35" fmla="*/ 103 h 134"/>
                  <a:gd name="T36" fmla="*/ 33 w 145"/>
                  <a:gd name="T37" fmla="*/ 91 h 134"/>
                  <a:gd name="T38" fmla="*/ 20 w 145"/>
                  <a:gd name="T39" fmla="*/ 81 h 134"/>
                  <a:gd name="T40" fmla="*/ 11 w 145"/>
                  <a:gd name="T41" fmla="*/ 72 h 134"/>
                  <a:gd name="T42" fmla="*/ 4 w 145"/>
                  <a:gd name="T43" fmla="*/ 66 h 134"/>
                  <a:gd name="T44" fmla="*/ 2 w 145"/>
                  <a:gd name="T45" fmla="*/ 60 h 134"/>
                  <a:gd name="T46" fmla="*/ 0 w 145"/>
                  <a:gd name="T47" fmla="*/ 58 h 134"/>
                  <a:gd name="T48" fmla="*/ 11 w 145"/>
                  <a:gd name="T49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5" h="134">
                    <a:moveTo>
                      <a:pt x="11" y="0"/>
                    </a:moveTo>
                    <a:lnTo>
                      <a:pt x="30" y="14"/>
                    </a:lnTo>
                    <a:lnTo>
                      <a:pt x="51" y="24"/>
                    </a:lnTo>
                    <a:lnTo>
                      <a:pt x="71" y="29"/>
                    </a:lnTo>
                    <a:lnTo>
                      <a:pt x="92" y="32"/>
                    </a:lnTo>
                    <a:lnTo>
                      <a:pt x="110" y="32"/>
                    </a:lnTo>
                    <a:lnTo>
                      <a:pt x="126" y="31"/>
                    </a:lnTo>
                    <a:lnTo>
                      <a:pt x="135" y="29"/>
                    </a:lnTo>
                    <a:lnTo>
                      <a:pt x="139" y="29"/>
                    </a:lnTo>
                    <a:lnTo>
                      <a:pt x="138" y="58"/>
                    </a:lnTo>
                    <a:lnTo>
                      <a:pt x="139" y="82"/>
                    </a:lnTo>
                    <a:lnTo>
                      <a:pt x="141" y="104"/>
                    </a:lnTo>
                    <a:lnTo>
                      <a:pt x="143" y="120"/>
                    </a:lnTo>
                    <a:lnTo>
                      <a:pt x="145" y="130"/>
                    </a:lnTo>
                    <a:lnTo>
                      <a:pt x="145" y="134"/>
                    </a:lnTo>
                    <a:lnTo>
                      <a:pt x="106" y="125"/>
                    </a:lnTo>
                    <a:lnTo>
                      <a:pt x="75" y="115"/>
                    </a:lnTo>
                    <a:lnTo>
                      <a:pt x="51" y="103"/>
                    </a:lnTo>
                    <a:lnTo>
                      <a:pt x="33" y="91"/>
                    </a:lnTo>
                    <a:lnTo>
                      <a:pt x="20" y="81"/>
                    </a:lnTo>
                    <a:lnTo>
                      <a:pt x="11" y="72"/>
                    </a:lnTo>
                    <a:lnTo>
                      <a:pt x="4" y="66"/>
                    </a:lnTo>
                    <a:lnTo>
                      <a:pt x="2" y="60"/>
                    </a:lnTo>
                    <a:lnTo>
                      <a:pt x="0" y="58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1" name="Group 22"/>
          <p:cNvGrpSpPr/>
          <p:nvPr/>
        </p:nvGrpSpPr>
        <p:grpSpPr>
          <a:xfrm>
            <a:off x="4628277" y="2505149"/>
            <a:ext cx="2233034" cy="1073458"/>
            <a:chOff x="2725123" y="4283314"/>
            <a:chExt cx="1292073" cy="1073458"/>
          </a:xfrm>
        </p:grpSpPr>
        <p:sp>
          <p:nvSpPr>
            <p:cNvPr id="42" name="TextBox 41"/>
            <p:cNvSpPr txBox="1"/>
            <p:nvPr/>
          </p:nvSpPr>
          <p:spPr>
            <a:xfrm>
              <a:off x="2725124" y="4710441"/>
              <a:ext cx="1292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Channel drive into performance, recognize contributions visibly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725123" y="4283314"/>
              <a:ext cx="12920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Manage ambition, don’t suppress it</a:t>
              </a:r>
              <a:endParaRPr lang="ko-KR" altLang="en-US" sz="1200" b="1" dirty="0">
                <a:solidFill>
                  <a:schemeClr val="accent6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6" name="Group 22"/>
          <p:cNvGrpSpPr/>
          <p:nvPr/>
        </p:nvGrpSpPr>
        <p:grpSpPr>
          <a:xfrm>
            <a:off x="6962557" y="2480091"/>
            <a:ext cx="2233034" cy="1073458"/>
            <a:chOff x="2725123" y="4283314"/>
            <a:chExt cx="1292073" cy="1073458"/>
          </a:xfrm>
        </p:grpSpPr>
        <p:sp>
          <p:nvSpPr>
            <p:cNvPr id="47" name="TextBox 46"/>
            <p:cNvSpPr txBox="1"/>
            <p:nvPr/>
          </p:nvSpPr>
          <p:spPr>
            <a:xfrm>
              <a:off x="2725124" y="4710441"/>
              <a:ext cx="1292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Rushing decisions or deals weakens credibility and outcomes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725123" y="4283314"/>
              <a:ext cx="12920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Use patience as a leadership tool</a:t>
              </a:r>
              <a:endParaRPr lang="ko-KR" altLang="en-US" sz="1200" b="1" dirty="0">
                <a:solidFill>
                  <a:schemeClr val="accent6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22"/>
          <p:cNvGrpSpPr/>
          <p:nvPr/>
        </p:nvGrpSpPr>
        <p:grpSpPr>
          <a:xfrm>
            <a:off x="7427453" y="4887133"/>
            <a:ext cx="2233034" cy="1073458"/>
            <a:chOff x="2725123" y="4283314"/>
            <a:chExt cx="1292073" cy="1073458"/>
          </a:xfrm>
        </p:grpSpPr>
        <p:sp>
          <p:nvSpPr>
            <p:cNvPr id="50" name="TextBox 49"/>
            <p:cNvSpPr txBox="1"/>
            <p:nvPr/>
          </p:nvSpPr>
          <p:spPr>
            <a:xfrm>
              <a:off x="2725124" y="4710441"/>
              <a:ext cx="1292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Trust is the foundation of execution, negotiation, and loyalty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725123" y="4283314"/>
              <a:ext cx="12920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6"/>
                  </a:solidFill>
                  <a:cs typeface="Arial" panose="020B0604020202020204" pitchFamily="34" charset="0"/>
                </a:rPr>
                <a:t>Prioritize relationships before transactions</a:t>
              </a:r>
              <a:endParaRPr lang="ko-KR" altLang="en-US" sz="1200" b="1" dirty="0">
                <a:solidFill>
                  <a:schemeClr val="accent6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54" name="Rectangle: Rounded Corners 53"/>
          <p:cNvSpPr/>
          <p:nvPr/>
        </p:nvSpPr>
        <p:spPr>
          <a:xfrm>
            <a:off x="2882027" y="1310935"/>
            <a:ext cx="6550390" cy="608064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Protect your reputation intentionally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Perception spreads quickly and shapes long-term influence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u="sng" dirty="0"/>
              <a:t>Conclusion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753134" y="1630587"/>
            <a:ext cx="5145206" cy="4251597"/>
            <a:chOff x="2154980" y="1739196"/>
            <a:chExt cx="4343991" cy="4355043"/>
          </a:xfrm>
        </p:grpSpPr>
        <p:sp>
          <p:nvSpPr>
            <p:cNvPr id="4" name="Left Arrow 2"/>
            <p:cNvSpPr/>
            <p:nvPr/>
          </p:nvSpPr>
          <p:spPr>
            <a:xfrm rot="13500000">
              <a:off x="4179319" y="2144315"/>
              <a:ext cx="2550582" cy="1740344"/>
            </a:xfrm>
            <a:custGeom>
              <a:avLst/>
              <a:gdLst>
                <a:gd name="connsiteX0" fmla="*/ 639997 w 1564191"/>
                <a:gd name="connsiteY0" fmla="*/ 1189836 h 1189836"/>
                <a:gd name="connsiteX1" fmla="*/ 0 w 1564191"/>
                <a:gd name="connsiteY1" fmla="*/ 781216 h 1189836"/>
                <a:gd name="connsiteX2" fmla="*/ 639997 w 1564191"/>
                <a:gd name="connsiteY2" fmla="*/ 372596 h 1189836"/>
                <a:gd name="connsiteX3" fmla="*/ 639997 w 1564191"/>
                <a:gd name="connsiteY3" fmla="*/ 576906 h 1189836"/>
                <a:gd name="connsiteX4" fmla="*/ 939150 w 1564191"/>
                <a:gd name="connsiteY4" fmla="*/ 576906 h 1189836"/>
                <a:gd name="connsiteX5" fmla="*/ 939150 w 1564191"/>
                <a:gd name="connsiteY5" fmla="*/ 577238 h 1189836"/>
                <a:gd name="connsiteX6" fmla="*/ 981979 w 1564191"/>
                <a:gd name="connsiteY6" fmla="*/ 528765 h 1189836"/>
                <a:gd name="connsiteX7" fmla="*/ 983944 w 1564191"/>
                <a:gd name="connsiteY7" fmla="*/ 528775 h 1189836"/>
                <a:gd name="connsiteX8" fmla="*/ 1564191 w 1564191"/>
                <a:gd name="connsiteY8" fmla="*/ 0 h 1189836"/>
                <a:gd name="connsiteX9" fmla="*/ 1388017 w 1564191"/>
                <a:gd name="connsiteY9" fmla="*/ 530857 h 1189836"/>
                <a:gd name="connsiteX10" fmla="*/ 1388955 w 1564191"/>
                <a:gd name="connsiteY10" fmla="*/ 530862 h 1189836"/>
                <a:gd name="connsiteX11" fmla="*/ 1388758 w 1564191"/>
                <a:gd name="connsiteY11" fmla="*/ 532748 h 1189836"/>
                <a:gd name="connsiteX12" fmla="*/ 1388961 w 1564191"/>
                <a:gd name="connsiteY12" fmla="*/ 533267 h 1189836"/>
                <a:gd name="connsiteX13" fmla="*/ 1388703 w 1564191"/>
                <a:gd name="connsiteY13" fmla="*/ 533267 h 1189836"/>
                <a:gd name="connsiteX14" fmla="*/ 939150 w 1564191"/>
                <a:gd name="connsiteY14" fmla="*/ 984963 h 1189836"/>
                <a:gd name="connsiteX15" fmla="*/ 939150 w 1564191"/>
                <a:gd name="connsiteY15" fmla="*/ 985526 h 1189836"/>
                <a:gd name="connsiteX16" fmla="*/ 933544 w 1564191"/>
                <a:gd name="connsiteY16" fmla="*/ 985526 h 1189836"/>
                <a:gd name="connsiteX17" fmla="*/ 931752 w 1564191"/>
                <a:gd name="connsiteY17" fmla="*/ 985706 h 1189836"/>
                <a:gd name="connsiteX18" fmla="*/ 931752 w 1564191"/>
                <a:gd name="connsiteY18" fmla="*/ 985526 h 1189836"/>
                <a:gd name="connsiteX19" fmla="*/ 639997 w 1564191"/>
                <a:gd name="connsiteY19" fmla="*/ 985526 h 1189836"/>
                <a:gd name="connsiteX20" fmla="*/ 639997 w 1564191"/>
                <a:gd name="connsiteY20" fmla="*/ 1189836 h 1189836"/>
                <a:gd name="connsiteX0-1" fmla="*/ 639997 w 1564191"/>
                <a:gd name="connsiteY0-2" fmla="*/ 1189836 h 1189836"/>
                <a:gd name="connsiteX1-3" fmla="*/ 0 w 1564191"/>
                <a:gd name="connsiteY1-4" fmla="*/ 781216 h 1189836"/>
                <a:gd name="connsiteX2-5" fmla="*/ 639997 w 1564191"/>
                <a:gd name="connsiteY2-6" fmla="*/ 372596 h 1189836"/>
                <a:gd name="connsiteX3-7" fmla="*/ 639997 w 1564191"/>
                <a:gd name="connsiteY3-8" fmla="*/ 576906 h 1189836"/>
                <a:gd name="connsiteX4-9" fmla="*/ 939150 w 1564191"/>
                <a:gd name="connsiteY4-10" fmla="*/ 576906 h 1189836"/>
                <a:gd name="connsiteX5-11" fmla="*/ 939150 w 1564191"/>
                <a:gd name="connsiteY5-12" fmla="*/ 577238 h 1189836"/>
                <a:gd name="connsiteX6-13" fmla="*/ 981979 w 1564191"/>
                <a:gd name="connsiteY6-14" fmla="*/ 528765 h 1189836"/>
                <a:gd name="connsiteX7-15" fmla="*/ 983944 w 1564191"/>
                <a:gd name="connsiteY7-16" fmla="*/ 528775 h 1189836"/>
                <a:gd name="connsiteX8-17" fmla="*/ 1564191 w 1564191"/>
                <a:gd name="connsiteY8-18" fmla="*/ 0 h 1189836"/>
                <a:gd name="connsiteX9-19" fmla="*/ 1388017 w 1564191"/>
                <a:gd name="connsiteY9-20" fmla="*/ 530857 h 1189836"/>
                <a:gd name="connsiteX10-21" fmla="*/ 1388955 w 1564191"/>
                <a:gd name="connsiteY10-22" fmla="*/ 530862 h 1189836"/>
                <a:gd name="connsiteX11-23" fmla="*/ 1388758 w 1564191"/>
                <a:gd name="connsiteY11-24" fmla="*/ 532748 h 1189836"/>
                <a:gd name="connsiteX12-25" fmla="*/ 1388961 w 1564191"/>
                <a:gd name="connsiteY12-26" fmla="*/ 533267 h 1189836"/>
                <a:gd name="connsiteX13-27" fmla="*/ 1388703 w 1564191"/>
                <a:gd name="connsiteY13-28" fmla="*/ 533267 h 1189836"/>
                <a:gd name="connsiteX14-29" fmla="*/ 939150 w 1564191"/>
                <a:gd name="connsiteY14-30" fmla="*/ 984963 h 1189836"/>
                <a:gd name="connsiteX15-31" fmla="*/ 939150 w 1564191"/>
                <a:gd name="connsiteY15-32" fmla="*/ 985526 h 1189836"/>
                <a:gd name="connsiteX16-33" fmla="*/ 933544 w 1564191"/>
                <a:gd name="connsiteY16-34" fmla="*/ 985526 h 1189836"/>
                <a:gd name="connsiteX17-35" fmla="*/ 931752 w 1564191"/>
                <a:gd name="connsiteY17-36" fmla="*/ 985706 h 1189836"/>
                <a:gd name="connsiteX18-37" fmla="*/ 931752 w 1564191"/>
                <a:gd name="connsiteY18-38" fmla="*/ 985526 h 1189836"/>
                <a:gd name="connsiteX19-39" fmla="*/ 639997 w 1564191"/>
                <a:gd name="connsiteY19-40" fmla="*/ 985526 h 1189836"/>
                <a:gd name="connsiteX20-41" fmla="*/ 639997 w 1564191"/>
                <a:gd name="connsiteY20-42" fmla="*/ 1189836 h 1189836"/>
                <a:gd name="connsiteX0-43" fmla="*/ 639997 w 1564191"/>
                <a:gd name="connsiteY0-44" fmla="*/ 1189836 h 1189836"/>
                <a:gd name="connsiteX1-45" fmla="*/ 0 w 1564191"/>
                <a:gd name="connsiteY1-46" fmla="*/ 781216 h 1189836"/>
                <a:gd name="connsiteX2-47" fmla="*/ 639997 w 1564191"/>
                <a:gd name="connsiteY2-48" fmla="*/ 372596 h 1189836"/>
                <a:gd name="connsiteX3-49" fmla="*/ 639997 w 1564191"/>
                <a:gd name="connsiteY3-50" fmla="*/ 576906 h 1189836"/>
                <a:gd name="connsiteX4-51" fmla="*/ 939150 w 1564191"/>
                <a:gd name="connsiteY4-52" fmla="*/ 576906 h 1189836"/>
                <a:gd name="connsiteX5-53" fmla="*/ 939150 w 1564191"/>
                <a:gd name="connsiteY5-54" fmla="*/ 577238 h 1189836"/>
                <a:gd name="connsiteX6-55" fmla="*/ 981979 w 1564191"/>
                <a:gd name="connsiteY6-56" fmla="*/ 528765 h 1189836"/>
                <a:gd name="connsiteX7-57" fmla="*/ 1564191 w 1564191"/>
                <a:gd name="connsiteY7-58" fmla="*/ 0 h 1189836"/>
                <a:gd name="connsiteX8-59" fmla="*/ 1388017 w 1564191"/>
                <a:gd name="connsiteY8-60" fmla="*/ 530857 h 1189836"/>
                <a:gd name="connsiteX9-61" fmla="*/ 1388955 w 1564191"/>
                <a:gd name="connsiteY9-62" fmla="*/ 530862 h 1189836"/>
                <a:gd name="connsiteX10-63" fmla="*/ 1388758 w 1564191"/>
                <a:gd name="connsiteY10-64" fmla="*/ 532748 h 1189836"/>
                <a:gd name="connsiteX11-65" fmla="*/ 1388961 w 1564191"/>
                <a:gd name="connsiteY11-66" fmla="*/ 533267 h 1189836"/>
                <a:gd name="connsiteX12-67" fmla="*/ 1388703 w 1564191"/>
                <a:gd name="connsiteY12-68" fmla="*/ 533267 h 1189836"/>
                <a:gd name="connsiteX13-69" fmla="*/ 939150 w 1564191"/>
                <a:gd name="connsiteY13-70" fmla="*/ 984963 h 1189836"/>
                <a:gd name="connsiteX14-71" fmla="*/ 939150 w 1564191"/>
                <a:gd name="connsiteY14-72" fmla="*/ 985526 h 1189836"/>
                <a:gd name="connsiteX15-73" fmla="*/ 933544 w 1564191"/>
                <a:gd name="connsiteY15-74" fmla="*/ 985526 h 1189836"/>
                <a:gd name="connsiteX16-75" fmla="*/ 931752 w 1564191"/>
                <a:gd name="connsiteY16-76" fmla="*/ 985706 h 1189836"/>
                <a:gd name="connsiteX17-77" fmla="*/ 931752 w 1564191"/>
                <a:gd name="connsiteY17-78" fmla="*/ 985526 h 1189836"/>
                <a:gd name="connsiteX18-79" fmla="*/ 639997 w 1564191"/>
                <a:gd name="connsiteY18-80" fmla="*/ 985526 h 1189836"/>
                <a:gd name="connsiteX19-81" fmla="*/ 639997 w 1564191"/>
                <a:gd name="connsiteY19-82" fmla="*/ 1189836 h 1189836"/>
                <a:gd name="connsiteX0-83" fmla="*/ 639997 w 1564191"/>
                <a:gd name="connsiteY0-84" fmla="*/ 1189836 h 1189836"/>
                <a:gd name="connsiteX1-85" fmla="*/ 0 w 1564191"/>
                <a:gd name="connsiteY1-86" fmla="*/ 781216 h 1189836"/>
                <a:gd name="connsiteX2-87" fmla="*/ 639997 w 1564191"/>
                <a:gd name="connsiteY2-88" fmla="*/ 372596 h 1189836"/>
                <a:gd name="connsiteX3-89" fmla="*/ 639997 w 1564191"/>
                <a:gd name="connsiteY3-90" fmla="*/ 576906 h 1189836"/>
                <a:gd name="connsiteX4-91" fmla="*/ 939150 w 1564191"/>
                <a:gd name="connsiteY4-92" fmla="*/ 576906 h 1189836"/>
                <a:gd name="connsiteX5-93" fmla="*/ 939150 w 1564191"/>
                <a:gd name="connsiteY5-94" fmla="*/ 577238 h 1189836"/>
                <a:gd name="connsiteX6-95" fmla="*/ 1564191 w 1564191"/>
                <a:gd name="connsiteY6-96" fmla="*/ 0 h 1189836"/>
                <a:gd name="connsiteX7-97" fmla="*/ 1388017 w 1564191"/>
                <a:gd name="connsiteY7-98" fmla="*/ 530857 h 1189836"/>
                <a:gd name="connsiteX8-99" fmla="*/ 1388955 w 1564191"/>
                <a:gd name="connsiteY8-100" fmla="*/ 530862 h 1189836"/>
                <a:gd name="connsiteX9-101" fmla="*/ 1388758 w 1564191"/>
                <a:gd name="connsiteY9-102" fmla="*/ 532748 h 1189836"/>
                <a:gd name="connsiteX10-103" fmla="*/ 1388961 w 1564191"/>
                <a:gd name="connsiteY10-104" fmla="*/ 533267 h 1189836"/>
                <a:gd name="connsiteX11-105" fmla="*/ 1388703 w 1564191"/>
                <a:gd name="connsiteY11-106" fmla="*/ 533267 h 1189836"/>
                <a:gd name="connsiteX12-107" fmla="*/ 939150 w 1564191"/>
                <a:gd name="connsiteY12-108" fmla="*/ 984963 h 1189836"/>
                <a:gd name="connsiteX13-109" fmla="*/ 939150 w 1564191"/>
                <a:gd name="connsiteY13-110" fmla="*/ 985526 h 1189836"/>
                <a:gd name="connsiteX14-111" fmla="*/ 933544 w 1564191"/>
                <a:gd name="connsiteY14-112" fmla="*/ 985526 h 1189836"/>
                <a:gd name="connsiteX15-113" fmla="*/ 931752 w 1564191"/>
                <a:gd name="connsiteY15-114" fmla="*/ 985706 h 1189836"/>
                <a:gd name="connsiteX16-115" fmla="*/ 931752 w 1564191"/>
                <a:gd name="connsiteY16-116" fmla="*/ 985526 h 1189836"/>
                <a:gd name="connsiteX17-117" fmla="*/ 639997 w 1564191"/>
                <a:gd name="connsiteY17-118" fmla="*/ 985526 h 1189836"/>
                <a:gd name="connsiteX18-119" fmla="*/ 639997 w 1564191"/>
                <a:gd name="connsiteY18-120" fmla="*/ 1189836 h 1189836"/>
                <a:gd name="connsiteX0-121" fmla="*/ 639997 w 1564191"/>
                <a:gd name="connsiteY0-122" fmla="*/ 1189836 h 1189836"/>
                <a:gd name="connsiteX1-123" fmla="*/ 0 w 1564191"/>
                <a:gd name="connsiteY1-124" fmla="*/ 781216 h 1189836"/>
                <a:gd name="connsiteX2-125" fmla="*/ 639997 w 1564191"/>
                <a:gd name="connsiteY2-126" fmla="*/ 372596 h 1189836"/>
                <a:gd name="connsiteX3-127" fmla="*/ 639997 w 1564191"/>
                <a:gd name="connsiteY3-128" fmla="*/ 576906 h 1189836"/>
                <a:gd name="connsiteX4-129" fmla="*/ 939150 w 1564191"/>
                <a:gd name="connsiteY4-130" fmla="*/ 576906 h 1189836"/>
                <a:gd name="connsiteX5-131" fmla="*/ 939150 w 1564191"/>
                <a:gd name="connsiteY5-132" fmla="*/ 577238 h 1189836"/>
                <a:gd name="connsiteX6-133" fmla="*/ 1564191 w 1564191"/>
                <a:gd name="connsiteY6-134" fmla="*/ 0 h 1189836"/>
                <a:gd name="connsiteX7-135" fmla="*/ 1388017 w 1564191"/>
                <a:gd name="connsiteY7-136" fmla="*/ 530857 h 1189836"/>
                <a:gd name="connsiteX8-137" fmla="*/ 1388955 w 1564191"/>
                <a:gd name="connsiteY8-138" fmla="*/ 530862 h 1189836"/>
                <a:gd name="connsiteX9-139" fmla="*/ 1388758 w 1564191"/>
                <a:gd name="connsiteY9-140" fmla="*/ 532748 h 1189836"/>
                <a:gd name="connsiteX10-141" fmla="*/ 1388961 w 1564191"/>
                <a:gd name="connsiteY10-142" fmla="*/ 533267 h 1189836"/>
                <a:gd name="connsiteX11-143" fmla="*/ 1419659 w 1564191"/>
                <a:gd name="connsiteY11-144" fmla="*/ 535648 h 1189836"/>
                <a:gd name="connsiteX12-145" fmla="*/ 939150 w 1564191"/>
                <a:gd name="connsiteY12-146" fmla="*/ 984963 h 1189836"/>
                <a:gd name="connsiteX13-147" fmla="*/ 939150 w 1564191"/>
                <a:gd name="connsiteY13-148" fmla="*/ 985526 h 1189836"/>
                <a:gd name="connsiteX14-149" fmla="*/ 933544 w 1564191"/>
                <a:gd name="connsiteY14-150" fmla="*/ 985526 h 1189836"/>
                <a:gd name="connsiteX15-151" fmla="*/ 931752 w 1564191"/>
                <a:gd name="connsiteY15-152" fmla="*/ 985706 h 1189836"/>
                <a:gd name="connsiteX16-153" fmla="*/ 931752 w 1564191"/>
                <a:gd name="connsiteY16-154" fmla="*/ 985526 h 1189836"/>
                <a:gd name="connsiteX17-155" fmla="*/ 639997 w 1564191"/>
                <a:gd name="connsiteY17-156" fmla="*/ 985526 h 1189836"/>
                <a:gd name="connsiteX18-157" fmla="*/ 639997 w 1564191"/>
                <a:gd name="connsiteY18-158" fmla="*/ 1189836 h 1189836"/>
                <a:gd name="connsiteX0-159" fmla="*/ 639997 w 1564191"/>
                <a:gd name="connsiteY0-160" fmla="*/ 1189836 h 1189836"/>
                <a:gd name="connsiteX1-161" fmla="*/ 0 w 1564191"/>
                <a:gd name="connsiteY1-162" fmla="*/ 781216 h 1189836"/>
                <a:gd name="connsiteX2-163" fmla="*/ 639997 w 1564191"/>
                <a:gd name="connsiteY2-164" fmla="*/ 372596 h 1189836"/>
                <a:gd name="connsiteX3-165" fmla="*/ 639997 w 1564191"/>
                <a:gd name="connsiteY3-166" fmla="*/ 576906 h 1189836"/>
                <a:gd name="connsiteX4-167" fmla="*/ 939150 w 1564191"/>
                <a:gd name="connsiteY4-168" fmla="*/ 576906 h 1189836"/>
                <a:gd name="connsiteX5-169" fmla="*/ 939150 w 1564191"/>
                <a:gd name="connsiteY5-170" fmla="*/ 577238 h 1189836"/>
                <a:gd name="connsiteX6-171" fmla="*/ 1564191 w 1564191"/>
                <a:gd name="connsiteY6-172" fmla="*/ 0 h 1189836"/>
                <a:gd name="connsiteX7-173" fmla="*/ 1388017 w 1564191"/>
                <a:gd name="connsiteY7-174" fmla="*/ 530857 h 1189836"/>
                <a:gd name="connsiteX8-175" fmla="*/ 1388955 w 1564191"/>
                <a:gd name="connsiteY8-176" fmla="*/ 530862 h 1189836"/>
                <a:gd name="connsiteX9-177" fmla="*/ 1388758 w 1564191"/>
                <a:gd name="connsiteY9-178" fmla="*/ 532748 h 1189836"/>
                <a:gd name="connsiteX10-179" fmla="*/ 1419659 w 1564191"/>
                <a:gd name="connsiteY10-180" fmla="*/ 535648 h 1189836"/>
                <a:gd name="connsiteX11-181" fmla="*/ 939150 w 1564191"/>
                <a:gd name="connsiteY11-182" fmla="*/ 984963 h 1189836"/>
                <a:gd name="connsiteX12-183" fmla="*/ 939150 w 1564191"/>
                <a:gd name="connsiteY12-184" fmla="*/ 985526 h 1189836"/>
                <a:gd name="connsiteX13-185" fmla="*/ 933544 w 1564191"/>
                <a:gd name="connsiteY13-186" fmla="*/ 985526 h 1189836"/>
                <a:gd name="connsiteX14-187" fmla="*/ 931752 w 1564191"/>
                <a:gd name="connsiteY14-188" fmla="*/ 985706 h 1189836"/>
                <a:gd name="connsiteX15-189" fmla="*/ 931752 w 1564191"/>
                <a:gd name="connsiteY15-190" fmla="*/ 985526 h 1189836"/>
                <a:gd name="connsiteX16-191" fmla="*/ 639997 w 1564191"/>
                <a:gd name="connsiteY16-192" fmla="*/ 985526 h 1189836"/>
                <a:gd name="connsiteX17-193" fmla="*/ 639997 w 1564191"/>
                <a:gd name="connsiteY17-194" fmla="*/ 1189836 h 1189836"/>
                <a:gd name="connsiteX0-195" fmla="*/ 639997 w 1564191"/>
                <a:gd name="connsiteY0-196" fmla="*/ 1189836 h 1189836"/>
                <a:gd name="connsiteX1-197" fmla="*/ 0 w 1564191"/>
                <a:gd name="connsiteY1-198" fmla="*/ 781216 h 1189836"/>
                <a:gd name="connsiteX2-199" fmla="*/ 639997 w 1564191"/>
                <a:gd name="connsiteY2-200" fmla="*/ 372596 h 1189836"/>
                <a:gd name="connsiteX3-201" fmla="*/ 639997 w 1564191"/>
                <a:gd name="connsiteY3-202" fmla="*/ 576906 h 1189836"/>
                <a:gd name="connsiteX4-203" fmla="*/ 939150 w 1564191"/>
                <a:gd name="connsiteY4-204" fmla="*/ 576906 h 1189836"/>
                <a:gd name="connsiteX5-205" fmla="*/ 939150 w 1564191"/>
                <a:gd name="connsiteY5-206" fmla="*/ 577238 h 1189836"/>
                <a:gd name="connsiteX6-207" fmla="*/ 1564191 w 1564191"/>
                <a:gd name="connsiteY6-208" fmla="*/ 0 h 1189836"/>
                <a:gd name="connsiteX7-209" fmla="*/ 1388017 w 1564191"/>
                <a:gd name="connsiteY7-210" fmla="*/ 530857 h 1189836"/>
                <a:gd name="connsiteX8-211" fmla="*/ 1388955 w 1564191"/>
                <a:gd name="connsiteY8-212" fmla="*/ 530862 h 1189836"/>
                <a:gd name="connsiteX9-213" fmla="*/ 1419659 w 1564191"/>
                <a:gd name="connsiteY9-214" fmla="*/ 535648 h 1189836"/>
                <a:gd name="connsiteX10-215" fmla="*/ 939150 w 1564191"/>
                <a:gd name="connsiteY10-216" fmla="*/ 984963 h 1189836"/>
                <a:gd name="connsiteX11-217" fmla="*/ 939150 w 1564191"/>
                <a:gd name="connsiteY11-218" fmla="*/ 985526 h 1189836"/>
                <a:gd name="connsiteX12-219" fmla="*/ 933544 w 1564191"/>
                <a:gd name="connsiteY12-220" fmla="*/ 985526 h 1189836"/>
                <a:gd name="connsiteX13-221" fmla="*/ 931752 w 1564191"/>
                <a:gd name="connsiteY13-222" fmla="*/ 985706 h 1189836"/>
                <a:gd name="connsiteX14-223" fmla="*/ 931752 w 1564191"/>
                <a:gd name="connsiteY14-224" fmla="*/ 985526 h 1189836"/>
                <a:gd name="connsiteX15-225" fmla="*/ 639997 w 1564191"/>
                <a:gd name="connsiteY15-226" fmla="*/ 985526 h 1189836"/>
                <a:gd name="connsiteX16-227" fmla="*/ 639997 w 1564191"/>
                <a:gd name="connsiteY16-228" fmla="*/ 1189836 h 1189836"/>
                <a:gd name="connsiteX0-229" fmla="*/ 639997 w 1564191"/>
                <a:gd name="connsiteY0-230" fmla="*/ 1189836 h 1189836"/>
                <a:gd name="connsiteX1-231" fmla="*/ 0 w 1564191"/>
                <a:gd name="connsiteY1-232" fmla="*/ 781216 h 1189836"/>
                <a:gd name="connsiteX2-233" fmla="*/ 639997 w 1564191"/>
                <a:gd name="connsiteY2-234" fmla="*/ 372596 h 1189836"/>
                <a:gd name="connsiteX3-235" fmla="*/ 639997 w 1564191"/>
                <a:gd name="connsiteY3-236" fmla="*/ 576906 h 1189836"/>
                <a:gd name="connsiteX4-237" fmla="*/ 939150 w 1564191"/>
                <a:gd name="connsiteY4-238" fmla="*/ 576906 h 1189836"/>
                <a:gd name="connsiteX5-239" fmla="*/ 939150 w 1564191"/>
                <a:gd name="connsiteY5-240" fmla="*/ 577238 h 1189836"/>
                <a:gd name="connsiteX6-241" fmla="*/ 1564191 w 1564191"/>
                <a:gd name="connsiteY6-242" fmla="*/ 0 h 1189836"/>
                <a:gd name="connsiteX7-243" fmla="*/ 1388017 w 1564191"/>
                <a:gd name="connsiteY7-244" fmla="*/ 530857 h 1189836"/>
                <a:gd name="connsiteX8-245" fmla="*/ 1419659 w 1564191"/>
                <a:gd name="connsiteY8-246" fmla="*/ 535648 h 1189836"/>
                <a:gd name="connsiteX9-247" fmla="*/ 939150 w 1564191"/>
                <a:gd name="connsiteY9-248" fmla="*/ 984963 h 1189836"/>
                <a:gd name="connsiteX10-249" fmla="*/ 939150 w 1564191"/>
                <a:gd name="connsiteY10-250" fmla="*/ 985526 h 1189836"/>
                <a:gd name="connsiteX11-251" fmla="*/ 933544 w 1564191"/>
                <a:gd name="connsiteY11-252" fmla="*/ 985526 h 1189836"/>
                <a:gd name="connsiteX12-253" fmla="*/ 931752 w 1564191"/>
                <a:gd name="connsiteY12-254" fmla="*/ 985706 h 1189836"/>
                <a:gd name="connsiteX13-255" fmla="*/ 931752 w 1564191"/>
                <a:gd name="connsiteY13-256" fmla="*/ 985526 h 1189836"/>
                <a:gd name="connsiteX14-257" fmla="*/ 639997 w 1564191"/>
                <a:gd name="connsiteY14-258" fmla="*/ 985526 h 1189836"/>
                <a:gd name="connsiteX15-259" fmla="*/ 639997 w 1564191"/>
                <a:gd name="connsiteY15-260" fmla="*/ 1189836 h 1189836"/>
                <a:gd name="connsiteX0-261" fmla="*/ 639997 w 1564191"/>
                <a:gd name="connsiteY0-262" fmla="*/ 1189836 h 1189836"/>
                <a:gd name="connsiteX1-263" fmla="*/ 0 w 1564191"/>
                <a:gd name="connsiteY1-264" fmla="*/ 781216 h 1189836"/>
                <a:gd name="connsiteX2-265" fmla="*/ 639997 w 1564191"/>
                <a:gd name="connsiteY2-266" fmla="*/ 372596 h 1189836"/>
                <a:gd name="connsiteX3-267" fmla="*/ 639997 w 1564191"/>
                <a:gd name="connsiteY3-268" fmla="*/ 576906 h 1189836"/>
                <a:gd name="connsiteX4-269" fmla="*/ 939150 w 1564191"/>
                <a:gd name="connsiteY4-270" fmla="*/ 576906 h 1189836"/>
                <a:gd name="connsiteX5-271" fmla="*/ 939150 w 1564191"/>
                <a:gd name="connsiteY5-272" fmla="*/ 577238 h 1189836"/>
                <a:gd name="connsiteX6-273" fmla="*/ 1564191 w 1564191"/>
                <a:gd name="connsiteY6-274" fmla="*/ 0 h 1189836"/>
                <a:gd name="connsiteX7-275" fmla="*/ 1419659 w 1564191"/>
                <a:gd name="connsiteY7-276" fmla="*/ 535648 h 1189836"/>
                <a:gd name="connsiteX8-277" fmla="*/ 939150 w 1564191"/>
                <a:gd name="connsiteY8-278" fmla="*/ 984963 h 1189836"/>
                <a:gd name="connsiteX9-279" fmla="*/ 939150 w 1564191"/>
                <a:gd name="connsiteY9-280" fmla="*/ 985526 h 1189836"/>
                <a:gd name="connsiteX10-281" fmla="*/ 933544 w 1564191"/>
                <a:gd name="connsiteY10-282" fmla="*/ 985526 h 1189836"/>
                <a:gd name="connsiteX11-283" fmla="*/ 931752 w 1564191"/>
                <a:gd name="connsiteY11-284" fmla="*/ 985706 h 1189836"/>
                <a:gd name="connsiteX12-285" fmla="*/ 931752 w 1564191"/>
                <a:gd name="connsiteY12-286" fmla="*/ 985526 h 1189836"/>
                <a:gd name="connsiteX13-287" fmla="*/ 639997 w 1564191"/>
                <a:gd name="connsiteY13-288" fmla="*/ 985526 h 1189836"/>
                <a:gd name="connsiteX14-289" fmla="*/ 639997 w 1564191"/>
                <a:gd name="connsiteY14-290" fmla="*/ 1189836 h 1189836"/>
                <a:gd name="connsiteX0-291" fmla="*/ 639997 w 1564191"/>
                <a:gd name="connsiteY0-292" fmla="*/ 1189836 h 1189836"/>
                <a:gd name="connsiteX1-293" fmla="*/ 0 w 1564191"/>
                <a:gd name="connsiteY1-294" fmla="*/ 781216 h 1189836"/>
                <a:gd name="connsiteX2-295" fmla="*/ 639997 w 1564191"/>
                <a:gd name="connsiteY2-296" fmla="*/ 372596 h 1189836"/>
                <a:gd name="connsiteX3-297" fmla="*/ 639997 w 1564191"/>
                <a:gd name="connsiteY3-298" fmla="*/ 576906 h 1189836"/>
                <a:gd name="connsiteX4-299" fmla="*/ 939150 w 1564191"/>
                <a:gd name="connsiteY4-300" fmla="*/ 576906 h 1189836"/>
                <a:gd name="connsiteX5-301" fmla="*/ 939150 w 1564191"/>
                <a:gd name="connsiteY5-302" fmla="*/ 577238 h 1189836"/>
                <a:gd name="connsiteX6-303" fmla="*/ 1564191 w 1564191"/>
                <a:gd name="connsiteY6-304" fmla="*/ 0 h 1189836"/>
                <a:gd name="connsiteX7-305" fmla="*/ 1419659 w 1564191"/>
                <a:gd name="connsiteY7-306" fmla="*/ 535648 h 1189836"/>
                <a:gd name="connsiteX8-307" fmla="*/ 939150 w 1564191"/>
                <a:gd name="connsiteY8-308" fmla="*/ 984963 h 1189836"/>
                <a:gd name="connsiteX9-309" fmla="*/ 939150 w 1564191"/>
                <a:gd name="connsiteY9-310" fmla="*/ 985526 h 1189836"/>
                <a:gd name="connsiteX10-311" fmla="*/ 933544 w 1564191"/>
                <a:gd name="connsiteY10-312" fmla="*/ 985526 h 1189836"/>
                <a:gd name="connsiteX11-313" fmla="*/ 931752 w 1564191"/>
                <a:gd name="connsiteY11-314" fmla="*/ 985706 h 1189836"/>
                <a:gd name="connsiteX12-315" fmla="*/ 931752 w 1564191"/>
                <a:gd name="connsiteY12-316" fmla="*/ 985526 h 1189836"/>
                <a:gd name="connsiteX13-317" fmla="*/ 639997 w 1564191"/>
                <a:gd name="connsiteY13-318" fmla="*/ 985526 h 1189836"/>
                <a:gd name="connsiteX14-319" fmla="*/ 639997 w 1564191"/>
                <a:gd name="connsiteY14-320" fmla="*/ 1189836 h 1189836"/>
                <a:gd name="connsiteX0-321" fmla="*/ 639997 w 1938047"/>
                <a:gd name="connsiteY0-322" fmla="*/ 1094586 h 1094586"/>
                <a:gd name="connsiteX1-323" fmla="*/ 0 w 1938047"/>
                <a:gd name="connsiteY1-324" fmla="*/ 685966 h 1094586"/>
                <a:gd name="connsiteX2-325" fmla="*/ 639997 w 1938047"/>
                <a:gd name="connsiteY2-326" fmla="*/ 277346 h 1094586"/>
                <a:gd name="connsiteX3-327" fmla="*/ 639997 w 1938047"/>
                <a:gd name="connsiteY3-328" fmla="*/ 481656 h 1094586"/>
                <a:gd name="connsiteX4-329" fmla="*/ 939150 w 1938047"/>
                <a:gd name="connsiteY4-330" fmla="*/ 481656 h 1094586"/>
                <a:gd name="connsiteX5-331" fmla="*/ 939150 w 1938047"/>
                <a:gd name="connsiteY5-332" fmla="*/ 481988 h 1094586"/>
                <a:gd name="connsiteX6-333" fmla="*/ 1938047 w 1938047"/>
                <a:gd name="connsiteY6-334" fmla="*/ 0 h 1094586"/>
                <a:gd name="connsiteX7-335" fmla="*/ 1419659 w 1938047"/>
                <a:gd name="connsiteY7-336" fmla="*/ 440398 h 1094586"/>
                <a:gd name="connsiteX8-337" fmla="*/ 939150 w 1938047"/>
                <a:gd name="connsiteY8-338" fmla="*/ 889713 h 1094586"/>
                <a:gd name="connsiteX9-339" fmla="*/ 939150 w 1938047"/>
                <a:gd name="connsiteY9-340" fmla="*/ 890276 h 1094586"/>
                <a:gd name="connsiteX10-341" fmla="*/ 933544 w 1938047"/>
                <a:gd name="connsiteY10-342" fmla="*/ 890276 h 1094586"/>
                <a:gd name="connsiteX11-343" fmla="*/ 931752 w 1938047"/>
                <a:gd name="connsiteY11-344" fmla="*/ 890456 h 1094586"/>
                <a:gd name="connsiteX12-345" fmla="*/ 931752 w 1938047"/>
                <a:gd name="connsiteY12-346" fmla="*/ 890276 h 1094586"/>
                <a:gd name="connsiteX13-347" fmla="*/ 639997 w 1938047"/>
                <a:gd name="connsiteY13-348" fmla="*/ 890276 h 1094586"/>
                <a:gd name="connsiteX14-349" fmla="*/ 639997 w 1938047"/>
                <a:gd name="connsiteY14-350" fmla="*/ 1094586 h 1094586"/>
                <a:gd name="connsiteX0-351" fmla="*/ 639997 w 1938047"/>
                <a:gd name="connsiteY0-352" fmla="*/ 1094586 h 1094586"/>
                <a:gd name="connsiteX1-353" fmla="*/ 0 w 1938047"/>
                <a:gd name="connsiteY1-354" fmla="*/ 685966 h 1094586"/>
                <a:gd name="connsiteX2-355" fmla="*/ 639997 w 1938047"/>
                <a:gd name="connsiteY2-356" fmla="*/ 277346 h 1094586"/>
                <a:gd name="connsiteX3-357" fmla="*/ 639997 w 1938047"/>
                <a:gd name="connsiteY3-358" fmla="*/ 481656 h 1094586"/>
                <a:gd name="connsiteX4-359" fmla="*/ 939150 w 1938047"/>
                <a:gd name="connsiteY4-360" fmla="*/ 481656 h 1094586"/>
                <a:gd name="connsiteX5-361" fmla="*/ 939150 w 1938047"/>
                <a:gd name="connsiteY5-362" fmla="*/ 481988 h 1094586"/>
                <a:gd name="connsiteX6-363" fmla="*/ 1938047 w 1938047"/>
                <a:gd name="connsiteY6-364" fmla="*/ 0 h 1094586"/>
                <a:gd name="connsiteX7-365" fmla="*/ 1483952 w 1938047"/>
                <a:gd name="connsiteY7-366" fmla="*/ 502310 h 1094586"/>
                <a:gd name="connsiteX8-367" fmla="*/ 939150 w 1938047"/>
                <a:gd name="connsiteY8-368" fmla="*/ 889713 h 1094586"/>
                <a:gd name="connsiteX9-369" fmla="*/ 939150 w 1938047"/>
                <a:gd name="connsiteY9-370" fmla="*/ 890276 h 1094586"/>
                <a:gd name="connsiteX10-371" fmla="*/ 933544 w 1938047"/>
                <a:gd name="connsiteY10-372" fmla="*/ 890276 h 1094586"/>
                <a:gd name="connsiteX11-373" fmla="*/ 931752 w 1938047"/>
                <a:gd name="connsiteY11-374" fmla="*/ 890456 h 1094586"/>
                <a:gd name="connsiteX12-375" fmla="*/ 931752 w 1938047"/>
                <a:gd name="connsiteY12-376" fmla="*/ 890276 h 1094586"/>
                <a:gd name="connsiteX13-377" fmla="*/ 639997 w 1938047"/>
                <a:gd name="connsiteY13-378" fmla="*/ 890276 h 1094586"/>
                <a:gd name="connsiteX14-379" fmla="*/ 639997 w 1938047"/>
                <a:gd name="connsiteY14-380" fmla="*/ 1094586 h 1094586"/>
                <a:gd name="connsiteX0-381" fmla="*/ 639997 w 1938047"/>
                <a:gd name="connsiteY0-382" fmla="*/ 1094586 h 1094586"/>
                <a:gd name="connsiteX1-383" fmla="*/ 0 w 1938047"/>
                <a:gd name="connsiteY1-384" fmla="*/ 685966 h 1094586"/>
                <a:gd name="connsiteX2-385" fmla="*/ 639997 w 1938047"/>
                <a:gd name="connsiteY2-386" fmla="*/ 277346 h 1094586"/>
                <a:gd name="connsiteX3-387" fmla="*/ 639997 w 1938047"/>
                <a:gd name="connsiteY3-388" fmla="*/ 481656 h 1094586"/>
                <a:gd name="connsiteX4-389" fmla="*/ 939150 w 1938047"/>
                <a:gd name="connsiteY4-390" fmla="*/ 481656 h 1094586"/>
                <a:gd name="connsiteX5-391" fmla="*/ 939150 w 1938047"/>
                <a:gd name="connsiteY5-392" fmla="*/ 481988 h 1094586"/>
                <a:gd name="connsiteX6-393" fmla="*/ 1938047 w 1938047"/>
                <a:gd name="connsiteY6-394" fmla="*/ 0 h 1094586"/>
                <a:gd name="connsiteX7-395" fmla="*/ 1483952 w 1938047"/>
                <a:gd name="connsiteY7-396" fmla="*/ 502310 h 1094586"/>
                <a:gd name="connsiteX8-397" fmla="*/ 939150 w 1938047"/>
                <a:gd name="connsiteY8-398" fmla="*/ 889713 h 1094586"/>
                <a:gd name="connsiteX9-399" fmla="*/ 939150 w 1938047"/>
                <a:gd name="connsiteY9-400" fmla="*/ 890276 h 1094586"/>
                <a:gd name="connsiteX10-401" fmla="*/ 933544 w 1938047"/>
                <a:gd name="connsiteY10-402" fmla="*/ 890276 h 1094586"/>
                <a:gd name="connsiteX11-403" fmla="*/ 931752 w 1938047"/>
                <a:gd name="connsiteY11-404" fmla="*/ 890456 h 1094586"/>
                <a:gd name="connsiteX12-405" fmla="*/ 931752 w 1938047"/>
                <a:gd name="connsiteY12-406" fmla="*/ 890276 h 1094586"/>
                <a:gd name="connsiteX13-407" fmla="*/ 639997 w 1938047"/>
                <a:gd name="connsiteY13-408" fmla="*/ 890276 h 1094586"/>
                <a:gd name="connsiteX14-409" fmla="*/ 639997 w 1938047"/>
                <a:gd name="connsiteY14-410" fmla="*/ 1094586 h 1094586"/>
                <a:gd name="connsiteX0-411" fmla="*/ 639997 w 1938047"/>
                <a:gd name="connsiteY0-412" fmla="*/ 1094586 h 1094586"/>
                <a:gd name="connsiteX1-413" fmla="*/ 0 w 1938047"/>
                <a:gd name="connsiteY1-414" fmla="*/ 685966 h 1094586"/>
                <a:gd name="connsiteX2-415" fmla="*/ 639997 w 1938047"/>
                <a:gd name="connsiteY2-416" fmla="*/ 277346 h 1094586"/>
                <a:gd name="connsiteX3-417" fmla="*/ 639997 w 1938047"/>
                <a:gd name="connsiteY3-418" fmla="*/ 481656 h 1094586"/>
                <a:gd name="connsiteX4-419" fmla="*/ 939150 w 1938047"/>
                <a:gd name="connsiteY4-420" fmla="*/ 481656 h 1094586"/>
                <a:gd name="connsiteX5-421" fmla="*/ 1938047 w 1938047"/>
                <a:gd name="connsiteY5-422" fmla="*/ 0 h 1094586"/>
                <a:gd name="connsiteX6-423" fmla="*/ 1483952 w 1938047"/>
                <a:gd name="connsiteY6-424" fmla="*/ 502310 h 1094586"/>
                <a:gd name="connsiteX7-425" fmla="*/ 939150 w 1938047"/>
                <a:gd name="connsiteY7-426" fmla="*/ 889713 h 1094586"/>
                <a:gd name="connsiteX8-427" fmla="*/ 939150 w 1938047"/>
                <a:gd name="connsiteY8-428" fmla="*/ 890276 h 1094586"/>
                <a:gd name="connsiteX9-429" fmla="*/ 933544 w 1938047"/>
                <a:gd name="connsiteY9-430" fmla="*/ 890276 h 1094586"/>
                <a:gd name="connsiteX10-431" fmla="*/ 931752 w 1938047"/>
                <a:gd name="connsiteY10-432" fmla="*/ 890456 h 1094586"/>
                <a:gd name="connsiteX11-433" fmla="*/ 931752 w 1938047"/>
                <a:gd name="connsiteY11-434" fmla="*/ 890276 h 1094586"/>
                <a:gd name="connsiteX12-435" fmla="*/ 639997 w 1938047"/>
                <a:gd name="connsiteY12-436" fmla="*/ 890276 h 1094586"/>
                <a:gd name="connsiteX13-437" fmla="*/ 639997 w 1938047"/>
                <a:gd name="connsiteY13-438" fmla="*/ 1094586 h 1094586"/>
                <a:gd name="connsiteX0-439" fmla="*/ 639997 w 1938047"/>
                <a:gd name="connsiteY0-440" fmla="*/ 1094586 h 1094586"/>
                <a:gd name="connsiteX1-441" fmla="*/ 0 w 1938047"/>
                <a:gd name="connsiteY1-442" fmla="*/ 685966 h 1094586"/>
                <a:gd name="connsiteX2-443" fmla="*/ 639997 w 1938047"/>
                <a:gd name="connsiteY2-444" fmla="*/ 277346 h 1094586"/>
                <a:gd name="connsiteX3-445" fmla="*/ 639997 w 1938047"/>
                <a:gd name="connsiteY3-446" fmla="*/ 481656 h 1094586"/>
                <a:gd name="connsiteX4-447" fmla="*/ 1938047 w 1938047"/>
                <a:gd name="connsiteY4-448" fmla="*/ 0 h 1094586"/>
                <a:gd name="connsiteX5-449" fmla="*/ 1483952 w 1938047"/>
                <a:gd name="connsiteY5-450" fmla="*/ 502310 h 1094586"/>
                <a:gd name="connsiteX6-451" fmla="*/ 939150 w 1938047"/>
                <a:gd name="connsiteY6-452" fmla="*/ 889713 h 1094586"/>
                <a:gd name="connsiteX7-453" fmla="*/ 939150 w 1938047"/>
                <a:gd name="connsiteY7-454" fmla="*/ 890276 h 1094586"/>
                <a:gd name="connsiteX8-455" fmla="*/ 933544 w 1938047"/>
                <a:gd name="connsiteY8-456" fmla="*/ 890276 h 1094586"/>
                <a:gd name="connsiteX9-457" fmla="*/ 931752 w 1938047"/>
                <a:gd name="connsiteY9-458" fmla="*/ 890456 h 1094586"/>
                <a:gd name="connsiteX10-459" fmla="*/ 931752 w 1938047"/>
                <a:gd name="connsiteY10-460" fmla="*/ 890276 h 1094586"/>
                <a:gd name="connsiteX11-461" fmla="*/ 639997 w 1938047"/>
                <a:gd name="connsiteY11-462" fmla="*/ 890276 h 1094586"/>
                <a:gd name="connsiteX12-463" fmla="*/ 639997 w 1938047"/>
                <a:gd name="connsiteY12-464" fmla="*/ 1094586 h 1094586"/>
                <a:gd name="connsiteX0-465" fmla="*/ 639997 w 1938047"/>
                <a:gd name="connsiteY0-466" fmla="*/ 1094586 h 1094586"/>
                <a:gd name="connsiteX1-467" fmla="*/ 0 w 1938047"/>
                <a:gd name="connsiteY1-468" fmla="*/ 685966 h 1094586"/>
                <a:gd name="connsiteX2-469" fmla="*/ 639997 w 1938047"/>
                <a:gd name="connsiteY2-470" fmla="*/ 277346 h 1094586"/>
                <a:gd name="connsiteX3-471" fmla="*/ 639997 w 1938047"/>
                <a:gd name="connsiteY3-472" fmla="*/ 481656 h 1094586"/>
                <a:gd name="connsiteX4-473" fmla="*/ 1938047 w 1938047"/>
                <a:gd name="connsiteY4-474" fmla="*/ 0 h 1094586"/>
                <a:gd name="connsiteX5-475" fmla="*/ 1483952 w 1938047"/>
                <a:gd name="connsiteY5-476" fmla="*/ 502310 h 1094586"/>
                <a:gd name="connsiteX6-477" fmla="*/ 939150 w 1938047"/>
                <a:gd name="connsiteY6-478" fmla="*/ 889713 h 1094586"/>
                <a:gd name="connsiteX7-479" fmla="*/ 939150 w 1938047"/>
                <a:gd name="connsiteY7-480" fmla="*/ 890276 h 1094586"/>
                <a:gd name="connsiteX8-481" fmla="*/ 933544 w 1938047"/>
                <a:gd name="connsiteY8-482" fmla="*/ 890276 h 1094586"/>
                <a:gd name="connsiteX9-483" fmla="*/ 931752 w 1938047"/>
                <a:gd name="connsiteY9-484" fmla="*/ 890456 h 1094586"/>
                <a:gd name="connsiteX10-485" fmla="*/ 931752 w 1938047"/>
                <a:gd name="connsiteY10-486" fmla="*/ 890276 h 1094586"/>
                <a:gd name="connsiteX11-487" fmla="*/ 639997 w 1938047"/>
                <a:gd name="connsiteY11-488" fmla="*/ 890276 h 1094586"/>
                <a:gd name="connsiteX12-489" fmla="*/ 639997 w 1938047"/>
                <a:gd name="connsiteY12-490" fmla="*/ 1094586 h 1094586"/>
                <a:gd name="connsiteX0-491" fmla="*/ 639997 w 1938047"/>
                <a:gd name="connsiteY0-492" fmla="*/ 1094586 h 1094586"/>
                <a:gd name="connsiteX1-493" fmla="*/ 0 w 1938047"/>
                <a:gd name="connsiteY1-494" fmla="*/ 685966 h 1094586"/>
                <a:gd name="connsiteX2-495" fmla="*/ 639997 w 1938047"/>
                <a:gd name="connsiteY2-496" fmla="*/ 277346 h 1094586"/>
                <a:gd name="connsiteX3-497" fmla="*/ 639997 w 1938047"/>
                <a:gd name="connsiteY3-498" fmla="*/ 481656 h 1094586"/>
                <a:gd name="connsiteX4-499" fmla="*/ 1938047 w 1938047"/>
                <a:gd name="connsiteY4-500" fmla="*/ 0 h 1094586"/>
                <a:gd name="connsiteX5-501" fmla="*/ 1483952 w 1938047"/>
                <a:gd name="connsiteY5-502" fmla="*/ 502310 h 1094586"/>
                <a:gd name="connsiteX6-503" fmla="*/ 939150 w 1938047"/>
                <a:gd name="connsiteY6-504" fmla="*/ 889713 h 1094586"/>
                <a:gd name="connsiteX7-505" fmla="*/ 939150 w 1938047"/>
                <a:gd name="connsiteY7-506" fmla="*/ 890276 h 1094586"/>
                <a:gd name="connsiteX8-507" fmla="*/ 933544 w 1938047"/>
                <a:gd name="connsiteY8-508" fmla="*/ 890276 h 1094586"/>
                <a:gd name="connsiteX9-509" fmla="*/ 931752 w 1938047"/>
                <a:gd name="connsiteY9-510" fmla="*/ 890456 h 1094586"/>
                <a:gd name="connsiteX10-511" fmla="*/ 931752 w 1938047"/>
                <a:gd name="connsiteY10-512" fmla="*/ 890276 h 1094586"/>
                <a:gd name="connsiteX11-513" fmla="*/ 639997 w 1938047"/>
                <a:gd name="connsiteY11-514" fmla="*/ 890276 h 1094586"/>
                <a:gd name="connsiteX12-515" fmla="*/ 639997 w 1938047"/>
                <a:gd name="connsiteY12-516" fmla="*/ 1094586 h 1094586"/>
                <a:gd name="connsiteX0-517" fmla="*/ 639997 w 1860409"/>
                <a:gd name="connsiteY0-518" fmla="*/ 1275741 h 1275741"/>
                <a:gd name="connsiteX1-519" fmla="*/ 0 w 1860409"/>
                <a:gd name="connsiteY1-520" fmla="*/ 867121 h 1275741"/>
                <a:gd name="connsiteX2-521" fmla="*/ 639997 w 1860409"/>
                <a:gd name="connsiteY2-522" fmla="*/ 458501 h 1275741"/>
                <a:gd name="connsiteX3-523" fmla="*/ 639997 w 1860409"/>
                <a:gd name="connsiteY3-524" fmla="*/ 662811 h 1275741"/>
                <a:gd name="connsiteX4-525" fmla="*/ 1860409 w 1860409"/>
                <a:gd name="connsiteY4-526" fmla="*/ 0 h 1275741"/>
                <a:gd name="connsiteX5-527" fmla="*/ 1483952 w 1860409"/>
                <a:gd name="connsiteY5-528" fmla="*/ 683465 h 1275741"/>
                <a:gd name="connsiteX6-529" fmla="*/ 939150 w 1860409"/>
                <a:gd name="connsiteY6-530" fmla="*/ 1070868 h 1275741"/>
                <a:gd name="connsiteX7-531" fmla="*/ 939150 w 1860409"/>
                <a:gd name="connsiteY7-532" fmla="*/ 1071431 h 1275741"/>
                <a:gd name="connsiteX8-533" fmla="*/ 933544 w 1860409"/>
                <a:gd name="connsiteY8-534" fmla="*/ 1071431 h 1275741"/>
                <a:gd name="connsiteX9-535" fmla="*/ 931752 w 1860409"/>
                <a:gd name="connsiteY9-536" fmla="*/ 1071611 h 1275741"/>
                <a:gd name="connsiteX10-537" fmla="*/ 931752 w 1860409"/>
                <a:gd name="connsiteY10-538" fmla="*/ 1071431 h 1275741"/>
                <a:gd name="connsiteX11-539" fmla="*/ 639997 w 1860409"/>
                <a:gd name="connsiteY11-540" fmla="*/ 1071431 h 1275741"/>
                <a:gd name="connsiteX12-541" fmla="*/ 639997 w 1860409"/>
                <a:gd name="connsiteY12-542" fmla="*/ 1275741 h 1275741"/>
                <a:gd name="connsiteX0-543" fmla="*/ 639997 w 1860409"/>
                <a:gd name="connsiteY0-544" fmla="*/ 1275741 h 1275741"/>
                <a:gd name="connsiteX1-545" fmla="*/ 0 w 1860409"/>
                <a:gd name="connsiteY1-546" fmla="*/ 867121 h 1275741"/>
                <a:gd name="connsiteX2-547" fmla="*/ 639997 w 1860409"/>
                <a:gd name="connsiteY2-548" fmla="*/ 458501 h 1275741"/>
                <a:gd name="connsiteX3-549" fmla="*/ 639997 w 1860409"/>
                <a:gd name="connsiteY3-550" fmla="*/ 662811 h 1275741"/>
                <a:gd name="connsiteX4-551" fmla="*/ 1860409 w 1860409"/>
                <a:gd name="connsiteY4-552" fmla="*/ 0 h 1275741"/>
                <a:gd name="connsiteX5-553" fmla="*/ 1483952 w 1860409"/>
                <a:gd name="connsiteY5-554" fmla="*/ 683465 h 1275741"/>
                <a:gd name="connsiteX6-555" fmla="*/ 939150 w 1860409"/>
                <a:gd name="connsiteY6-556" fmla="*/ 1070868 h 1275741"/>
                <a:gd name="connsiteX7-557" fmla="*/ 939150 w 1860409"/>
                <a:gd name="connsiteY7-558" fmla="*/ 1071431 h 1275741"/>
                <a:gd name="connsiteX8-559" fmla="*/ 933544 w 1860409"/>
                <a:gd name="connsiteY8-560" fmla="*/ 1071431 h 1275741"/>
                <a:gd name="connsiteX9-561" fmla="*/ 931752 w 1860409"/>
                <a:gd name="connsiteY9-562" fmla="*/ 1071611 h 1275741"/>
                <a:gd name="connsiteX10-563" fmla="*/ 931752 w 1860409"/>
                <a:gd name="connsiteY10-564" fmla="*/ 1071431 h 1275741"/>
                <a:gd name="connsiteX11-565" fmla="*/ 639997 w 1860409"/>
                <a:gd name="connsiteY11-566" fmla="*/ 1071431 h 1275741"/>
                <a:gd name="connsiteX12-567" fmla="*/ 639997 w 1860409"/>
                <a:gd name="connsiteY12-568" fmla="*/ 1275741 h 1275741"/>
                <a:gd name="connsiteX0-569" fmla="*/ 639997 w 1860409"/>
                <a:gd name="connsiteY0-570" fmla="*/ 1275741 h 1275741"/>
                <a:gd name="connsiteX1-571" fmla="*/ 0 w 1860409"/>
                <a:gd name="connsiteY1-572" fmla="*/ 867121 h 1275741"/>
                <a:gd name="connsiteX2-573" fmla="*/ 639997 w 1860409"/>
                <a:gd name="connsiteY2-574" fmla="*/ 458501 h 1275741"/>
                <a:gd name="connsiteX3-575" fmla="*/ 639997 w 1860409"/>
                <a:gd name="connsiteY3-576" fmla="*/ 662811 h 1275741"/>
                <a:gd name="connsiteX4-577" fmla="*/ 1860409 w 1860409"/>
                <a:gd name="connsiteY4-578" fmla="*/ 0 h 1275741"/>
                <a:gd name="connsiteX5-579" fmla="*/ 1483952 w 1860409"/>
                <a:gd name="connsiteY5-580" fmla="*/ 683465 h 1275741"/>
                <a:gd name="connsiteX6-581" fmla="*/ 939150 w 1860409"/>
                <a:gd name="connsiteY6-582" fmla="*/ 1070868 h 1275741"/>
                <a:gd name="connsiteX7-583" fmla="*/ 939150 w 1860409"/>
                <a:gd name="connsiteY7-584" fmla="*/ 1071431 h 1275741"/>
                <a:gd name="connsiteX8-585" fmla="*/ 933544 w 1860409"/>
                <a:gd name="connsiteY8-586" fmla="*/ 1071431 h 1275741"/>
                <a:gd name="connsiteX9-587" fmla="*/ 931752 w 1860409"/>
                <a:gd name="connsiteY9-588" fmla="*/ 1071611 h 1275741"/>
                <a:gd name="connsiteX10-589" fmla="*/ 931752 w 1860409"/>
                <a:gd name="connsiteY10-590" fmla="*/ 1071431 h 1275741"/>
                <a:gd name="connsiteX11-591" fmla="*/ 639997 w 1860409"/>
                <a:gd name="connsiteY11-592" fmla="*/ 1071431 h 1275741"/>
                <a:gd name="connsiteX12-593" fmla="*/ 639997 w 1860409"/>
                <a:gd name="connsiteY12-594" fmla="*/ 1275741 h 1275741"/>
                <a:gd name="connsiteX0-595" fmla="*/ 639997 w 1860409"/>
                <a:gd name="connsiteY0-596" fmla="*/ 1275741 h 1275741"/>
                <a:gd name="connsiteX1-597" fmla="*/ 0 w 1860409"/>
                <a:gd name="connsiteY1-598" fmla="*/ 867121 h 1275741"/>
                <a:gd name="connsiteX2-599" fmla="*/ 639997 w 1860409"/>
                <a:gd name="connsiteY2-600" fmla="*/ 458501 h 1275741"/>
                <a:gd name="connsiteX3-601" fmla="*/ 639997 w 1860409"/>
                <a:gd name="connsiteY3-602" fmla="*/ 662811 h 1275741"/>
                <a:gd name="connsiteX4-603" fmla="*/ 1860409 w 1860409"/>
                <a:gd name="connsiteY4-604" fmla="*/ 0 h 1275741"/>
                <a:gd name="connsiteX5-605" fmla="*/ 1483952 w 1860409"/>
                <a:gd name="connsiteY5-606" fmla="*/ 683465 h 1275741"/>
                <a:gd name="connsiteX6-607" fmla="*/ 939150 w 1860409"/>
                <a:gd name="connsiteY6-608" fmla="*/ 1070868 h 1275741"/>
                <a:gd name="connsiteX7-609" fmla="*/ 939150 w 1860409"/>
                <a:gd name="connsiteY7-610" fmla="*/ 1071431 h 1275741"/>
                <a:gd name="connsiteX8-611" fmla="*/ 933544 w 1860409"/>
                <a:gd name="connsiteY8-612" fmla="*/ 1071431 h 1275741"/>
                <a:gd name="connsiteX9-613" fmla="*/ 931752 w 1860409"/>
                <a:gd name="connsiteY9-614" fmla="*/ 1071611 h 1275741"/>
                <a:gd name="connsiteX10-615" fmla="*/ 931752 w 1860409"/>
                <a:gd name="connsiteY10-616" fmla="*/ 1071431 h 1275741"/>
                <a:gd name="connsiteX11-617" fmla="*/ 639997 w 1860409"/>
                <a:gd name="connsiteY11-618" fmla="*/ 1071431 h 1275741"/>
                <a:gd name="connsiteX12-619" fmla="*/ 639997 w 1860409"/>
                <a:gd name="connsiteY12-620" fmla="*/ 1275741 h 1275741"/>
                <a:gd name="connsiteX0-621" fmla="*/ 639997 w 1860409"/>
                <a:gd name="connsiteY0-622" fmla="*/ 1275741 h 1275741"/>
                <a:gd name="connsiteX1-623" fmla="*/ 0 w 1860409"/>
                <a:gd name="connsiteY1-624" fmla="*/ 867121 h 1275741"/>
                <a:gd name="connsiteX2-625" fmla="*/ 639997 w 1860409"/>
                <a:gd name="connsiteY2-626" fmla="*/ 458501 h 1275741"/>
                <a:gd name="connsiteX3-627" fmla="*/ 639997 w 1860409"/>
                <a:gd name="connsiteY3-628" fmla="*/ 662811 h 1275741"/>
                <a:gd name="connsiteX4-629" fmla="*/ 1860409 w 1860409"/>
                <a:gd name="connsiteY4-630" fmla="*/ 0 h 1275741"/>
                <a:gd name="connsiteX5-631" fmla="*/ 1483952 w 1860409"/>
                <a:gd name="connsiteY5-632" fmla="*/ 683465 h 1275741"/>
                <a:gd name="connsiteX6-633" fmla="*/ 939150 w 1860409"/>
                <a:gd name="connsiteY6-634" fmla="*/ 1070868 h 1275741"/>
                <a:gd name="connsiteX7-635" fmla="*/ 939150 w 1860409"/>
                <a:gd name="connsiteY7-636" fmla="*/ 1071431 h 1275741"/>
                <a:gd name="connsiteX8-637" fmla="*/ 933544 w 1860409"/>
                <a:gd name="connsiteY8-638" fmla="*/ 1071431 h 1275741"/>
                <a:gd name="connsiteX9-639" fmla="*/ 931752 w 1860409"/>
                <a:gd name="connsiteY9-640" fmla="*/ 1071611 h 1275741"/>
                <a:gd name="connsiteX10-641" fmla="*/ 931752 w 1860409"/>
                <a:gd name="connsiteY10-642" fmla="*/ 1071431 h 1275741"/>
                <a:gd name="connsiteX11-643" fmla="*/ 639997 w 1860409"/>
                <a:gd name="connsiteY11-644" fmla="*/ 1071431 h 1275741"/>
                <a:gd name="connsiteX12-645" fmla="*/ 639997 w 1860409"/>
                <a:gd name="connsiteY12-646" fmla="*/ 1275741 h 1275741"/>
                <a:gd name="connsiteX0-647" fmla="*/ 639997 w 1860409"/>
                <a:gd name="connsiteY0-648" fmla="*/ 1275741 h 1275741"/>
                <a:gd name="connsiteX1-649" fmla="*/ 0 w 1860409"/>
                <a:gd name="connsiteY1-650" fmla="*/ 867121 h 1275741"/>
                <a:gd name="connsiteX2-651" fmla="*/ 639997 w 1860409"/>
                <a:gd name="connsiteY2-652" fmla="*/ 458501 h 1275741"/>
                <a:gd name="connsiteX3-653" fmla="*/ 639997 w 1860409"/>
                <a:gd name="connsiteY3-654" fmla="*/ 662811 h 1275741"/>
                <a:gd name="connsiteX4-655" fmla="*/ 1860409 w 1860409"/>
                <a:gd name="connsiteY4-656" fmla="*/ 0 h 1275741"/>
                <a:gd name="connsiteX5-657" fmla="*/ 1483952 w 1860409"/>
                <a:gd name="connsiteY5-658" fmla="*/ 683465 h 1275741"/>
                <a:gd name="connsiteX6-659" fmla="*/ 939150 w 1860409"/>
                <a:gd name="connsiteY6-660" fmla="*/ 1070868 h 1275741"/>
                <a:gd name="connsiteX7-661" fmla="*/ 939150 w 1860409"/>
                <a:gd name="connsiteY7-662" fmla="*/ 1071431 h 1275741"/>
                <a:gd name="connsiteX8-663" fmla="*/ 933544 w 1860409"/>
                <a:gd name="connsiteY8-664" fmla="*/ 1071431 h 1275741"/>
                <a:gd name="connsiteX9-665" fmla="*/ 931752 w 1860409"/>
                <a:gd name="connsiteY9-666" fmla="*/ 1071611 h 1275741"/>
                <a:gd name="connsiteX10-667" fmla="*/ 931752 w 1860409"/>
                <a:gd name="connsiteY10-668" fmla="*/ 1071431 h 1275741"/>
                <a:gd name="connsiteX11-669" fmla="*/ 639997 w 1860409"/>
                <a:gd name="connsiteY11-670" fmla="*/ 1071431 h 1275741"/>
                <a:gd name="connsiteX12-671" fmla="*/ 639997 w 1860409"/>
                <a:gd name="connsiteY12-672" fmla="*/ 1275741 h 1275741"/>
                <a:gd name="connsiteX0-673" fmla="*/ 639997 w 1860409"/>
                <a:gd name="connsiteY0-674" fmla="*/ 1275741 h 1275741"/>
                <a:gd name="connsiteX1-675" fmla="*/ 0 w 1860409"/>
                <a:gd name="connsiteY1-676" fmla="*/ 867121 h 1275741"/>
                <a:gd name="connsiteX2-677" fmla="*/ 639997 w 1860409"/>
                <a:gd name="connsiteY2-678" fmla="*/ 458501 h 1275741"/>
                <a:gd name="connsiteX3-679" fmla="*/ 639997 w 1860409"/>
                <a:gd name="connsiteY3-680" fmla="*/ 662811 h 1275741"/>
                <a:gd name="connsiteX4-681" fmla="*/ 1860409 w 1860409"/>
                <a:gd name="connsiteY4-682" fmla="*/ 0 h 1275741"/>
                <a:gd name="connsiteX5-683" fmla="*/ 1483952 w 1860409"/>
                <a:gd name="connsiteY5-684" fmla="*/ 683465 h 1275741"/>
                <a:gd name="connsiteX6-685" fmla="*/ 939150 w 1860409"/>
                <a:gd name="connsiteY6-686" fmla="*/ 1070868 h 1275741"/>
                <a:gd name="connsiteX7-687" fmla="*/ 939150 w 1860409"/>
                <a:gd name="connsiteY7-688" fmla="*/ 1071431 h 1275741"/>
                <a:gd name="connsiteX8-689" fmla="*/ 933544 w 1860409"/>
                <a:gd name="connsiteY8-690" fmla="*/ 1071431 h 1275741"/>
                <a:gd name="connsiteX9-691" fmla="*/ 931752 w 1860409"/>
                <a:gd name="connsiteY9-692" fmla="*/ 1071611 h 1275741"/>
                <a:gd name="connsiteX10-693" fmla="*/ 931752 w 1860409"/>
                <a:gd name="connsiteY10-694" fmla="*/ 1071431 h 1275741"/>
                <a:gd name="connsiteX11-695" fmla="*/ 639997 w 1860409"/>
                <a:gd name="connsiteY11-696" fmla="*/ 1071431 h 1275741"/>
                <a:gd name="connsiteX12-697" fmla="*/ 639997 w 1860409"/>
                <a:gd name="connsiteY12-698" fmla="*/ 1275741 h 1275741"/>
                <a:gd name="connsiteX0-699" fmla="*/ 639997 w 1860409"/>
                <a:gd name="connsiteY0-700" fmla="*/ 1275741 h 1275741"/>
                <a:gd name="connsiteX1-701" fmla="*/ 0 w 1860409"/>
                <a:gd name="connsiteY1-702" fmla="*/ 867121 h 1275741"/>
                <a:gd name="connsiteX2-703" fmla="*/ 639997 w 1860409"/>
                <a:gd name="connsiteY2-704" fmla="*/ 458501 h 1275741"/>
                <a:gd name="connsiteX3-705" fmla="*/ 639997 w 1860409"/>
                <a:gd name="connsiteY3-706" fmla="*/ 662811 h 1275741"/>
                <a:gd name="connsiteX4-707" fmla="*/ 1860409 w 1860409"/>
                <a:gd name="connsiteY4-708" fmla="*/ 0 h 1275741"/>
                <a:gd name="connsiteX5-709" fmla="*/ 1639227 w 1860409"/>
                <a:gd name="connsiteY5-710" fmla="*/ 717971 h 1275741"/>
                <a:gd name="connsiteX6-711" fmla="*/ 939150 w 1860409"/>
                <a:gd name="connsiteY6-712" fmla="*/ 1070868 h 1275741"/>
                <a:gd name="connsiteX7-713" fmla="*/ 939150 w 1860409"/>
                <a:gd name="connsiteY7-714" fmla="*/ 1071431 h 1275741"/>
                <a:gd name="connsiteX8-715" fmla="*/ 933544 w 1860409"/>
                <a:gd name="connsiteY8-716" fmla="*/ 1071431 h 1275741"/>
                <a:gd name="connsiteX9-717" fmla="*/ 931752 w 1860409"/>
                <a:gd name="connsiteY9-718" fmla="*/ 1071611 h 1275741"/>
                <a:gd name="connsiteX10-719" fmla="*/ 931752 w 1860409"/>
                <a:gd name="connsiteY10-720" fmla="*/ 1071431 h 1275741"/>
                <a:gd name="connsiteX11-721" fmla="*/ 639997 w 1860409"/>
                <a:gd name="connsiteY11-722" fmla="*/ 1071431 h 1275741"/>
                <a:gd name="connsiteX12-723" fmla="*/ 639997 w 1860409"/>
                <a:gd name="connsiteY12-724" fmla="*/ 1275741 h 1275741"/>
                <a:gd name="connsiteX0-725" fmla="*/ 639997 w 1860409"/>
                <a:gd name="connsiteY0-726" fmla="*/ 1275741 h 1275741"/>
                <a:gd name="connsiteX1-727" fmla="*/ 0 w 1860409"/>
                <a:gd name="connsiteY1-728" fmla="*/ 867121 h 1275741"/>
                <a:gd name="connsiteX2-729" fmla="*/ 639997 w 1860409"/>
                <a:gd name="connsiteY2-730" fmla="*/ 458501 h 1275741"/>
                <a:gd name="connsiteX3-731" fmla="*/ 639997 w 1860409"/>
                <a:gd name="connsiteY3-732" fmla="*/ 662811 h 1275741"/>
                <a:gd name="connsiteX4-733" fmla="*/ 1860409 w 1860409"/>
                <a:gd name="connsiteY4-734" fmla="*/ 0 h 1275741"/>
                <a:gd name="connsiteX5-735" fmla="*/ 1639227 w 1860409"/>
                <a:gd name="connsiteY5-736" fmla="*/ 717971 h 1275741"/>
                <a:gd name="connsiteX6-737" fmla="*/ 939150 w 1860409"/>
                <a:gd name="connsiteY6-738" fmla="*/ 1070868 h 1275741"/>
                <a:gd name="connsiteX7-739" fmla="*/ 939150 w 1860409"/>
                <a:gd name="connsiteY7-740" fmla="*/ 1071431 h 1275741"/>
                <a:gd name="connsiteX8-741" fmla="*/ 933544 w 1860409"/>
                <a:gd name="connsiteY8-742" fmla="*/ 1071431 h 1275741"/>
                <a:gd name="connsiteX9-743" fmla="*/ 931752 w 1860409"/>
                <a:gd name="connsiteY9-744" fmla="*/ 1071611 h 1275741"/>
                <a:gd name="connsiteX10-745" fmla="*/ 931752 w 1860409"/>
                <a:gd name="connsiteY10-746" fmla="*/ 1071431 h 1275741"/>
                <a:gd name="connsiteX11-747" fmla="*/ 639997 w 1860409"/>
                <a:gd name="connsiteY11-748" fmla="*/ 1071431 h 1275741"/>
                <a:gd name="connsiteX12-749" fmla="*/ 639997 w 1860409"/>
                <a:gd name="connsiteY12-750" fmla="*/ 1275741 h 1275741"/>
                <a:gd name="connsiteX0-751" fmla="*/ 639997 w 1860409"/>
                <a:gd name="connsiteY0-752" fmla="*/ 1275741 h 1275741"/>
                <a:gd name="connsiteX1-753" fmla="*/ 0 w 1860409"/>
                <a:gd name="connsiteY1-754" fmla="*/ 867121 h 1275741"/>
                <a:gd name="connsiteX2-755" fmla="*/ 639997 w 1860409"/>
                <a:gd name="connsiteY2-756" fmla="*/ 458501 h 1275741"/>
                <a:gd name="connsiteX3-757" fmla="*/ 639997 w 1860409"/>
                <a:gd name="connsiteY3-758" fmla="*/ 662811 h 1275741"/>
                <a:gd name="connsiteX4-759" fmla="*/ 1860409 w 1860409"/>
                <a:gd name="connsiteY4-760" fmla="*/ 0 h 1275741"/>
                <a:gd name="connsiteX5-761" fmla="*/ 1690986 w 1860409"/>
                <a:gd name="connsiteY5-762" fmla="*/ 700718 h 1275741"/>
                <a:gd name="connsiteX6-763" fmla="*/ 939150 w 1860409"/>
                <a:gd name="connsiteY6-764" fmla="*/ 1070868 h 1275741"/>
                <a:gd name="connsiteX7-765" fmla="*/ 939150 w 1860409"/>
                <a:gd name="connsiteY7-766" fmla="*/ 1071431 h 1275741"/>
                <a:gd name="connsiteX8-767" fmla="*/ 933544 w 1860409"/>
                <a:gd name="connsiteY8-768" fmla="*/ 1071431 h 1275741"/>
                <a:gd name="connsiteX9-769" fmla="*/ 931752 w 1860409"/>
                <a:gd name="connsiteY9-770" fmla="*/ 1071611 h 1275741"/>
                <a:gd name="connsiteX10-771" fmla="*/ 931752 w 1860409"/>
                <a:gd name="connsiteY10-772" fmla="*/ 1071431 h 1275741"/>
                <a:gd name="connsiteX11-773" fmla="*/ 639997 w 1860409"/>
                <a:gd name="connsiteY11-774" fmla="*/ 1071431 h 1275741"/>
                <a:gd name="connsiteX12-775" fmla="*/ 639997 w 1860409"/>
                <a:gd name="connsiteY12-776" fmla="*/ 1275741 h 1275741"/>
                <a:gd name="connsiteX0-777" fmla="*/ 639997 w 1860409"/>
                <a:gd name="connsiteY0-778" fmla="*/ 1275741 h 1275741"/>
                <a:gd name="connsiteX1-779" fmla="*/ 0 w 1860409"/>
                <a:gd name="connsiteY1-780" fmla="*/ 867121 h 1275741"/>
                <a:gd name="connsiteX2-781" fmla="*/ 639997 w 1860409"/>
                <a:gd name="connsiteY2-782" fmla="*/ 458501 h 1275741"/>
                <a:gd name="connsiteX3-783" fmla="*/ 639997 w 1860409"/>
                <a:gd name="connsiteY3-784" fmla="*/ 662811 h 1275741"/>
                <a:gd name="connsiteX4-785" fmla="*/ 1860409 w 1860409"/>
                <a:gd name="connsiteY4-786" fmla="*/ 0 h 1275741"/>
                <a:gd name="connsiteX5-787" fmla="*/ 1690986 w 1860409"/>
                <a:gd name="connsiteY5-788" fmla="*/ 700718 h 1275741"/>
                <a:gd name="connsiteX6-789" fmla="*/ 939150 w 1860409"/>
                <a:gd name="connsiteY6-790" fmla="*/ 1070868 h 1275741"/>
                <a:gd name="connsiteX7-791" fmla="*/ 939150 w 1860409"/>
                <a:gd name="connsiteY7-792" fmla="*/ 1071431 h 1275741"/>
                <a:gd name="connsiteX8-793" fmla="*/ 933544 w 1860409"/>
                <a:gd name="connsiteY8-794" fmla="*/ 1071431 h 1275741"/>
                <a:gd name="connsiteX9-795" fmla="*/ 931752 w 1860409"/>
                <a:gd name="connsiteY9-796" fmla="*/ 1071611 h 1275741"/>
                <a:gd name="connsiteX10-797" fmla="*/ 931752 w 1860409"/>
                <a:gd name="connsiteY10-798" fmla="*/ 1071431 h 1275741"/>
                <a:gd name="connsiteX11-799" fmla="*/ 639997 w 1860409"/>
                <a:gd name="connsiteY11-800" fmla="*/ 1071431 h 1275741"/>
                <a:gd name="connsiteX12-801" fmla="*/ 639997 w 1860409"/>
                <a:gd name="connsiteY12-802" fmla="*/ 1275741 h 1275741"/>
                <a:gd name="connsiteX0-803" fmla="*/ 639997 w 1860409"/>
                <a:gd name="connsiteY0-804" fmla="*/ 1275741 h 1275741"/>
                <a:gd name="connsiteX1-805" fmla="*/ 0 w 1860409"/>
                <a:gd name="connsiteY1-806" fmla="*/ 867121 h 1275741"/>
                <a:gd name="connsiteX2-807" fmla="*/ 639997 w 1860409"/>
                <a:gd name="connsiteY2-808" fmla="*/ 458501 h 1275741"/>
                <a:gd name="connsiteX3-809" fmla="*/ 639997 w 1860409"/>
                <a:gd name="connsiteY3-810" fmla="*/ 662811 h 1275741"/>
                <a:gd name="connsiteX4-811" fmla="*/ 1860409 w 1860409"/>
                <a:gd name="connsiteY4-812" fmla="*/ 0 h 1275741"/>
                <a:gd name="connsiteX5-813" fmla="*/ 1690986 w 1860409"/>
                <a:gd name="connsiteY5-814" fmla="*/ 700718 h 1275741"/>
                <a:gd name="connsiteX6-815" fmla="*/ 939150 w 1860409"/>
                <a:gd name="connsiteY6-816" fmla="*/ 1070868 h 1275741"/>
                <a:gd name="connsiteX7-817" fmla="*/ 939150 w 1860409"/>
                <a:gd name="connsiteY7-818" fmla="*/ 1071431 h 1275741"/>
                <a:gd name="connsiteX8-819" fmla="*/ 933544 w 1860409"/>
                <a:gd name="connsiteY8-820" fmla="*/ 1071431 h 1275741"/>
                <a:gd name="connsiteX9-821" fmla="*/ 931752 w 1860409"/>
                <a:gd name="connsiteY9-822" fmla="*/ 1071611 h 1275741"/>
                <a:gd name="connsiteX10-823" fmla="*/ 931752 w 1860409"/>
                <a:gd name="connsiteY10-824" fmla="*/ 1071431 h 1275741"/>
                <a:gd name="connsiteX11-825" fmla="*/ 639997 w 1860409"/>
                <a:gd name="connsiteY11-826" fmla="*/ 1071431 h 1275741"/>
                <a:gd name="connsiteX12-827" fmla="*/ 639997 w 1860409"/>
                <a:gd name="connsiteY12-828" fmla="*/ 1275741 h 1275741"/>
                <a:gd name="connsiteX0-829" fmla="*/ 639997 w 1860409"/>
                <a:gd name="connsiteY0-830" fmla="*/ 1275741 h 1275741"/>
                <a:gd name="connsiteX1-831" fmla="*/ 0 w 1860409"/>
                <a:gd name="connsiteY1-832" fmla="*/ 867121 h 1275741"/>
                <a:gd name="connsiteX2-833" fmla="*/ 639997 w 1860409"/>
                <a:gd name="connsiteY2-834" fmla="*/ 458501 h 1275741"/>
                <a:gd name="connsiteX3-835" fmla="*/ 639997 w 1860409"/>
                <a:gd name="connsiteY3-836" fmla="*/ 662811 h 1275741"/>
                <a:gd name="connsiteX4-837" fmla="*/ 1860409 w 1860409"/>
                <a:gd name="connsiteY4-838" fmla="*/ 0 h 1275741"/>
                <a:gd name="connsiteX5-839" fmla="*/ 1690986 w 1860409"/>
                <a:gd name="connsiteY5-840" fmla="*/ 700718 h 1275741"/>
                <a:gd name="connsiteX6-841" fmla="*/ 939150 w 1860409"/>
                <a:gd name="connsiteY6-842" fmla="*/ 1070868 h 1275741"/>
                <a:gd name="connsiteX7-843" fmla="*/ 939150 w 1860409"/>
                <a:gd name="connsiteY7-844" fmla="*/ 1071431 h 1275741"/>
                <a:gd name="connsiteX8-845" fmla="*/ 933544 w 1860409"/>
                <a:gd name="connsiteY8-846" fmla="*/ 1071431 h 1275741"/>
                <a:gd name="connsiteX9-847" fmla="*/ 931752 w 1860409"/>
                <a:gd name="connsiteY9-848" fmla="*/ 1071611 h 1275741"/>
                <a:gd name="connsiteX10-849" fmla="*/ 931752 w 1860409"/>
                <a:gd name="connsiteY10-850" fmla="*/ 1071431 h 1275741"/>
                <a:gd name="connsiteX11-851" fmla="*/ 639997 w 1860409"/>
                <a:gd name="connsiteY11-852" fmla="*/ 1071431 h 1275741"/>
                <a:gd name="connsiteX12-853" fmla="*/ 639997 w 1860409"/>
                <a:gd name="connsiteY12-854" fmla="*/ 1275741 h 1275741"/>
                <a:gd name="connsiteX0-855" fmla="*/ 639997 w 1860409"/>
                <a:gd name="connsiteY0-856" fmla="*/ 1275741 h 1275741"/>
                <a:gd name="connsiteX1-857" fmla="*/ 0 w 1860409"/>
                <a:gd name="connsiteY1-858" fmla="*/ 867121 h 1275741"/>
                <a:gd name="connsiteX2-859" fmla="*/ 639997 w 1860409"/>
                <a:gd name="connsiteY2-860" fmla="*/ 458501 h 1275741"/>
                <a:gd name="connsiteX3-861" fmla="*/ 639997 w 1860409"/>
                <a:gd name="connsiteY3-862" fmla="*/ 662811 h 1275741"/>
                <a:gd name="connsiteX4-863" fmla="*/ 1860409 w 1860409"/>
                <a:gd name="connsiteY4-864" fmla="*/ 0 h 1275741"/>
                <a:gd name="connsiteX5-865" fmla="*/ 1690986 w 1860409"/>
                <a:gd name="connsiteY5-866" fmla="*/ 700718 h 1275741"/>
                <a:gd name="connsiteX6-867" fmla="*/ 939150 w 1860409"/>
                <a:gd name="connsiteY6-868" fmla="*/ 1070868 h 1275741"/>
                <a:gd name="connsiteX7-869" fmla="*/ 939150 w 1860409"/>
                <a:gd name="connsiteY7-870" fmla="*/ 1071431 h 1275741"/>
                <a:gd name="connsiteX8-871" fmla="*/ 933544 w 1860409"/>
                <a:gd name="connsiteY8-872" fmla="*/ 1071431 h 1275741"/>
                <a:gd name="connsiteX9-873" fmla="*/ 931752 w 1860409"/>
                <a:gd name="connsiteY9-874" fmla="*/ 1071611 h 1275741"/>
                <a:gd name="connsiteX10-875" fmla="*/ 931752 w 1860409"/>
                <a:gd name="connsiteY10-876" fmla="*/ 1071431 h 1275741"/>
                <a:gd name="connsiteX11-877" fmla="*/ 639997 w 1860409"/>
                <a:gd name="connsiteY11-878" fmla="*/ 1071431 h 1275741"/>
                <a:gd name="connsiteX12-879" fmla="*/ 639997 w 1860409"/>
                <a:gd name="connsiteY12-880" fmla="*/ 1275741 h 1275741"/>
                <a:gd name="connsiteX0-881" fmla="*/ 639997 w 1860409"/>
                <a:gd name="connsiteY0-882" fmla="*/ 1275741 h 1275741"/>
                <a:gd name="connsiteX1-883" fmla="*/ 0 w 1860409"/>
                <a:gd name="connsiteY1-884" fmla="*/ 867121 h 1275741"/>
                <a:gd name="connsiteX2-885" fmla="*/ 639997 w 1860409"/>
                <a:gd name="connsiteY2-886" fmla="*/ 458501 h 1275741"/>
                <a:gd name="connsiteX3-887" fmla="*/ 639997 w 1860409"/>
                <a:gd name="connsiteY3-888" fmla="*/ 662811 h 1275741"/>
                <a:gd name="connsiteX4-889" fmla="*/ 1860409 w 1860409"/>
                <a:gd name="connsiteY4-890" fmla="*/ 0 h 1275741"/>
                <a:gd name="connsiteX5-891" fmla="*/ 1690986 w 1860409"/>
                <a:gd name="connsiteY5-892" fmla="*/ 700718 h 1275741"/>
                <a:gd name="connsiteX6-893" fmla="*/ 939150 w 1860409"/>
                <a:gd name="connsiteY6-894" fmla="*/ 1070868 h 1275741"/>
                <a:gd name="connsiteX7-895" fmla="*/ 939150 w 1860409"/>
                <a:gd name="connsiteY7-896" fmla="*/ 1071431 h 1275741"/>
                <a:gd name="connsiteX8-897" fmla="*/ 933544 w 1860409"/>
                <a:gd name="connsiteY8-898" fmla="*/ 1071431 h 1275741"/>
                <a:gd name="connsiteX9-899" fmla="*/ 931752 w 1860409"/>
                <a:gd name="connsiteY9-900" fmla="*/ 1071611 h 1275741"/>
                <a:gd name="connsiteX10-901" fmla="*/ 931752 w 1860409"/>
                <a:gd name="connsiteY10-902" fmla="*/ 1071431 h 1275741"/>
                <a:gd name="connsiteX11-903" fmla="*/ 639997 w 1860409"/>
                <a:gd name="connsiteY11-904" fmla="*/ 1071431 h 1275741"/>
                <a:gd name="connsiteX12-905" fmla="*/ 639997 w 1860409"/>
                <a:gd name="connsiteY12-906" fmla="*/ 1275741 h 1275741"/>
                <a:gd name="connsiteX0-907" fmla="*/ 639997 w 1860974"/>
                <a:gd name="connsiteY0-908" fmla="*/ 1275741 h 1275741"/>
                <a:gd name="connsiteX1-909" fmla="*/ 0 w 1860974"/>
                <a:gd name="connsiteY1-910" fmla="*/ 867121 h 1275741"/>
                <a:gd name="connsiteX2-911" fmla="*/ 639997 w 1860974"/>
                <a:gd name="connsiteY2-912" fmla="*/ 458501 h 1275741"/>
                <a:gd name="connsiteX3-913" fmla="*/ 639997 w 1860974"/>
                <a:gd name="connsiteY3-914" fmla="*/ 662811 h 1275741"/>
                <a:gd name="connsiteX4-915" fmla="*/ 1860409 w 1860974"/>
                <a:gd name="connsiteY4-916" fmla="*/ 0 h 1275741"/>
                <a:gd name="connsiteX5-917" fmla="*/ 1690986 w 1860974"/>
                <a:gd name="connsiteY5-918" fmla="*/ 700718 h 1275741"/>
                <a:gd name="connsiteX6-919" fmla="*/ 939150 w 1860974"/>
                <a:gd name="connsiteY6-920" fmla="*/ 1070868 h 1275741"/>
                <a:gd name="connsiteX7-921" fmla="*/ 939150 w 1860974"/>
                <a:gd name="connsiteY7-922" fmla="*/ 1071431 h 1275741"/>
                <a:gd name="connsiteX8-923" fmla="*/ 933544 w 1860974"/>
                <a:gd name="connsiteY8-924" fmla="*/ 1071431 h 1275741"/>
                <a:gd name="connsiteX9-925" fmla="*/ 931752 w 1860974"/>
                <a:gd name="connsiteY9-926" fmla="*/ 1071611 h 1275741"/>
                <a:gd name="connsiteX10-927" fmla="*/ 931752 w 1860974"/>
                <a:gd name="connsiteY10-928" fmla="*/ 1071431 h 1275741"/>
                <a:gd name="connsiteX11-929" fmla="*/ 639997 w 1860974"/>
                <a:gd name="connsiteY11-930" fmla="*/ 1071431 h 1275741"/>
                <a:gd name="connsiteX12-931" fmla="*/ 639997 w 1860974"/>
                <a:gd name="connsiteY12-932" fmla="*/ 1275741 h 1275741"/>
                <a:gd name="connsiteX0-933" fmla="*/ 657407 w 1878384"/>
                <a:gd name="connsiteY0-934" fmla="*/ 1275741 h 1275741"/>
                <a:gd name="connsiteX1-935" fmla="*/ 0 w 1878384"/>
                <a:gd name="connsiteY1-936" fmla="*/ 806186 h 1275741"/>
                <a:gd name="connsiteX2-937" fmla="*/ 657407 w 1878384"/>
                <a:gd name="connsiteY2-938" fmla="*/ 458501 h 1275741"/>
                <a:gd name="connsiteX3-939" fmla="*/ 657407 w 1878384"/>
                <a:gd name="connsiteY3-940" fmla="*/ 662811 h 1275741"/>
                <a:gd name="connsiteX4-941" fmla="*/ 1877819 w 1878384"/>
                <a:gd name="connsiteY4-942" fmla="*/ 0 h 1275741"/>
                <a:gd name="connsiteX5-943" fmla="*/ 1708396 w 1878384"/>
                <a:gd name="connsiteY5-944" fmla="*/ 700718 h 1275741"/>
                <a:gd name="connsiteX6-945" fmla="*/ 956560 w 1878384"/>
                <a:gd name="connsiteY6-946" fmla="*/ 1070868 h 1275741"/>
                <a:gd name="connsiteX7-947" fmla="*/ 956560 w 1878384"/>
                <a:gd name="connsiteY7-948" fmla="*/ 1071431 h 1275741"/>
                <a:gd name="connsiteX8-949" fmla="*/ 950954 w 1878384"/>
                <a:gd name="connsiteY8-950" fmla="*/ 1071431 h 1275741"/>
                <a:gd name="connsiteX9-951" fmla="*/ 949162 w 1878384"/>
                <a:gd name="connsiteY9-952" fmla="*/ 1071611 h 1275741"/>
                <a:gd name="connsiteX10-953" fmla="*/ 949162 w 1878384"/>
                <a:gd name="connsiteY10-954" fmla="*/ 1071431 h 1275741"/>
                <a:gd name="connsiteX11-955" fmla="*/ 657407 w 1878384"/>
                <a:gd name="connsiteY11-956" fmla="*/ 1071431 h 1275741"/>
                <a:gd name="connsiteX12-957" fmla="*/ 657407 w 1878384"/>
                <a:gd name="connsiteY12-958" fmla="*/ 1275741 h 1275741"/>
                <a:gd name="connsiteX0-959" fmla="*/ 648701 w 1869678"/>
                <a:gd name="connsiteY0-960" fmla="*/ 1275741 h 1275741"/>
                <a:gd name="connsiteX1-961" fmla="*/ 0 w 1869678"/>
                <a:gd name="connsiteY1-962" fmla="*/ 745250 h 1275741"/>
                <a:gd name="connsiteX2-963" fmla="*/ 648701 w 1869678"/>
                <a:gd name="connsiteY2-964" fmla="*/ 458501 h 1275741"/>
                <a:gd name="connsiteX3-965" fmla="*/ 648701 w 1869678"/>
                <a:gd name="connsiteY3-966" fmla="*/ 662811 h 1275741"/>
                <a:gd name="connsiteX4-967" fmla="*/ 1869113 w 1869678"/>
                <a:gd name="connsiteY4-968" fmla="*/ 0 h 1275741"/>
                <a:gd name="connsiteX5-969" fmla="*/ 1699690 w 1869678"/>
                <a:gd name="connsiteY5-970" fmla="*/ 700718 h 1275741"/>
                <a:gd name="connsiteX6-971" fmla="*/ 947854 w 1869678"/>
                <a:gd name="connsiteY6-972" fmla="*/ 1070868 h 1275741"/>
                <a:gd name="connsiteX7-973" fmla="*/ 947854 w 1869678"/>
                <a:gd name="connsiteY7-974" fmla="*/ 1071431 h 1275741"/>
                <a:gd name="connsiteX8-975" fmla="*/ 942248 w 1869678"/>
                <a:gd name="connsiteY8-976" fmla="*/ 1071431 h 1275741"/>
                <a:gd name="connsiteX9-977" fmla="*/ 940456 w 1869678"/>
                <a:gd name="connsiteY9-978" fmla="*/ 1071611 h 1275741"/>
                <a:gd name="connsiteX10-979" fmla="*/ 940456 w 1869678"/>
                <a:gd name="connsiteY10-980" fmla="*/ 1071431 h 1275741"/>
                <a:gd name="connsiteX11-981" fmla="*/ 648701 w 1869678"/>
                <a:gd name="connsiteY11-982" fmla="*/ 1071431 h 1275741"/>
                <a:gd name="connsiteX12-983" fmla="*/ 648701 w 1869678"/>
                <a:gd name="connsiteY12-984" fmla="*/ 1275741 h 1275741"/>
                <a:gd name="connsiteX0-985" fmla="*/ 648701 w 1869678"/>
                <a:gd name="connsiteY0-986" fmla="*/ 1275741 h 1275741"/>
                <a:gd name="connsiteX1-987" fmla="*/ 0 w 1869678"/>
                <a:gd name="connsiteY1-988" fmla="*/ 745250 h 1275741"/>
                <a:gd name="connsiteX2-989" fmla="*/ 692227 w 1869678"/>
                <a:gd name="connsiteY2-990" fmla="*/ 467206 h 1275741"/>
                <a:gd name="connsiteX3-991" fmla="*/ 648701 w 1869678"/>
                <a:gd name="connsiteY3-992" fmla="*/ 662811 h 1275741"/>
                <a:gd name="connsiteX4-993" fmla="*/ 1869113 w 1869678"/>
                <a:gd name="connsiteY4-994" fmla="*/ 0 h 1275741"/>
                <a:gd name="connsiteX5-995" fmla="*/ 1699690 w 1869678"/>
                <a:gd name="connsiteY5-996" fmla="*/ 700718 h 1275741"/>
                <a:gd name="connsiteX6-997" fmla="*/ 947854 w 1869678"/>
                <a:gd name="connsiteY6-998" fmla="*/ 1070868 h 1275741"/>
                <a:gd name="connsiteX7-999" fmla="*/ 947854 w 1869678"/>
                <a:gd name="connsiteY7-1000" fmla="*/ 1071431 h 1275741"/>
                <a:gd name="connsiteX8-1001" fmla="*/ 942248 w 1869678"/>
                <a:gd name="connsiteY8-1002" fmla="*/ 1071431 h 1275741"/>
                <a:gd name="connsiteX9-1003" fmla="*/ 940456 w 1869678"/>
                <a:gd name="connsiteY9-1004" fmla="*/ 1071611 h 1275741"/>
                <a:gd name="connsiteX10-1005" fmla="*/ 940456 w 1869678"/>
                <a:gd name="connsiteY10-1006" fmla="*/ 1071431 h 1275741"/>
                <a:gd name="connsiteX11-1007" fmla="*/ 648701 w 1869678"/>
                <a:gd name="connsiteY11-1008" fmla="*/ 1071431 h 1275741"/>
                <a:gd name="connsiteX12-1009" fmla="*/ 648701 w 1869678"/>
                <a:gd name="connsiteY12-1010" fmla="*/ 1275741 h 12757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</a:cxnLst>
              <a:rect l="l" t="t" r="r" b="b"/>
              <a:pathLst>
                <a:path w="1869678" h="1275741">
                  <a:moveTo>
                    <a:pt x="648701" y="1275741"/>
                  </a:moveTo>
                  <a:lnTo>
                    <a:pt x="0" y="745250"/>
                  </a:lnTo>
                  <a:lnTo>
                    <a:pt x="692227" y="467206"/>
                  </a:lnTo>
                  <a:lnTo>
                    <a:pt x="648701" y="662811"/>
                  </a:lnTo>
                  <a:cubicBezTo>
                    <a:pt x="1357429" y="830061"/>
                    <a:pt x="1695222" y="453850"/>
                    <a:pt x="1869113" y="0"/>
                  </a:cubicBezTo>
                  <a:cubicBezTo>
                    <a:pt x="1874698" y="336676"/>
                    <a:pt x="1840380" y="504920"/>
                    <a:pt x="1699690" y="700718"/>
                  </a:cubicBezTo>
                  <a:cubicBezTo>
                    <a:pt x="1447095" y="992167"/>
                    <a:pt x="1195243" y="1067624"/>
                    <a:pt x="947854" y="1070868"/>
                  </a:cubicBezTo>
                  <a:lnTo>
                    <a:pt x="947854" y="1071431"/>
                  </a:lnTo>
                  <a:lnTo>
                    <a:pt x="942248" y="1071431"/>
                  </a:lnTo>
                  <a:cubicBezTo>
                    <a:pt x="941652" y="1071610"/>
                    <a:pt x="941054" y="1071611"/>
                    <a:pt x="940456" y="1071611"/>
                  </a:cubicBezTo>
                  <a:lnTo>
                    <a:pt x="940456" y="1071431"/>
                  </a:lnTo>
                  <a:lnTo>
                    <a:pt x="648701" y="1071431"/>
                  </a:lnTo>
                  <a:lnTo>
                    <a:pt x="648701" y="127574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5" name="Left Arrow 2"/>
            <p:cNvSpPr/>
            <p:nvPr/>
          </p:nvSpPr>
          <p:spPr>
            <a:xfrm rot="18900000">
              <a:off x="3948389" y="4128212"/>
              <a:ext cx="2550582" cy="1740344"/>
            </a:xfrm>
            <a:custGeom>
              <a:avLst/>
              <a:gdLst>
                <a:gd name="connsiteX0" fmla="*/ 639997 w 1564191"/>
                <a:gd name="connsiteY0" fmla="*/ 1189836 h 1189836"/>
                <a:gd name="connsiteX1" fmla="*/ 0 w 1564191"/>
                <a:gd name="connsiteY1" fmla="*/ 781216 h 1189836"/>
                <a:gd name="connsiteX2" fmla="*/ 639997 w 1564191"/>
                <a:gd name="connsiteY2" fmla="*/ 372596 h 1189836"/>
                <a:gd name="connsiteX3" fmla="*/ 639997 w 1564191"/>
                <a:gd name="connsiteY3" fmla="*/ 576906 h 1189836"/>
                <a:gd name="connsiteX4" fmla="*/ 939150 w 1564191"/>
                <a:gd name="connsiteY4" fmla="*/ 576906 h 1189836"/>
                <a:gd name="connsiteX5" fmla="*/ 939150 w 1564191"/>
                <a:gd name="connsiteY5" fmla="*/ 577238 h 1189836"/>
                <a:gd name="connsiteX6" fmla="*/ 981979 w 1564191"/>
                <a:gd name="connsiteY6" fmla="*/ 528765 h 1189836"/>
                <a:gd name="connsiteX7" fmla="*/ 983944 w 1564191"/>
                <a:gd name="connsiteY7" fmla="*/ 528775 h 1189836"/>
                <a:gd name="connsiteX8" fmla="*/ 1564191 w 1564191"/>
                <a:gd name="connsiteY8" fmla="*/ 0 h 1189836"/>
                <a:gd name="connsiteX9" fmla="*/ 1388017 w 1564191"/>
                <a:gd name="connsiteY9" fmla="*/ 530857 h 1189836"/>
                <a:gd name="connsiteX10" fmla="*/ 1388955 w 1564191"/>
                <a:gd name="connsiteY10" fmla="*/ 530862 h 1189836"/>
                <a:gd name="connsiteX11" fmla="*/ 1388758 w 1564191"/>
                <a:gd name="connsiteY11" fmla="*/ 532748 h 1189836"/>
                <a:gd name="connsiteX12" fmla="*/ 1388961 w 1564191"/>
                <a:gd name="connsiteY12" fmla="*/ 533267 h 1189836"/>
                <a:gd name="connsiteX13" fmla="*/ 1388703 w 1564191"/>
                <a:gd name="connsiteY13" fmla="*/ 533267 h 1189836"/>
                <a:gd name="connsiteX14" fmla="*/ 939150 w 1564191"/>
                <a:gd name="connsiteY14" fmla="*/ 984963 h 1189836"/>
                <a:gd name="connsiteX15" fmla="*/ 939150 w 1564191"/>
                <a:gd name="connsiteY15" fmla="*/ 985526 h 1189836"/>
                <a:gd name="connsiteX16" fmla="*/ 933544 w 1564191"/>
                <a:gd name="connsiteY16" fmla="*/ 985526 h 1189836"/>
                <a:gd name="connsiteX17" fmla="*/ 931752 w 1564191"/>
                <a:gd name="connsiteY17" fmla="*/ 985706 h 1189836"/>
                <a:gd name="connsiteX18" fmla="*/ 931752 w 1564191"/>
                <a:gd name="connsiteY18" fmla="*/ 985526 h 1189836"/>
                <a:gd name="connsiteX19" fmla="*/ 639997 w 1564191"/>
                <a:gd name="connsiteY19" fmla="*/ 985526 h 1189836"/>
                <a:gd name="connsiteX20" fmla="*/ 639997 w 1564191"/>
                <a:gd name="connsiteY20" fmla="*/ 1189836 h 1189836"/>
                <a:gd name="connsiteX0-1" fmla="*/ 639997 w 1564191"/>
                <a:gd name="connsiteY0-2" fmla="*/ 1189836 h 1189836"/>
                <a:gd name="connsiteX1-3" fmla="*/ 0 w 1564191"/>
                <a:gd name="connsiteY1-4" fmla="*/ 781216 h 1189836"/>
                <a:gd name="connsiteX2-5" fmla="*/ 639997 w 1564191"/>
                <a:gd name="connsiteY2-6" fmla="*/ 372596 h 1189836"/>
                <a:gd name="connsiteX3-7" fmla="*/ 639997 w 1564191"/>
                <a:gd name="connsiteY3-8" fmla="*/ 576906 h 1189836"/>
                <a:gd name="connsiteX4-9" fmla="*/ 939150 w 1564191"/>
                <a:gd name="connsiteY4-10" fmla="*/ 576906 h 1189836"/>
                <a:gd name="connsiteX5-11" fmla="*/ 939150 w 1564191"/>
                <a:gd name="connsiteY5-12" fmla="*/ 577238 h 1189836"/>
                <a:gd name="connsiteX6-13" fmla="*/ 981979 w 1564191"/>
                <a:gd name="connsiteY6-14" fmla="*/ 528765 h 1189836"/>
                <a:gd name="connsiteX7-15" fmla="*/ 983944 w 1564191"/>
                <a:gd name="connsiteY7-16" fmla="*/ 528775 h 1189836"/>
                <a:gd name="connsiteX8-17" fmla="*/ 1564191 w 1564191"/>
                <a:gd name="connsiteY8-18" fmla="*/ 0 h 1189836"/>
                <a:gd name="connsiteX9-19" fmla="*/ 1388017 w 1564191"/>
                <a:gd name="connsiteY9-20" fmla="*/ 530857 h 1189836"/>
                <a:gd name="connsiteX10-21" fmla="*/ 1388955 w 1564191"/>
                <a:gd name="connsiteY10-22" fmla="*/ 530862 h 1189836"/>
                <a:gd name="connsiteX11-23" fmla="*/ 1388758 w 1564191"/>
                <a:gd name="connsiteY11-24" fmla="*/ 532748 h 1189836"/>
                <a:gd name="connsiteX12-25" fmla="*/ 1388961 w 1564191"/>
                <a:gd name="connsiteY12-26" fmla="*/ 533267 h 1189836"/>
                <a:gd name="connsiteX13-27" fmla="*/ 1388703 w 1564191"/>
                <a:gd name="connsiteY13-28" fmla="*/ 533267 h 1189836"/>
                <a:gd name="connsiteX14-29" fmla="*/ 939150 w 1564191"/>
                <a:gd name="connsiteY14-30" fmla="*/ 984963 h 1189836"/>
                <a:gd name="connsiteX15-31" fmla="*/ 939150 w 1564191"/>
                <a:gd name="connsiteY15-32" fmla="*/ 985526 h 1189836"/>
                <a:gd name="connsiteX16-33" fmla="*/ 933544 w 1564191"/>
                <a:gd name="connsiteY16-34" fmla="*/ 985526 h 1189836"/>
                <a:gd name="connsiteX17-35" fmla="*/ 931752 w 1564191"/>
                <a:gd name="connsiteY17-36" fmla="*/ 985706 h 1189836"/>
                <a:gd name="connsiteX18-37" fmla="*/ 931752 w 1564191"/>
                <a:gd name="connsiteY18-38" fmla="*/ 985526 h 1189836"/>
                <a:gd name="connsiteX19-39" fmla="*/ 639997 w 1564191"/>
                <a:gd name="connsiteY19-40" fmla="*/ 985526 h 1189836"/>
                <a:gd name="connsiteX20-41" fmla="*/ 639997 w 1564191"/>
                <a:gd name="connsiteY20-42" fmla="*/ 1189836 h 1189836"/>
                <a:gd name="connsiteX0-43" fmla="*/ 639997 w 1564191"/>
                <a:gd name="connsiteY0-44" fmla="*/ 1189836 h 1189836"/>
                <a:gd name="connsiteX1-45" fmla="*/ 0 w 1564191"/>
                <a:gd name="connsiteY1-46" fmla="*/ 781216 h 1189836"/>
                <a:gd name="connsiteX2-47" fmla="*/ 639997 w 1564191"/>
                <a:gd name="connsiteY2-48" fmla="*/ 372596 h 1189836"/>
                <a:gd name="connsiteX3-49" fmla="*/ 639997 w 1564191"/>
                <a:gd name="connsiteY3-50" fmla="*/ 576906 h 1189836"/>
                <a:gd name="connsiteX4-51" fmla="*/ 939150 w 1564191"/>
                <a:gd name="connsiteY4-52" fmla="*/ 576906 h 1189836"/>
                <a:gd name="connsiteX5-53" fmla="*/ 939150 w 1564191"/>
                <a:gd name="connsiteY5-54" fmla="*/ 577238 h 1189836"/>
                <a:gd name="connsiteX6-55" fmla="*/ 981979 w 1564191"/>
                <a:gd name="connsiteY6-56" fmla="*/ 528765 h 1189836"/>
                <a:gd name="connsiteX7-57" fmla="*/ 1564191 w 1564191"/>
                <a:gd name="connsiteY7-58" fmla="*/ 0 h 1189836"/>
                <a:gd name="connsiteX8-59" fmla="*/ 1388017 w 1564191"/>
                <a:gd name="connsiteY8-60" fmla="*/ 530857 h 1189836"/>
                <a:gd name="connsiteX9-61" fmla="*/ 1388955 w 1564191"/>
                <a:gd name="connsiteY9-62" fmla="*/ 530862 h 1189836"/>
                <a:gd name="connsiteX10-63" fmla="*/ 1388758 w 1564191"/>
                <a:gd name="connsiteY10-64" fmla="*/ 532748 h 1189836"/>
                <a:gd name="connsiteX11-65" fmla="*/ 1388961 w 1564191"/>
                <a:gd name="connsiteY11-66" fmla="*/ 533267 h 1189836"/>
                <a:gd name="connsiteX12-67" fmla="*/ 1388703 w 1564191"/>
                <a:gd name="connsiteY12-68" fmla="*/ 533267 h 1189836"/>
                <a:gd name="connsiteX13-69" fmla="*/ 939150 w 1564191"/>
                <a:gd name="connsiteY13-70" fmla="*/ 984963 h 1189836"/>
                <a:gd name="connsiteX14-71" fmla="*/ 939150 w 1564191"/>
                <a:gd name="connsiteY14-72" fmla="*/ 985526 h 1189836"/>
                <a:gd name="connsiteX15-73" fmla="*/ 933544 w 1564191"/>
                <a:gd name="connsiteY15-74" fmla="*/ 985526 h 1189836"/>
                <a:gd name="connsiteX16-75" fmla="*/ 931752 w 1564191"/>
                <a:gd name="connsiteY16-76" fmla="*/ 985706 h 1189836"/>
                <a:gd name="connsiteX17-77" fmla="*/ 931752 w 1564191"/>
                <a:gd name="connsiteY17-78" fmla="*/ 985526 h 1189836"/>
                <a:gd name="connsiteX18-79" fmla="*/ 639997 w 1564191"/>
                <a:gd name="connsiteY18-80" fmla="*/ 985526 h 1189836"/>
                <a:gd name="connsiteX19-81" fmla="*/ 639997 w 1564191"/>
                <a:gd name="connsiteY19-82" fmla="*/ 1189836 h 1189836"/>
                <a:gd name="connsiteX0-83" fmla="*/ 639997 w 1564191"/>
                <a:gd name="connsiteY0-84" fmla="*/ 1189836 h 1189836"/>
                <a:gd name="connsiteX1-85" fmla="*/ 0 w 1564191"/>
                <a:gd name="connsiteY1-86" fmla="*/ 781216 h 1189836"/>
                <a:gd name="connsiteX2-87" fmla="*/ 639997 w 1564191"/>
                <a:gd name="connsiteY2-88" fmla="*/ 372596 h 1189836"/>
                <a:gd name="connsiteX3-89" fmla="*/ 639997 w 1564191"/>
                <a:gd name="connsiteY3-90" fmla="*/ 576906 h 1189836"/>
                <a:gd name="connsiteX4-91" fmla="*/ 939150 w 1564191"/>
                <a:gd name="connsiteY4-92" fmla="*/ 576906 h 1189836"/>
                <a:gd name="connsiteX5-93" fmla="*/ 939150 w 1564191"/>
                <a:gd name="connsiteY5-94" fmla="*/ 577238 h 1189836"/>
                <a:gd name="connsiteX6-95" fmla="*/ 1564191 w 1564191"/>
                <a:gd name="connsiteY6-96" fmla="*/ 0 h 1189836"/>
                <a:gd name="connsiteX7-97" fmla="*/ 1388017 w 1564191"/>
                <a:gd name="connsiteY7-98" fmla="*/ 530857 h 1189836"/>
                <a:gd name="connsiteX8-99" fmla="*/ 1388955 w 1564191"/>
                <a:gd name="connsiteY8-100" fmla="*/ 530862 h 1189836"/>
                <a:gd name="connsiteX9-101" fmla="*/ 1388758 w 1564191"/>
                <a:gd name="connsiteY9-102" fmla="*/ 532748 h 1189836"/>
                <a:gd name="connsiteX10-103" fmla="*/ 1388961 w 1564191"/>
                <a:gd name="connsiteY10-104" fmla="*/ 533267 h 1189836"/>
                <a:gd name="connsiteX11-105" fmla="*/ 1388703 w 1564191"/>
                <a:gd name="connsiteY11-106" fmla="*/ 533267 h 1189836"/>
                <a:gd name="connsiteX12-107" fmla="*/ 939150 w 1564191"/>
                <a:gd name="connsiteY12-108" fmla="*/ 984963 h 1189836"/>
                <a:gd name="connsiteX13-109" fmla="*/ 939150 w 1564191"/>
                <a:gd name="connsiteY13-110" fmla="*/ 985526 h 1189836"/>
                <a:gd name="connsiteX14-111" fmla="*/ 933544 w 1564191"/>
                <a:gd name="connsiteY14-112" fmla="*/ 985526 h 1189836"/>
                <a:gd name="connsiteX15-113" fmla="*/ 931752 w 1564191"/>
                <a:gd name="connsiteY15-114" fmla="*/ 985706 h 1189836"/>
                <a:gd name="connsiteX16-115" fmla="*/ 931752 w 1564191"/>
                <a:gd name="connsiteY16-116" fmla="*/ 985526 h 1189836"/>
                <a:gd name="connsiteX17-117" fmla="*/ 639997 w 1564191"/>
                <a:gd name="connsiteY17-118" fmla="*/ 985526 h 1189836"/>
                <a:gd name="connsiteX18-119" fmla="*/ 639997 w 1564191"/>
                <a:gd name="connsiteY18-120" fmla="*/ 1189836 h 1189836"/>
                <a:gd name="connsiteX0-121" fmla="*/ 639997 w 1564191"/>
                <a:gd name="connsiteY0-122" fmla="*/ 1189836 h 1189836"/>
                <a:gd name="connsiteX1-123" fmla="*/ 0 w 1564191"/>
                <a:gd name="connsiteY1-124" fmla="*/ 781216 h 1189836"/>
                <a:gd name="connsiteX2-125" fmla="*/ 639997 w 1564191"/>
                <a:gd name="connsiteY2-126" fmla="*/ 372596 h 1189836"/>
                <a:gd name="connsiteX3-127" fmla="*/ 639997 w 1564191"/>
                <a:gd name="connsiteY3-128" fmla="*/ 576906 h 1189836"/>
                <a:gd name="connsiteX4-129" fmla="*/ 939150 w 1564191"/>
                <a:gd name="connsiteY4-130" fmla="*/ 576906 h 1189836"/>
                <a:gd name="connsiteX5-131" fmla="*/ 939150 w 1564191"/>
                <a:gd name="connsiteY5-132" fmla="*/ 577238 h 1189836"/>
                <a:gd name="connsiteX6-133" fmla="*/ 1564191 w 1564191"/>
                <a:gd name="connsiteY6-134" fmla="*/ 0 h 1189836"/>
                <a:gd name="connsiteX7-135" fmla="*/ 1388017 w 1564191"/>
                <a:gd name="connsiteY7-136" fmla="*/ 530857 h 1189836"/>
                <a:gd name="connsiteX8-137" fmla="*/ 1388955 w 1564191"/>
                <a:gd name="connsiteY8-138" fmla="*/ 530862 h 1189836"/>
                <a:gd name="connsiteX9-139" fmla="*/ 1388758 w 1564191"/>
                <a:gd name="connsiteY9-140" fmla="*/ 532748 h 1189836"/>
                <a:gd name="connsiteX10-141" fmla="*/ 1388961 w 1564191"/>
                <a:gd name="connsiteY10-142" fmla="*/ 533267 h 1189836"/>
                <a:gd name="connsiteX11-143" fmla="*/ 1419659 w 1564191"/>
                <a:gd name="connsiteY11-144" fmla="*/ 535648 h 1189836"/>
                <a:gd name="connsiteX12-145" fmla="*/ 939150 w 1564191"/>
                <a:gd name="connsiteY12-146" fmla="*/ 984963 h 1189836"/>
                <a:gd name="connsiteX13-147" fmla="*/ 939150 w 1564191"/>
                <a:gd name="connsiteY13-148" fmla="*/ 985526 h 1189836"/>
                <a:gd name="connsiteX14-149" fmla="*/ 933544 w 1564191"/>
                <a:gd name="connsiteY14-150" fmla="*/ 985526 h 1189836"/>
                <a:gd name="connsiteX15-151" fmla="*/ 931752 w 1564191"/>
                <a:gd name="connsiteY15-152" fmla="*/ 985706 h 1189836"/>
                <a:gd name="connsiteX16-153" fmla="*/ 931752 w 1564191"/>
                <a:gd name="connsiteY16-154" fmla="*/ 985526 h 1189836"/>
                <a:gd name="connsiteX17-155" fmla="*/ 639997 w 1564191"/>
                <a:gd name="connsiteY17-156" fmla="*/ 985526 h 1189836"/>
                <a:gd name="connsiteX18-157" fmla="*/ 639997 w 1564191"/>
                <a:gd name="connsiteY18-158" fmla="*/ 1189836 h 1189836"/>
                <a:gd name="connsiteX0-159" fmla="*/ 639997 w 1564191"/>
                <a:gd name="connsiteY0-160" fmla="*/ 1189836 h 1189836"/>
                <a:gd name="connsiteX1-161" fmla="*/ 0 w 1564191"/>
                <a:gd name="connsiteY1-162" fmla="*/ 781216 h 1189836"/>
                <a:gd name="connsiteX2-163" fmla="*/ 639997 w 1564191"/>
                <a:gd name="connsiteY2-164" fmla="*/ 372596 h 1189836"/>
                <a:gd name="connsiteX3-165" fmla="*/ 639997 w 1564191"/>
                <a:gd name="connsiteY3-166" fmla="*/ 576906 h 1189836"/>
                <a:gd name="connsiteX4-167" fmla="*/ 939150 w 1564191"/>
                <a:gd name="connsiteY4-168" fmla="*/ 576906 h 1189836"/>
                <a:gd name="connsiteX5-169" fmla="*/ 939150 w 1564191"/>
                <a:gd name="connsiteY5-170" fmla="*/ 577238 h 1189836"/>
                <a:gd name="connsiteX6-171" fmla="*/ 1564191 w 1564191"/>
                <a:gd name="connsiteY6-172" fmla="*/ 0 h 1189836"/>
                <a:gd name="connsiteX7-173" fmla="*/ 1388017 w 1564191"/>
                <a:gd name="connsiteY7-174" fmla="*/ 530857 h 1189836"/>
                <a:gd name="connsiteX8-175" fmla="*/ 1388955 w 1564191"/>
                <a:gd name="connsiteY8-176" fmla="*/ 530862 h 1189836"/>
                <a:gd name="connsiteX9-177" fmla="*/ 1388758 w 1564191"/>
                <a:gd name="connsiteY9-178" fmla="*/ 532748 h 1189836"/>
                <a:gd name="connsiteX10-179" fmla="*/ 1419659 w 1564191"/>
                <a:gd name="connsiteY10-180" fmla="*/ 535648 h 1189836"/>
                <a:gd name="connsiteX11-181" fmla="*/ 939150 w 1564191"/>
                <a:gd name="connsiteY11-182" fmla="*/ 984963 h 1189836"/>
                <a:gd name="connsiteX12-183" fmla="*/ 939150 w 1564191"/>
                <a:gd name="connsiteY12-184" fmla="*/ 985526 h 1189836"/>
                <a:gd name="connsiteX13-185" fmla="*/ 933544 w 1564191"/>
                <a:gd name="connsiteY13-186" fmla="*/ 985526 h 1189836"/>
                <a:gd name="connsiteX14-187" fmla="*/ 931752 w 1564191"/>
                <a:gd name="connsiteY14-188" fmla="*/ 985706 h 1189836"/>
                <a:gd name="connsiteX15-189" fmla="*/ 931752 w 1564191"/>
                <a:gd name="connsiteY15-190" fmla="*/ 985526 h 1189836"/>
                <a:gd name="connsiteX16-191" fmla="*/ 639997 w 1564191"/>
                <a:gd name="connsiteY16-192" fmla="*/ 985526 h 1189836"/>
                <a:gd name="connsiteX17-193" fmla="*/ 639997 w 1564191"/>
                <a:gd name="connsiteY17-194" fmla="*/ 1189836 h 1189836"/>
                <a:gd name="connsiteX0-195" fmla="*/ 639997 w 1564191"/>
                <a:gd name="connsiteY0-196" fmla="*/ 1189836 h 1189836"/>
                <a:gd name="connsiteX1-197" fmla="*/ 0 w 1564191"/>
                <a:gd name="connsiteY1-198" fmla="*/ 781216 h 1189836"/>
                <a:gd name="connsiteX2-199" fmla="*/ 639997 w 1564191"/>
                <a:gd name="connsiteY2-200" fmla="*/ 372596 h 1189836"/>
                <a:gd name="connsiteX3-201" fmla="*/ 639997 w 1564191"/>
                <a:gd name="connsiteY3-202" fmla="*/ 576906 h 1189836"/>
                <a:gd name="connsiteX4-203" fmla="*/ 939150 w 1564191"/>
                <a:gd name="connsiteY4-204" fmla="*/ 576906 h 1189836"/>
                <a:gd name="connsiteX5-205" fmla="*/ 939150 w 1564191"/>
                <a:gd name="connsiteY5-206" fmla="*/ 577238 h 1189836"/>
                <a:gd name="connsiteX6-207" fmla="*/ 1564191 w 1564191"/>
                <a:gd name="connsiteY6-208" fmla="*/ 0 h 1189836"/>
                <a:gd name="connsiteX7-209" fmla="*/ 1388017 w 1564191"/>
                <a:gd name="connsiteY7-210" fmla="*/ 530857 h 1189836"/>
                <a:gd name="connsiteX8-211" fmla="*/ 1388955 w 1564191"/>
                <a:gd name="connsiteY8-212" fmla="*/ 530862 h 1189836"/>
                <a:gd name="connsiteX9-213" fmla="*/ 1419659 w 1564191"/>
                <a:gd name="connsiteY9-214" fmla="*/ 535648 h 1189836"/>
                <a:gd name="connsiteX10-215" fmla="*/ 939150 w 1564191"/>
                <a:gd name="connsiteY10-216" fmla="*/ 984963 h 1189836"/>
                <a:gd name="connsiteX11-217" fmla="*/ 939150 w 1564191"/>
                <a:gd name="connsiteY11-218" fmla="*/ 985526 h 1189836"/>
                <a:gd name="connsiteX12-219" fmla="*/ 933544 w 1564191"/>
                <a:gd name="connsiteY12-220" fmla="*/ 985526 h 1189836"/>
                <a:gd name="connsiteX13-221" fmla="*/ 931752 w 1564191"/>
                <a:gd name="connsiteY13-222" fmla="*/ 985706 h 1189836"/>
                <a:gd name="connsiteX14-223" fmla="*/ 931752 w 1564191"/>
                <a:gd name="connsiteY14-224" fmla="*/ 985526 h 1189836"/>
                <a:gd name="connsiteX15-225" fmla="*/ 639997 w 1564191"/>
                <a:gd name="connsiteY15-226" fmla="*/ 985526 h 1189836"/>
                <a:gd name="connsiteX16-227" fmla="*/ 639997 w 1564191"/>
                <a:gd name="connsiteY16-228" fmla="*/ 1189836 h 1189836"/>
                <a:gd name="connsiteX0-229" fmla="*/ 639997 w 1564191"/>
                <a:gd name="connsiteY0-230" fmla="*/ 1189836 h 1189836"/>
                <a:gd name="connsiteX1-231" fmla="*/ 0 w 1564191"/>
                <a:gd name="connsiteY1-232" fmla="*/ 781216 h 1189836"/>
                <a:gd name="connsiteX2-233" fmla="*/ 639997 w 1564191"/>
                <a:gd name="connsiteY2-234" fmla="*/ 372596 h 1189836"/>
                <a:gd name="connsiteX3-235" fmla="*/ 639997 w 1564191"/>
                <a:gd name="connsiteY3-236" fmla="*/ 576906 h 1189836"/>
                <a:gd name="connsiteX4-237" fmla="*/ 939150 w 1564191"/>
                <a:gd name="connsiteY4-238" fmla="*/ 576906 h 1189836"/>
                <a:gd name="connsiteX5-239" fmla="*/ 939150 w 1564191"/>
                <a:gd name="connsiteY5-240" fmla="*/ 577238 h 1189836"/>
                <a:gd name="connsiteX6-241" fmla="*/ 1564191 w 1564191"/>
                <a:gd name="connsiteY6-242" fmla="*/ 0 h 1189836"/>
                <a:gd name="connsiteX7-243" fmla="*/ 1388017 w 1564191"/>
                <a:gd name="connsiteY7-244" fmla="*/ 530857 h 1189836"/>
                <a:gd name="connsiteX8-245" fmla="*/ 1419659 w 1564191"/>
                <a:gd name="connsiteY8-246" fmla="*/ 535648 h 1189836"/>
                <a:gd name="connsiteX9-247" fmla="*/ 939150 w 1564191"/>
                <a:gd name="connsiteY9-248" fmla="*/ 984963 h 1189836"/>
                <a:gd name="connsiteX10-249" fmla="*/ 939150 w 1564191"/>
                <a:gd name="connsiteY10-250" fmla="*/ 985526 h 1189836"/>
                <a:gd name="connsiteX11-251" fmla="*/ 933544 w 1564191"/>
                <a:gd name="connsiteY11-252" fmla="*/ 985526 h 1189836"/>
                <a:gd name="connsiteX12-253" fmla="*/ 931752 w 1564191"/>
                <a:gd name="connsiteY12-254" fmla="*/ 985706 h 1189836"/>
                <a:gd name="connsiteX13-255" fmla="*/ 931752 w 1564191"/>
                <a:gd name="connsiteY13-256" fmla="*/ 985526 h 1189836"/>
                <a:gd name="connsiteX14-257" fmla="*/ 639997 w 1564191"/>
                <a:gd name="connsiteY14-258" fmla="*/ 985526 h 1189836"/>
                <a:gd name="connsiteX15-259" fmla="*/ 639997 w 1564191"/>
                <a:gd name="connsiteY15-260" fmla="*/ 1189836 h 1189836"/>
                <a:gd name="connsiteX0-261" fmla="*/ 639997 w 1564191"/>
                <a:gd name="connsiteY0-262" fmla="*/ 1189836 h 1189836"/>
                <a:gd name="connsiteX1-263" fmla="*/ 0 w 1564191"/>
                <a:gd name="connsiteY1-264" fmla="*/ 781216 h 1189836"/>
                <a:gd name="connsiteX2-265" fmla="*/ 639997 w 1564191"/>
                <a:gd name="connsiteY2-266" fmla="*/ 372596 h 1189836"/>
                <a:gd name="connsiteX3-267" fmla="*/ 639997 w 1564191"/>
                <a:gd name="connsiteY3-268" fmla="*/ 576906 h 1189836"/>
                <a:gd name="connsiteX4-269" fmla="*/ 939150 w 1564191"/>
                <a:gd name="connsiteY4-270" fmla="*/ 576906 h 1189836"/>
                <a:gd name="connsiteX5-271" fmla="*/ 939150 w 1564191"/>
                <a:gd name="connsiteY5-272" fmla="*/ 577238 h 1189836"/>
                <a:gd name="connsiteX6-273" fmla="*/ 1564191 w 1564191"/>
                <a:gd name="connsiteY6-274" fmla="*/ 0 h 1189836"/>
                <a:gd name="connsiteX7-275" fmla="*/ 1419659 w 1564191"/>
                <a:gd name="connsiteY7-276" fmla="*/ 535648 h 1189836"/>
                <a:gd name="connsiteX8-277" fmla="*/ 939150 w 1564191"/>
                <a:gd name="connsiteY8-278" fmla="*/ 984963 h 1189836"/>
                <a:gd name="connsiteX9-279" fmla="*/ 939150 w 1564191"/>
                <a:gd name="connsiteY9-280" fmla="*/ 985526 h 1189836"/>
                <a:gd name="connsiteX10-281" fmla="*/ 933544 w 1564191"/>
                <a:gd name="connsiteY10-282" fmla="*/ 985526 h 1189836"/>
                <a:gd name="connsiteX11-283" fmla="*/ 931752 w 1564191"/>
                <a:gd name="connsiteY11-284" fmla="*/ 985706 h 1189836"/>
                <a:gd name="connsiteX12-285" fmla="*/ 931752 w 1564191"/>
                <a:gd name="connsiteY12-286" fmla="*/ 985526 h 1189836"/>
                <a:gd name="connsiteX13-287" fmla="*/ 639997 w 1564191"/>
                <a:gd name="connsiteY13-288" fmla="*/ 985526 h 1189836"/>
                <a:gd name="connsiteX14-289" fmla="*/ 639997 w 1564191"/>
                <a:gd name="connsiteY14-290" fmla="*/ 1189836 h 1189836"/>
                <a:gd name="connsiteX0-291" fmla="*/ 639997 w 1564191"/>
                <a:gd name="connsiteY0-292" fmla="*/ 1189836 h 1189836"/>
                <a:gd name="connsiteX1-293" fmla="*/ 0 w 1564191"/>
                <a:gd name="connsiteY1-294" fmla="*/ 781216 h 1189836"/>
                <a:gd name="connsiteX2-295" fmla="*/ 639997 w 1564191"/>
                <a:gd name="connsiteY2-296" fmla="*/ 372596 h 1189836"/>
                <a:gd name="connsiteX3-297" fmla="*/ 639997 w 1564191"/>
                <a:gd name="connsiteY3-298" fmla="*/ 576906 h 1189836"/>
                <a:gd name="connsiteX4-299" fmla="*/ 939150 w 1564191"/>
                <a:gd name="connsiteY4-300" fmla="*/ 576906 h 1189836"/>
                <a:gd name="connsiteX5-301" fmla="*/ 939150 w 1564191"/>
                <a:gd name="connsiteY5-302" fmla="*/ 577238 h 1189836"/>
                <a:gd name="connsiteX6-303" fmla="*/ 1564191 w 1564191"/>
                <a:gd name="connsiteY6-304" fmla="*/ 0 h 1189836"/>
                <a:gd name="connsiteX7-305" fmla="*/ 1419659 w 1564191"/>
                <a:gd name="connsiteY7-306" fmla="*/ 535648 h 1189836"/>
                <a:gd name="connsiteX8-307" fmla="*/ 939150 w 1564191"/>
                <a:gd name="connsiteY8-308" fmla="*/ 984963 h 1189836"/>
                <a:gd name="connsiteX9-309" fmla="*/ 939150 w 1564191"/>
                <a:gd name="connsiteY9-310" fmla="*/ 985526 h 1189836"/>
                <a:gd name="connsiteX10-311" fmla="*/ 933544 w 1564191"/>
                <a:gd name="connsiteY10-312" fmla="*/ 985526 h 1189836"/>
                <a:gd name="connsiteX11-313" fmla="*/ 931752 w 1564191"/>
                <a:gd name="connsiteY11-314" fmla="*/ 985706 h 1189836"/>
                <a:gd name="connsiteX12-315" fmla="*/ 931752 w 1564191"/>
                <a:gd name="connsiteY12-316" fmla="*/ 985526 h 1189836"/>
                <a:gd name="connsiteX13-317" fmla="*/ 639997 w 1564191"/>
                <a:gd name="connsiteY13-318" fmla="*/ 985526 h 1189836"/>
                <a:gd name="connsiteX14-319" fmla="*/ 639997 w 1564191"/>
                <a:gd name="connsiteY14-320" fmla="*/ 1189836 h 1189836"/>
                <a:gd name="connsiteX0-321" fmla="*/ 639997 w 1938047"/>
                <a:gd name="connsiteY0-322" fmla="*/ 1094586 h 1094586"/>
                <a:gd name="connsiteX1-323" fmla="*/ 0 w 1938047"/>
                <a:gd name="connsiteY1-324" fmla="*/ 685966 h 1094586"/>
                <a:gd name="connsiteX2-325" fmla="*/ 639997 w 1938047"/>
                <a:gd name="connsiteY2-326" fmla="*/ 277346 h 1094586"/>
                <a:gd name="connsiteX3-327" fmla="*/ 639997 w 1938047"/>
                <a:gd name="connsiteY3-328" fmla="*/ 481656 h 1094586"/>
                <a:gd name="connsiteX4-329" fmla="*/ 939150 w 1938047"/>
                <a:gd name="connsiteY4-330" fmla="*/ 481656 h 1094586"/>
                <a:gd name="connsiteX5-331" fmla="*/ 939150 w 1938047"/>
                <a:gd name="connsiteY5-332" fmla="*/ 481988 h 1094586"/>
                <a:gd name="connsiteX6-333" fmla="*/ 1938047 w 1938047"/>
                <a:gd name="connsiteY6-334" fmla="*/ 0 h 1094586"/>
                <a:gd name="connsiteX7-335" fmla="*/ 1419659 w 1938047"/>
                <a:gd name="connsiteY7-336" fmla="*/ 440398 h 1094586"/>
                <a:gd name="connsiteX8-337" fmla="*/ 939150 w 1938047"/>
                <a:gd name="connsiteY8-338" fmla="*/ 889713 h 1094586"/>
                <a:gd name="connsiteX9-339" fmla="*/ 939150 w 1938047"/>
                <a:gd name="connsiteY9-340" fmla="*/ 890276 h 1094586"/>
                <a:gd name="connsiteX10-341" fmla="*/ 933544 w 1938047"/>
                <a:gd name="connsiteY10-342" fmla="*/ 890276 h 1094586"/>
                <a:gd name="connsiteX11-343" fmla="*/ 931752 w 1938047"/>
                <a:gd name="connsiteY11-344" fmla="*/ 890456 h 1094586"/>
                <a:gd name="connsiteX12-345" fmla="*/ 931752 w 1938047"/>
                <a:gd name="connsiteY12-346" fmla="*/ 890276 h 1094586"/>
                <a:gd name="connsiteX13-347" fmla="*/ 639997 w 1938047"/>
                <a:gd name="connsiteY13-348" fmla="*/ 890276 h 1094586"/>
                <a:gd name="connsiteX14-349" fmla="*/ 639997 w 1938047"/>
                <a:gd name="connsiteY14-350" fmla="*/ 1094586 h 1094586"/>
                <a:gd name="connsiteX0-351" fmla="*/ 639997 w 1938047"/>
                <a:gd name="connsiteY0-352" fmla="*/ 1094586 h 1094586"/>
                <a:gd name="connsiteX1-353" fmla="*/ 0 w 1938047"/>
                <a:gd name="connsiteY1-354" fmla="*/ 685966 h 1094586"/>
                <a:gd name="connsiteX2-355" fmla="*/ 639997 w 1938047"/>
                <a:gd name="connsiteY2-356" fmla="*/ 277346 h 1094586"/>
                <a:gd name="connsiteX3-357" fmla="*/ 639997 w 1938047"/>
                <a:gd name="connsiteY3-358" fmla="*/ 481656 h 1094586"/>
                <a:gd name="connsiteX4-359" fmla="*/ 939150 w 1938047"/>
                <a:gd name="connsiteY4-360" fmla="*/ 481656 h 1094586"/>
                <a:gd name="connsiteX5-361" fmla="*/ 939150 w 1938047"/>
                <a:gd name="connsiteY5-362" fmla="*/ 481988 h 1094586"/>
                <a:gd name="connsiteX6-363" fmla="*/ 1938047 w 1938047"/>
                <a:gd name="connsiteY6-364" fmla="*/ 0 h 1094586"/>
                <a:gd name="connsiteX7-365" fmla="*/ 1483952 w 1938047"/>
                <a:gd name="connsiteY7-366" fmla="*/ 502310 h 1094586"/>
                <a:gd name="connsiteX8-367" fmla="*/ 939150 w 1938047"/>
                <a:gd name="connsiteY8-368" fmla="*/ 889713 h 1094586"/>
                <a:gd name="connsiteX9-369" fmla="*/ 939150 w 1938047"/>
                <a:gd name="connsiteY9-370" fmla="*/ 890276 h 1094586"/>
                <a:gd name="connsiteX10-371" fmla="*/ 933544 w 1938047"/>
                <a:gd name="connsiteY10-372" fmla="*/ 890276 h 1094586"/>
                <a:gd name="connsiteX11-373" fmla="*/ 931752 w 1938047"/>
                <a:gd name="connsiteY11-374" fmla="*/ 890456 h 1094586"/>
                <a:gd name="connsiteX12-375" fmla="*/ 931752 w 1938047"/>
                <a:gd name="connsiteY12-376" fmla="*/ 890276 h 1094586"/>
                <a:gd name="connsiteX13-377" fmla="*/ 639997 w 1938047"/>
                <a:gd name="connsiteY13-378" fmla="*/ 890276 h 1094586"/>
                <a:gd name="connsiteX14-379" fmla="*/ 639997 w 1938047"/>
                <a:gd name="connsiteY14-380" fmla="*/ 1094586 h 1094586"/>
                <a:gd name="connsiteX0-381" fmla="*/ 639997 w 1938047"/>
                <a:gd name="connsiteY0-382" fmla="*/ 1094586 h 1094586"/>
                <a:gd name="connsiteX1-383" fmla="*/ 0 w 1938047"/>
                <a:gd name="connsiteY1-384" fmla="*/ 685966 h 1094586"/>
                <a:gd name="connsiteX2-385" fmla="*/ 639997 w 1938047"/>
                <a:gd name="connsiteY2-386" fmla="*/ 277346 h 1094586"/>
                <a:gd name="connsiteX3-387" fmla="*/ 639997 w 1938047"/>
                <a:gd name="connsiteY3-388" fmla="*/ 481656 h 1094586"/>
                <a:gd name="connsiteX4-389" fmla="*/ 939150 w 1938047"/>
                <a:gd name="connsiteY4-390" fmla="*/ 481656 h 1094586"/>
                <a:gd name="connsiteX5-391" fmla="*/ 939150 w 1938047"/>
                <a:gd name="connsiteY5-392" fmla="*/ 481988 h 1094586"/>
                <a:gd name="connsiteX6-393" fmla="*/ 1938047 w 1938047"/>
                <a:gd name="connsiteY6-394" fmla="*/ 0 h 1094586"/>
                <a:gd name="connsiteX7-395" fmla="*/ 1483952 w 1938047"/>
                <a:gd name="connsiteY7-396" fmla="*/ 502310 h 1094586"/>
                <a:gd name="connsiteX8-397" fmla="*/ 939150 w 1938047"/>
                <a:gd name="connsiteY8-398" fmla="*/ 889713 h 1094586"/>
                <a:gd name="connsiteX9-399" fmla="*/ 939150 w 1938047"/>
                <a:gd name="connsiteY9-400" fmla="*/ 890276 h 1094586"/>
                <a:gd name="connsiteX10-401" fmla="*/ 933544 w 1938047"/>
                <a:gd name="connsiteY10-402" fmla="*/ 890276 h 1094586"/>
                <a:gd name="connsiteX11-403" fmla="*/ 931752 w 1938047"/>
                <a:gd name="connsiteY11-404" fmla="*/ 890456 h 1094586"/>
                <a:gd name="connsiteX12-405" fmla="*/ 931752 w 1938047"/>
                <a:gd name="connsiteY12-406" fmla="*/ 890276 h 1094586"/>
                <a:gd name="connsiteX13-407" fmla="*/ 639997 w 1938047"/>
                <a:gd name="connsiteY13-408" fmla="*/ 890276 h 1094586"/>
                <a:gd name="connsiteX14-409" fmla="*/ 639997 w 1938047"/>
                <a:gd name="connsiteY14-410" fmla="*/ 1094586 h 1094586"/>
                <a:gd name="connsiteX0-411" fmla="*/ 639997 w 1938047"/>
                <a:gd name="connsiteY0-412" fmla="*/ 1094586 h 1094586"/>
                <a:gd name="connsiteX1-413" fmla="*/ 0 w 1938047"/>
                <a:gd name="connsiteY1-414" fmla="*/ 685966 h 1094586"/>
                <a:gd name="connsiteX2-415" fmla="*/ 639997 w 1938047"/>
                <a:gd name="connsiteY2-416" fmla="*/ 277346 h 1094586"/>
                <a:gd name="connsiteX3-417" fmla="*/ 639997 w 1938047"/>
                <a:gd name="connsiteY3-418" fmla="*/ 481656 h 1094586"/>
                <a:gd name="connsiteX4-419" fmla="*/ 939150 w 1938047"/>
                <a:gd name="connsiteY4-420" fmla="*/ 481656 h 1094586"/>
                <a:gd name="connsiteX5-421" fmla="*/ 1938047 w 1938047"/>
                <a:gd name="connsiteY5-422" fmla="*/ 0 h 1094586"/>
                <a:gd name="connsiteX6-423" fmla="*/ 1483952 w 1938047"/>
                <a:gd name="connsiteY6-424" fmla="*/ 502310 h 1094586"/>
                <a:gd name="connsiteX7-425" fmla="*/ 939150 w 1938047"/>
                <a:gd name="connsiteY7-426" fmla="*/ 889713 h 1094586"/>
                <a:gd name="connsiteX8-427" fmla="*/ 939150 w 1938047"/>
                <a:gd name="connsiteY8-428" fmla="*/ 890276 h 1094586"/>
                <a:gd name="connsiteX9-429" fmla="*/ 933544 w 1938047"/>
                <a:gd name="connsiteY9-430" fmla="*/ 890276 h 1094586"/>
                <a:gd name="connsiteX10-431" fmla="*/ 931752 w 1938047"/>
                <a:gd name="connsiteY10-432" fmla="*/ 890456 h 1094586"/>
                <a:gd name="connsiteX11-433" fmla="*/ 931752 w 1938047"/>
                <a:gd name="connsiteY11-434" fmla="*/ 890276 h 1094586"/>
                <a:gd name="connsiteX12-435" fmla="*/ 639997 w 1938047"/>
                <a:gd name="connsiteY12-436" fmla="*/ 890276 h 1094586"/>
                <a:gd name="connsiteX13-437" fmla="*/ 639997 w 1938047"/>
                <a:gd name="connsiteY13-438" fmla="*/ 1094586 h 1094586"/>
                <a:gd name="connsiteX0-439" fmla="*/ 639997 w 1938047"/>
                <a:gd name="connsiteY0-440" fmla="*/ 1094586 h 1094586"/>
                <a:gd name="connsiteX1-441" fmla="*/ 0 w 1938047"/>
                <a:gd name="connsiteY1-442" fmla="*/ 685966 h 1094586"/>
                <a:gd name="connsiteX2-443" fmla="*/ 639997 w 1938047"/>
                <a:gd name="connsiteY2-444" fmla="*/ 277346 h 1094586"/>
                <a:gd name="connsiteX3-445" fmla="*/ 639997 w 1938047"/>
                <a:gd name="connsiteY3-446" fmla="*/ 481656 h 1094586"/>
                <a:gd name="connsiteX4-447" fmla="*/ 1938047 w 1938047"/>
                <a:gd name="connsiteY4-448" fmla="*/ 0 h 1094586"/>
                <a:gd name="connsiteX5-449" fmla="*/ 1483952 w 1938047"/>
                <a:gd name="connsiteY5-450" fmla="*/ 502310 h 1094586"/>
                <a:gd name="connsiteX6-451" fmla="*/ 939150 w 1938047"/>
                <a:gd name="connsiteY6-452" fmla="*/ 889713 h 1094586"/>
                <a:gd name="connsiteX7-453" fmla="*/ 939150 w 1938047"/>
                <a:gd name="connsiteY7-454" fmla="*/ 890276 h 1094586"/>
                <a:gd name="connsiteX8-455" fmla="*/ 933544 w 1938047"/>
                <a:gd name="connsiteY8-456" fmla="*/ 890276 h 1094586"/>
                <a:gd name="connsiteX9-457" fmla="*/ 931752 w 1938047"/>
                <a:gd name="connsiteY9-458" fmla="*/ 890456 h 1094586"/>
                <a:gd name="connsiteX10-459" fmla="*/ 931752 w 1938047"/>
                <a:gd name="connsiteY10-460" fmla="*/ 890276 h 1094586"/>
                <a:gd name="connsiteX11-461" fmla="*/ 639997 w 1938047"/>
                <a:gd name="connsiteY11-462" fmla="*/ 890276 h 1094586"/>
                <a:gd name="connsiteX12-463" fmla="*/ 639997 w 1938047"/>
                <a:gd name="connsiteY12-464" fmla="*/ 1094586 h 1094586"/>
                <a:gd name="connsiteX0-465" fmla="*/ 639997 w 1938047"/>
                <a:gd name="connsiteY0-466" fmla="*/ 1094586 h 1094586"/>
                <a:gd name="connsiteX1-467" fmla="*/ 0 w 1938047"/>
                <a:gd name="connsiteY1-468" fmla="*/ 685966 h 1094586"/>
                <a:gd name="connsiteX2-469" fmla="*/ 639997 w 1938047"/>
                <a:gd name="connsiteY2-470" fmla="*/ 277346 h 1094586"/>
                <a:gd name="connsiteX3-471" fmla="*/ 639997 w 1938047"/>
                <a:gd name="connsiteY3-472" fmla="*/ 481656 h 1094586"/>
                <a:gd name="connsiteX4-473" fmla="*/ 1938047 w 1938047"/>
                <a:gd name="connsiteY4-474" fmla="*/ 0 h 1094586"/>
                <a:gd name="connsiteX5-475" fmla="*/ 1483952 w 1938047"/>
                <a:gd name="connsiteY5-476" fmla="*/ 502310 h 1094586"/>
                <a:gd name="connsiteX6-477" fmla="*/ 939150 w 1938047"/>
                <a:gd name="connsiteY6-478" fmla="*/ 889713 h 1094586"/>
                <a:gd name="connsiteX7-479" fmla="*/ 939150 w 1938047"/>
                <a:gd name="connsiteY7-480" fmla="*/ 890276 h 1094586"/>
                <a:gd name="connsiteX8-481" fmla="*/ 933544 w 1938047"/>
                <a:gd name="connsiteY8-482" fmla="*/ 890276 h 1094586"/>
                <a:gd name="connsiteX9-483" fmla="*/ 931752 w 1938047"/>
                <a:gd name="connsiteY9-484" fmla="*/ 890456 h 1094586"/>
                <a:gd name="connsiteX10-485" fmla="*/ 931752 w 1938047"/>
                <a:gd name="connsiteY10-486" fmla="*/ 890276 h 1094586"/>
                <a:gd name="connsiteX11-487" fmla="*/ 639997 w 1938047"/>
                <a:gd name="connsiteY11-488" fmla="*/ 890276 h 1094586"/>
                <a:gd name="connsiteX12-489" fmla="*/ 639997 w 1938047"/>
                <a:gd name="connsiteY12-490" fmla="*/ 1094586 h 1094586"/>
                <a:gd name="connsiteX0-491" fmla="*/ 639997 w 1938047"/>
                <a:gd name="connsiteY0-492" fmla="*/ 1094586 h 1094586"/>
                <a:gd name="connsiteX1-493" fmla="*/ 0 w 1938047"/>
                <a:gd name="connsiteY1-494" fmla="*/ 685966 h 1094586"/>
                <a:gd name="connsiteX2-495" fmla="*/ 639997 w 1938047"/>
                <a:gd name="connsiteY2-496" fmla="*/ 277346 h 1094586"/>
                <a:gd name="connsiteX3-497" fmla="*/ 639997 w 1938047"/>
                <a:gd name="connsiteY3-498" fmla="*/ 481656 h 1094586"/>
                <a:gd name="connsiteX4-499" fmla="*/ 1938047 w 1938047"/>
                <a:gd name="connsiteY4-500" fmla="*/ 0 h 1094586"/>
                <a:gd name="connsiteX5-501" fmla="*/ 1483952 w 1938047"/>
                <a:gd name="connsiteY5-502" fmla="*/ 502310 h 1094586"/>
                <a:gd name="connsiteX6-503" fmla="*/ 939150 w 1938047"/>
                <a:gd name="connsiteY6-504" fmla="*/ 889713 h 1094586"/>
                <a:gd name="connsiteX7-505" fmla="*/ 939150 w 1938047"/>
                <a:gd name="connsiteY7-506" fmla="*/ 890276 h 1094586"/>
                <a:gd name="connsiteX8-507" fmla="*/ 933544 w 1938047"/>
                <a:gd name="connsiteY8-508" fmla="*/ 890276 h 1094586"/>
                <a:gd name="connsiteX9-509" fmla="*/ 931752 w 1938047"/>
                <a:gd name="connsiteY9-510" fmla="*/ 890456 h 1094586"/>
                <a:gd name="connsiteX10-511" fmla="*/ 931752 w 1938047"/>
                <a:gd name="connsiteY10-512" fmla="*/ 890276 h 1094586"/>
                <a:gd name="connsiteX11-513" fmla="*/ 639997 w 1938047"/>
                <a:gd name="connsiteY11-514" fmla="*/ 890276 h 1094586"/>
                <a:gd name="connsiteX12-515" fmla="*/ 639997 w 1938047"/>
                <a:gd name="connsiteY12-516" fmla="*/ 1094586 h 1094586"/>
                <a:gd name="connsiteX0-517" fmla="*/ 639997 w 1860409"/>
                <a:gd name="connsiteY0-518" fmla="*/ 1275741 h 1275741"/>
                <a:gd name="connsiteX1-519" fmla="*/ 0 w 1860409"/>
                <a:gd name="connsiteY1-520" fmla="*/ 867121 h 1275741"/>
                <a:gd name="connsiteX2-521" fmla="*/ 639997 w 1860409"/>
                <a:gd name="connsiteY2-522" fmla="*/ 458501 h 1275741"/>
                <a:gd name="connsiteX3-523" fmla="*/ 639997 w 1860409"/>
                <a:gd name="connsiteY3-524" fmla="*/ 662811 h 1275741"/>
                <a:gd name="connsiteX4-525" fmla="*/ 1860409 w 1860409"/>
                <a:gd name="connsiteY4-526" fmla="*/ 0 h 1275741"/>
                <a:gd name="connsiteX5-527" fmla="*/ 1483952 w 1860409"/>
                <a:gd name="connsiteY5-528" fmla="*/ 683465 h 1275741"/>
                <a:gd name="connsiteX6-529" fmla="*/ 939150 w 1860409"/>
                <a:gd name="connsiteY6-530" fmla="*/ 1070868 h 1275741"/>
                <a:gd name="connsiteX7-531" fmla="*/ 939150 w 1860409"/>
                <a:gd name="connsiteY7-532" fmla="*/ 1071431 h 1275741"/>
                <a:gd name="connsiteX8-533" fmla="*/ 933544 w 1860409"/>
                <a:gd name="connsiteY8-534" fmla="*/ 1071431 h 1275741"/>
                <a:gd name="connsiteX9-535" fmla="*/ 931752 w 1860409"/>
                <a:gd name="connsiteY9-536" fmla="*/ 1071611 h 1275741"/>
                <a:gd name="connsiteX10-537" fmla="*/ 931752 w 1860409"/>
                <a:gd name="connsiteY10-538" fmla="*/ 1071431 h 1275741"/>
                <a:gd name="connsiteX11-539" fmla="*/ 639997 w 1860409"/>
                <a:gd name="connsiteY11-540" fmla="*/ 1071431 h 1275741"/>
                <a:gd name="connsiteX12-541" fmla="*/ 639997 w 1860409"/>
                <a:gd name="connsiteY12-542" fmla="*/ 1275741 h 1275741"/>
                <a:gd name="connsiteX0-543" fmla="*/ 639997 w 1860409"/>
                <a:gd name="connsiteY0-544" fmla="*/ 1275741 h 1275741"/>
                <a:gd name="connsiteX1-545" fmla="*/ 0 w 1860409"/>
                <a:gd name="connsiteY1-546" fmla="*/ 867121 h 1275741"/>
                <a:gd name="connsiteX2-547" fmla="*/ 639997 w 1860409"/>
                <a:gd name="connsiteY2-548" fmla="*/ 458501 h 1275741"/>
                <a:gd name="connsiteX3-549" fmla="*/ 639997 w 1860409"/>
                <a:gd name="connsiteY3-550" fmla="*/ 662811 h 1275741"/>
                <a:gd name="connsiteX4-551" fmla="*/ 1860409 w 1860409"/>
                <a:gd name="connsiteY4-552" fmla="*/ 0 h 1275741"/>
                <a:gd name="connsiteX5-553" fmla="*/ 1483952 w 1860409"/>
                <a:gd name="connsiteY5-554" fmla="*/ 683465 h 1275741"/>
                <a:gd name="connsiteX6-555" fmla="*/ 939150 w 1860409"/>
                <a:gd name="connsiteY6-556" fmla="*/ 1070868 h 1275741"/>
                <a:gd name="connsiteX7-557" fmla="*/ 939150 w 1860409"/>
                <a:gd name="connsiteY7-558" fmla="*/ 1071431 h 1275741"/>
                <a:gd name="connsiteX8-559" fmla="*/ 933544 w 1860409"/>
                <a:gd name="connsiteY8-560" fmla="*/ 1071431 h 1275741"/>
                <a:gd name="connsiteX9-561" fmla="*/ 931752 w 1860409"/>
                <a:gd name="connsiteY9-562" fmla="*/ 1071611 h 1275741"/>
                <a:gd name="connsiteX10-563" fmla="*/ 931752 w 1860409"/>
                <a:gd name="connsiteY10-564" fmla="*/ 1071431 h 1275741"/>
                <a:gd name="connsiteX11-565" fmla="*/ 639997 w 1860409"/>
                <a:gd name="connsiteY11-566" fmla="*/ 1071431 h 1275741"/>
                <a:gd name="connsiteX12-567" fmla="*/ 639997 w 1860409"/>
                <a:gd name="connsiteY12-568" fmla="*/ 1275741 h 1275741"/>
                <a:gd name="connsiteX0-569" fmla="*/ 639997 w 1860409"/>
                <a:gd name="connsiteY0-570" fmla="*/ 1275741 h 1275741"/>
                <a:gd name="connsiteX1-571" fmla="*/ 0 w 1860409"/>
                <a:gd name="connsiteY1-572" fmla="*/ 867121 h 1275741"/>
                <a:gd name="connsiteX2-573" fmla="*/ 639997 w 1860409"/>
                <a:gd name="connsiteY2-574" fmla="*/ 458501 h 1275741"/>
                <a:gd name="connsiteX3-575" fmla="*/ 639997 w 1860409"/>
                <a:gd name="connsiteY3-576" fmla="*/ 662811 h 1275741"/>
                <a:gd name="connsiteX4-577" fmla="*/ 1860409 w 1860409"/>
                <a:gd name="connsiteY4-578" fmla="*/ 0 h 1275741"/>
                <a:gd name="connsiteX5-579" fmla="*/ 1483952 w 1860409"/>
                <a:gd name="connsiteY5-580" fmla="*/ 683465 h 1275741"/>
                <a:gd name="connsiteX6-581" fmla="*/ 939150 w 1860409"/>
                <a:gd name="connsiteY6-582" fmla="*/ 1070868 h 1275741"/>
                <a:gd name="connsiteX7-583" fmla="*/ 939150 w 1860409"/>
                <a:gd name="connsiteY7-584" fmla="*/ 1071431 h 1275741"/>
                <a:gd name="connsiteX8-585" fmla="*/ 933544 w 1860409"/>
                <a:gd name="connsiteY8-586" fmla="*/ 1071431 h 1275741"/>
                <a:gd name="connsiteX9-587" fmla="*/ 931752 w 1860409"/>
                <a:gd name="connsiteY9-588" fmla="*/ 1071611 h 1275741"/>
                <a:gd name="connsiteX10-589" fmla="*/ 931752 w 1860409"/>
                <a:gd name="connsiteY10-590" fmla="*/ 1071431 h 1275741"/>
                <a:gd name="connsiteX11-591" fmla="*/ 639997 w 1860409"/>
                <a:gd name="connsiteY11-592" fmla="*/ 1071431 h 1275741"/>
                <a:gd name="connsiteX12-593" fmla="*/ 639997 w 1860409"/>
                <a:gd name="connsiteY12-594" fmla="*/ 1275741 h 1275741"/>
                <a:gd name="connsiteX0-595" fmla="*/ 639997 w 1860409"/>
                <a:gd name="connsiteY0-596" fmla="*/ 1275741 h 1275741"/>
                <a:gd name="connsiteX1-597" fmla="*/ 0 w 1860409"/>
                <a:gd name="connsiteY1-598" fmla="*/ 867121 h 1275741"/>
                <a:gd name="connsiteX2-599" fmla="*/ 639997 w 1860409"/>
                <a:gd name="connsiteY2-600" fmla="*/ 458501 h 1275741"/>
                <a:gd name="connsiteX3-601" fmla="*/ 639997 w 1860409"/>
                <a:gd name="connsiteY3-602" fmla="*/ 662811 h 1275741"/>
                <a:gd name="connsiteX4-603" fmla="*/ 1860409 w 1860409"/>
                <a:gd name="connsiteY4-604" fmla="*/ 0 h 1275741"/>
                <a:gd name="connsiteX5-605" fmla="*/ 1483952 w 1860409"/>
                <a:gd name="connsiteY5-606" fmla="*/ 683465 h 1275741"/>
                <a:gd name="connsiteX6-607" fmla="*/ 939150 w 1860409"/>
                <a:gd name="connsiteY6-608" fmla="*/ 1070868 h 1275741"/>
                <a:gd name="connsiteX7-609" fmla="*/ 939150 w 1860409"/>
                <a:gd name="connsiteY7-610" fmla="*/ 1071431 h 1275741"/>
                <a:gd name="connsiteX8-611" fmla="*/ 933544 w 1860409"/>
                <a:gd name="connsiteY8-612" fmla="*/ 1071431 h 1275741"/>
                <a:gd name="connsiteX9-613" fmla="*/ 931752 w 1860409"/>
                <a:gd name="connsiteY9-614" fmla="*/ 1071611 h 1275741"/>
                <a:gd name="connsiteX10-615" fmla="*/ 931752 w 1860409"/>
                <a:gd name="connsiteY10-616" fmla="*/ 1071431 h 1275741"/>
                <a:gd name="connsiteX11-617" fmla="*/ 639997 w 1860409"/>
                <a:gd name="connsiteY11-618" fmla="*/ 1071431 h 1275741"/>
                <a:gd name="connsiteX12-619" fmla="*/ 639997 w 1860409"/>
                <a:gd name="connsiteY12-620" fmla="*/ 1275741 h 1275741"/>
                <a:gd name="connsiteX0-621" fmla="*/ 639997 w 1860409"/>
                <a:gd name="connsiteY0-622" fmla="*/ 1275741 h 1275741"/>
                <a:gd name="connsiteX1-623" fmla="*/ 0 w 1860409"/>
                <a:gd name="connsiteY1-624" fmla="*/ 867121 h 1275741"/>
                <a:gd name="connsiteX2-625" fmla="*/ 639997 w 1860409"/>
                <a:gd name="connsiteY2-626" fmla="*/ 458501 h 1275741"/>
                <a:gd name="connsiteX3-627" fmla="*/ 639997 w 1860409"/>
                <a:gd name="connsiteY3-628" fmla="*/ 662811 h 1275741"/>
                <a:gd name="connsiteX4-629" fmla="*/ 1860409 w 1860409"/>
                <a:gd name="connsiteY4-630" fmla="*/ 0 h 1275741"/>
                <a:gd name="connsiteX5-631" fmla="*/ 1483952 w 1860409"/>
                <a:gd name="connsiteY5-632" fmla="*/ 683465 h 1275741"/>
                <a:gd name="connsiteX6-633" fmla="*/ 939150 w 1860409"/>
                <a:gd name="connsiteY6-634" fmla="*/ 1070868 h 1275741"/>
                <a:gd name="connsiteX7-635" fmla="*/ 939150 w 1860409"/>
                <a:gd name="connsiteY7-636" fmla="*/ 1071431 h 1275741"/>
                <a:gd name="connsiteX8-637" fmla="*/ 933544 w 1860409"/>
                <a:gd name="connsiteY8-638" fmla="*/ 1071431 h 1275741"/>
                <a:gd name="connsiteX9-639" fmla="*/ 931752 w 1860409"/>
                <a:gd name="connsiteY9-640" fmla="*/ 1071611 h 1275741"/>
                <a:gd name="connsiteX10-641" fmla="*/ 931752 w 1860409"/>
                <a:gd name="connsiteY10-642" fmla="*/ 1071431 h 1275741"/>
                <a:gd name="connsiteX11-643" fmla="*/ 639997 w 1860409"/>
                <a:gd name="connsiteY11-644" fmla="*/ 1071431 h 1275741"/>
                <a:gd name="connsiteX12-645" fmla="*/ 639997 w 1860409"/>
                <a:gd name="connsiteY12-646" fmla="*/ 1275741 h 1275741"/>
                <a:gd name="connsiteX0-647" fmla="*/ 639997 w 1860409"/>
                <a:gd name="connsiteY0-648" fmla="*/ 1275741 h 1275741"/>
                <a:gd name="connsiteX1-649" fmla="*/ 0 w 1860409"/>
                <a:gd name="connsiteY1-650" fmla="*/ 867121 h 1275741"/>
                <a:gd name="connsiteX2-651" fmla="*/ 639997 w 1860409"/>
                <a:gd name="connsiteY2-652" fmla="*/ 458501 h 1275741"/>
                <a:gd name="connsiteX3-653" fmla="*/ 639997 w 1860409"/>
                <a:gd name="connsiteY3-654" fmla="*/ 662811 h 1275741"/>
                <a:gd name="connsiteX4-655" fmla="*/ 1860409 w 1860409"/>
                <a:gd name="connsiteY4-656" fmla="*/ 0 h 1275741"/>
                <a:gd name="connsiteX5-657" fmla="*/ 1483952 w 1860409"/>
                <a:gd name="connsiteY5-658" fmla="*/ 683465 h 1275741"/>
                <a:gd name="connsiteX6-659" fmla="*/ 939150 w 1860409"/>
                <a:gd name="connsiteY6-660" fmla="*/ 1070868 h 1275741"/>
                <a:gd name="connsiteX7-661" fmla="*/ 939150 w 1860409"/>
                <a:gd name="connsiteY7-662" fmla="*/ 1071431 h 1275741"/>
                <a:gd name="connsiteX8-663" fmla="*/ 933544 w 1860409"/>
                <a:gd name="connsiteY8-664" fmla="*/ 1071431 h 1275741"/>
                <a:gd name="connsiteX9-665" fmla="*/ 931752 w 1860409"/>
                <a:gd name="connsiteY9-666" fmla="*/ 1071611 h 1275741"/>
                <a:gd name="connsiteX10-667" fmla="*/ 931752 w 1860409"/>
                <a:gd name="connsiteY10-668" fmla="*/ 1071431 h 1275741"/>
                <a:gd name="connsiteX11-669" fmla="*/ 639997 w 1860409"/>
                <a:gd name="connsiteY11-670" fmla="*/ 1071431 h 1275741"/>
                <a:gd name="connsiteX12-671" fmla="*/ 639997 w 1860409"/>
                <a:gd name="connsiteY12-672" fmla="*/ 1275741 h 1275741"/>
                <a:gd name="connsiteX0-673" fmla="*/ 639997 w 1860409"/>
                <a:gd name="connsiteY0-674" fmla="*/ 1275741 h 1275741"/>
                <a:gd name="connsiteX1-675" fmla="*/ 0 w 1860409"/>
                <a:gd name="connsiteY1-676" fmla="*/ 867121 h 1275741"/>
                <a:gd name="connsiteX2-677" fmla="*/ 639997 w 1860409"/>
                <a:gd name="connsiteY2-678" fmla="*/ 458501 h 1275741"/>
                <a:gd name="connsiteX3-679" fmla="*/ 639997 w 1860409"/>
                <a:gd name="connsiteY3-680" fmla="*/ 662811 h 1275741"/>
                <a:gd name="connsiteX4-681" fmla="*/ 1860409 w 1860409"/>
                <a:gd name="connsiteY4-682" fmla="*/ 0 h 1275741"/>
                <a:gd name="connsiteX5-683" fmla="*/ 1483952 w 1860409"/>
                <a:gd name="connsiteY5-684" fmla="*/ 683465 h 1275741"/>
                <a:gd name="connsiteX6-685" fmla="*/ 939150 w 1860409"/>
                <a:gd name="connsiteY6-686" fmla="*/ 1070868 h 1275741"/>
                <a:gd name="connsiteX7-687" fmla="*/ 939150 w 1860409"/>
                <a:gd name="connsiteY7-688" fmla="*/ 1071431 h 1275741"/>
                <a:gd name="connsiteX8-689" fmla="*/ 933544 w 1860409"/>
                <a:gd name="connsiteY8-690" fmla="*/ 1071431 h 1275741"/>
                <a:gd name="connsiteX9-691" fmla="*/ 931752 w 1860409"/>
                <a:gd name="connsiteY9-692" fmla="*/ 1071611 h 1275741"/>
                <a:gd name="connsiteX10-693" fmla="*/ 931752 w 1860409"/>
                <a:gd name="connsiteY10-694" fmla="*/ 1071431 h 1275741"/>
                <a:gd name="connsiteX11-695" fmla="*/ 639997 w 1860409"/>
                <a:gd name="connsiteY11-696" fmla="*/ 1071431 h 1275741"/>
                <a:gd name="connsiteX12-697" fmla="*/ 639997 w 1860409"/>
                <a:gd name="connsiteY12-698" fmla="*/ 1275741 h 1275741"/>
                <a:gd name="connsiteX0-699" fmla="*/ 639997 w 1860409"/>
                <a:gd name="connsiteY0-700" fmla="*/ 1275741 h 1275741"/>
                <a:gd name="connsiteX1-701" fmla="*/ 0 w 1860409"/>
                <a:gd name="connsiteY1-702" fmla="*/ 867121 h 1275741"/>
                <a:gd name="connsiteX2-703" fmla="*/ 639997 w 1860409"/>
                <a:gd name="connsiteY2-704" fmla="*/ 458501 h 1275741"/>
                <a:gd name="connsiteX3-705" fmla="*/ 639997 w 1860409"/>
                <a:gd name="connsiteY3-706" fmla="*/ 662811 h 1275741"/>
                <a:gd name="connsiteX4-707" fmla="*/ 1860409 w 1860409"/>
                <a:gd name="connsiteY4-708" fmla="*/ 0 h 1275741"/>
                <a:gd name="connsiteX5-709" fmla="*/ 1639227 w 1860409"/>
                <a:gd name="connsiteY5-710" fmla="*/ 717971 h 1275741"/>
                <a:gd name="connsiteX6-711" fmla="*/ 939150 w 1860409"/>
                <a:gd name="connsiteY6-712" fmla="*/ 1070868 h 1275741"/>
                <a:gd name="connsiteX7-713" fmla="*/ 939150 w 1860409"/>
                <a:gd name="connsiteY7-714" fmla="*/ 1071431 h 1275741"/>
                <a:gd name="connsiteX8-715" fmla="*/ 933544 w 1860409"/>
                <a:gd name="connsiteY8-716" fmla="*/ 1071431 h 1275741"/>
                <a:gd name="connsiteX9-717" fmla="*/ 931752 w 1860409"/>
                <a:gd name="connsiteY9-718" fmla="*/ 1071611 h 1275741"/>
                <a:gd name="connsiteX10-719" fmla="*/ 931752 w 1860409"/>
                <a:gd name="connsiteY10-720" fmla="*/ 1071431 h 1275741"/>
                <a:gd name="connsiteX11-721" fmla="*/ 639997 w 1860409"/>
                <a:gd name="connsiteY11-722" fmla="*/ 1071431 h 1275741"/>
                <a:gd name="connsiteX12-723" fmla="*/ 639997 w 1860409"/>
                <a:gd name="connsiteY12-724" fmla="*/ 1275741 h 1275741"/>
                <a:gd name="connsiteX0-725" fmla="*/ 639997 w 1860409"/>
                <a:gd name="connsiteY0-726" fmla="*/ 1275741 h 1275741"/>
                <a:gd name="connsiteX1-727" fmla="*/ 0 w 1860409"/>
                <a:gd name="connsiteY1-728" fmla="*/ 867121 h 1275741"/>
                <a:gd name="connsiteX2-729" fmla="*/ 639997 w 1860409"/>
                <a:gd name="connsiteY2-730" fmla="*/ 458501 h 1275741"/>
                <a:gd name="connsiteX3-731" fmla="*/ 639997 w 1860409"/>
                <a:gd name="connsiteY3-732" fmla="*/ 662811 h 1275741"/>
                <a:gd name="connsiteX4-733" fmla="*/ 1860409 w 1860409"/>
                <a:gd name="connsiteY4-734" fmla="*/ 0 h 1275741"/>
                <a:gd name="connsiteX5-735" fmla="*/ 1639227 w 1860409"/>
                <a:gd name="connsiteY5-736" fmla="*/ 717971 h 1275741"/>
                <a:gd name="connsiteX6-737" fmla="*/ 939150 w 1860409"/>
                <a:gd name="connsiteY6-738" fmla="*/ 1070868 h 1275741"/>
                <a:gd name="connsiteX7-739" fmla="*/ 939150 w 1860409"/>
                <a:gd name="connsiteY7-740" fmla="*/ 1071431 h 1275741"/>
                <a:gd name="connsiteX8-741" fmla="*/ 933544 w 1860409"/>
                <a:gd name="connsiteY8-742" fmla="*/ 1071431 h 1275741"/>
                <a:gd name="connsiteX9-743" fmla="*/ 931752 w 1860409"/>
                <a:gd name="connsiteY9-744" fmla="*/ 1071611 h 1275741"/>
                <a:gd name="connsiteX10-745" fmla="*/ 931752 w 1860409"/>
                <a:gd name="connsiteY10-746" fmla="*/ 1071431 h 1275741"/>
                <a:gd name="connsiteX11-747" fmla="*/ 639997 w 1860409"/>
                <a:gd name="connsiteY11-748" fmla="*/ 1071431 h 1275741"/>
                <a:gd name="connsiteX12-749" fmla="*/ 639997 w 1860409"/>
                <a:gd name="connsiteY12-750" fmla="*/ 1275741 h 1275741"/>
                <a:gd name="connsiteX0-751" fmla="*/ 639997 w 1860409"/>
                <a:gd name="connsiteY0-752" fmla="*/ 1275741 h 1275741"/>
                <a:gd name="connsiteX1-753" fmla="*/ 0 w 1860409"/>
                <a:gd name="connsiteY1-754" fmla="*/ 867121 h 1275741"/>
                <a:gd name="connsiteX2-755" fmla="*/ 639997 w 1860409"/>
                <a:gd name="connsiteY2-756" fmla="*/ 458501 h 1275741"/>
                <a:gd name="connsiteX3-757" fmla="*/ 639997 w 1860409"/>
                <a:gd name="connsiteY3-758" fmla="*/ 662811 h 1275741"/>
                <a:gd name="connsiteX4-759" fmla="*/ 1860409 w 1860409"/>
                <a:gd name="connsiteY4-760" fmla="*/ 0 h 1275741"/>
                <a:gd name="connsiteX5-761" fmla="*/ 1690986 w 1860409"/>
                <a:gd name="connsiteY5-762" fmla="*/ 700718 h 1275741"/>
                <a:gd name="connsiteX6-763" fmla="*/ 939150 w 1860409"/>
                <a:gd name="connsiteY6-764" fmla="*/ 1070868 h 1275741"/>
                <a:gd name="connsiteX7-765" fmla="*/ 939150 w 1860409"/>
                <a:gd name="connsiteY7-766" fmla="*/ 1071431 h 1275741"/>
                <a:gd name="connsiteX8-767" fmla="*/ 933544 w 1860409"/>
                <a:gd name="connsiteY8-768" fmla="*/ 1071431 h 1275741"/>
                <a:gd name="connsiteX9-769" fmla="*/ 931752 w 1860409"/>
                <a:gd name="connsiteY9-770" fmla="*/ 1071611 h 1275741"/>
                <a:gd name="connsiteX10-771" fmla="*/ 931752 w 1860409"/>
                <a:gd name="connsiteY10-772" fmla="*/ 1071431 h 1275741"/>
                <a:gd name="connsiteX11-773" fmla="*/ 639997 w 1860409"/>
                <a:gd name="connsiteY11-774" fmla="*/ 1071431 h 1275741"/>
                <a:gd name="connsiteX12-775" fmla="*/ 639997 w 1860409"/>
                <a:gd name="connsiteY12-776" fmla="*/ 1275741 h 1275741"/>
                <a:gd name="connsiteX0-777" fmla="*/ 639997 w 1860409"/>
                <a:gd name="connsiteY0-778" fmla="*/ 1275741 h 1275741"/>
                <a:gd name="connsiteX1-779" fmla="*/ 0 w 1860409"/>
                <a:gd name="connsiteY1-780" fmla="*/ 867121 h 1275741"/>
                <a:gd name="connsiteX2-781" fmla="*/ 639997 w 1860409"/>
                <a:gd name="connsiteY2-782" fmla="*/ 458501 h 1275741"/>
                <a:gd name="connsiteX3-783" fmla="*/ 639997 w 1860409"/>
                <a:gd name="connsiteY3-784" fmla="*/ 662811 h 1275741"/>
                <a:gd name="connsiteX4-785" fmla="*/ 1860409 w 1860409"/>
                <a:gd name="connsiteY4-786" fmla="*/ 0 h 1275741"/>
                <a:gd name="connsiteX5-787" fmla="*/ 1690986 w 1860409"/>
                <a:gd name="connsiteY5-788" fmla="*/ 700718 h 1275741"/>
                <a:gd name="connsiteX6-789" fmla="*/ 939150 w 1860409"/>
                <a:gd name="connsiteY6-790" fmla="*/ 1070868 h 1275741"/>
                <a:gd name="connsiteX7-791" fmla="*/ 939150 w 1860409"/>
                <a:gd name="connsiteY7-792" fmla="*/ 1071431 h 1275741"/>
                <a:gd name="connsiteX8-793" fmla="*/ 933544 w 1860409"/>
                <a:gd name="connsiteY8-794" fmla="*/ 1071431 h 1275741"/>
                <a:gd name="connsiteX9-795" fmla="*/ 931752 w 1860409"/>
                <a:gd name="connsiteY9-796" fmla="*/ 1071611 h 1275741"/>
                <a:gd name="connsiteX10-797" fmla="*/ 931752 w 1860409"/>
                <a:gd name="connsiteY10-798" fmla="*/ 1071431 h 1275741"/>
                <a:gd name="connsiteX11-799" fmla="*/ 639997 w 1860409"/>
                <a:gd name="connsiteY11-800" fmla="*/ 1071431 h 1275741"/>
                <a:gd name="connsiteX12-801" fmla="*/ 639997 w 1860409"/>
                <a:gd name="connsiteY12-802" fmla="*/ 1275741 h 1275741"/>
                <a:gd name="connsiteX0-803" fmla="*/ 639997 w 1860409"/>
                <a:gd name="connsiteY0-804" fmla="*/ 1275741 h 1275741"/>
                <a:gd name="connsiteX1-805" fmla="*/ 0 w 1860409"/>
                <a:gd name="connsiteY1-806" fmla="*/ 867121 h 1275741"/>
                <a:gd name="connsiteX2-807" fmla="*/ 639997 w 1860409"/>
                <a:gd name="connsiteY2-808" fmla="*/ 458501 h 1275741"/>
                <a:gd name="connsiteX3-809" fmla="*/ 639997 w 1860409"/>
                <a:gd name="connsiteY3-810" fmla="*/ 662811 h 1275741"/>
                <a:gd name="connsiteX4-811" fmla="*/ 1860409 w 1860409"/>
                <a:gd name="connsiteY4-812" fmla="*/ 0 h 1275741"/>
                <a:gd name="connsiteX5-813" fmla="*/ 1690986 w 1860409"/>
                <a:gd name="connsiteY5-814" fmla="*/ 700718 h 1275741"/>
                <a:gd name="connsiteX6-815" fmla="*/ 939150 w 1860409"/>
                <a:gd name="connsiteY6-816" fmla="*/ 1070868 h 1275741"/>
                <a:gd name="connsiteX7-817" fmla="*/ 939150 w 1860409"/>
                <a:gd name="connsiteY7-818" fmla="*/ 1071431 h 1275741"/>
                <a:gd name="connsiteX8-819" fmla="*/ 933544 w 1860409"/>
                <a:gd name="connsiteY8-820" fmla="*/ 1071431 h 1275741"/>
                <a:gd name="connsiteX9-821" fmla="*/ 931752 w 1860409"/>
                <a:gd name="connsiteY9-822" fmla="*/ 1071611 h 1275741"/>
                <a:gd name="connsiteX10-823" fmla="*/ 931752 w 1860409"/>
                <a:gd name="connsiteY10-824" fmla="*/ 1071431 h 1275741"/>
                <a:gd name="connsiteX11-825" fmla="*/ 639997 w 1860409"/>
                <a:gd name="connsiteY11-826" fmla="*/ 1071431 h 1275741"/>
                <a:gd name="connsiteX12-827" fmla="*/ 639997 w 1860409"/>
                <a:gd name="connsiteY12-828" fmla="*/ 1275741 h 1275741"/>
                <a:gd name="connsiteX0-829" fmla="*/ 639997 w 1860409"/>
                <a:gd name="connsiteY0-830" fmla="*/ 1275741 h 1275741"/>
                <a:gd name="connsiteX1-831" fmla="*/ 0 w 1860409"/>
                <a:gd name="connsiteY1-832" fmla="*/ 867121 h 1275741"/>
                <a:gd name="connsiteX2-833" fmla="*/ 639997 w 1860409"/>
                <a:gd name="connsiteY2-834" fmla="*/ 458501 h 1275741"/>
                <a:gd name="connsiteX3-835" fmla="*/ 639997 w 1860409"/>
                <a:gd name="connsiteY3-836" fmla="*/ 662811 h 1275741"/>
                <a:gd name="connsiteX4-837" fmla="*/ 1860409 w 1860409"/>
                <a:gd name="connsiteY4-838" fmla="*/ 0 h 1275741"/>
                <a:gd name="connsiteX5-839" fmla="*/ 1690986 w 1860409"/>
                <a:gd name="connsiteY5-840" fmla="*/ 700718 h 1275741"/>
                <a:gd name="connsiteX6-841" fmla="*/ 939150 w 1860409"/>
                <a:gd name="connsiteY6-842" fmla="*/ 1070868 h 1275741"/>
                <a:gd name="connsiteX7-843" fmla="*/ 939150 w 1860409"/>
                <a:gd name="connsiteY7-844" fmla="*/ 1071431 h 1275741"/>
                <a:gd name="connsiteX8-845" fmla="*/ 933544 w 1860409"/>
                <a:gd name="connsiteY8-846" fmla="*/ 1071431 h 1275741"/>
                <a:gd name="connsiteX9-847" fmla="*/ 931752 w 1860409"/>
                <a:gd name="connsiteY9-848" fmla="*/ 1071611 h 1275741"/>
                <a:gd name="connsiteX10-849" fmla="*/ 931752 w 1860409"/>
                <a:gd name="connsiteY10-850" fmla="*/ 1071431 h 1275741"/>
                <a:gd name="connsiteX11-851" fmla="*/ 639997 w 1860409"/>
                <a:gd name="connsiteY11-852" fmla="*/ 1071431 h 1275741"/>
                <a:gd name="connsiteX12-853" fmla="*/ 639997 w 1860409"/>
                <a:gd name="connsiteY12-854" fmla="*/ 1275741 h 1275741"/>
                <a:gd name="connsiteX0-855" fmla="*/ 639997 w 1860409"/>
                <a:gd name="connsiteY0-856" fmla="*/ 1275741 h 1275741"/>
                <a:gd name="connsiteX1-857" fmla="*/ 0 w 1860409"/>
                <a:gd name="connsiteY1-858" fmla="*/ 867121 h 1275741"/>
                <a:gd name="connsiteX2-859" fmla="*/ 639997 w 1860409"/>
                <a:gd name="connsiteY2-860" fmla="*/ 458501 h 1275741"/>
                <a:gd name="connsiteX3-861" fmla="*/ 639997 w 1860409"/>
                <a:gd name="connsiteY3-862" fmla="*/ 662811 h 1275741"/>
                <a:gd name="connsiteX4-863" fmla="*/ 1860409 w 1860409"/>
                <a:gd name="connsiteY4-864" fmla="*/ 0 h 1275741"/>
                <a:gd name="connsiteX5-865" fmla="*/ 1690986 w 1860409"/>
                <a:gd name="connsiteY5-866" fmla="*/ 700718 h 1275741"/>
                <a:gd name="connsiteX6-867" fmla="*/ 939150 w 1860409"/>
                <a:gd name="connsiteY6-868" fmla="*/ 1070868 h 1275741"/>
                <a:gd name="connsiteX7-869" fmla="*/ 939150 w 1860409"/>
                <a:gd name="connsiteY7-870" fmla="*/ 1071431 h 1275741"/>
                <a:gd name="connsiteX8-871" fmla="*/ 933544 w 1860409"/>
                <a:gd name="connsiteY8-872" fmla="*/ 1071431 h 1275741"/>
                <a:gd name="connsiteX9-873" fmla="*/ 931752 w 1860409"/>
                <a:gd name="connsiteY9-874" fmla="*/ 1071611 h 1275741"/>
                <a:gd name="connsiteX10-875" fmla="*/ 931752 w 1860409"/>
                <a:gd name="connsiteY10-876" fmla="*/ 1071431 h 1275741"/>
                <a:gd name="connsiteX11-877" fmla="*/ 639997 w 1860409"/>
                <a:gd name="connsiteY11-878" fmla="*/ 1071431 h 1275741"/>
                <a:gd name="connsiteX12-879" fmla="*/ 639997 w 1860409"/>
                <a:gd name="connsiteY12-880" fmla="*/ 1275741 h 1275741"/>
                <a:gd name="connsiteX0-881" fmla="*/ 639997 w 1860409"/>
                <a:gd name="connsiteY0-882" fmla="*/ 1275741 h 1275741"/>
                <a:gd name="connsiteX1-883" fmla="*/ 0 w 1860409"/>
                <a:gd name="connsiteY1-884" fmla="*/ 867121 h 1275741"/>
                <a:gd name="connsiteX2-885" fmla="*/ 639997 w 1860409"/>
                <a:gd name="connsiteY2-886" fmla="*/ 458501 h 1275741"/>
                <a:gd name="connsiteX3-887" fmla="*/ 639997 w 1860409"/>
                <a:gd name="connsiteY3-888" fmla="*/ 662811 h 1275741"/>
                <a:gd name="connsiteX4-889" fmla="*/ 1860409 w 1860409"/>
                <a:gd name="connsiteY4-890" fmla="*/ 0 h 1275741"/>
                <a:gd name="connsiteX5-891" fmla="*/ 1690986 w 1860409"/>
                <a:gd name="connsiteY5-892" fmla="*/ 700718 h 1275741"/>
                <a:gd name="connsiteX6-893" fmla="*/ 939150 w 1860409"/>
                <a:gd name="connsiteY6-894" fmla="*/ 1070868 h 1275741"/>
                <a:gd name="connsiteX7-895" fmla="*/ 939150 w 1860409"/>
                <a:gd name="connsiteY7-896" fmla="*/ 1071431 h 1275741"/>
                <a:gd name="connsiteX8-897" fmla="*/ 933544 w 1860409"/>
                <a:gd name="connsiteY8-898" fmla="*/ 1071431 h 1275741"/>
                <a:gd name="connsiteX9-899" fmla="*/ 931752 w 1860409"/>
                <a:gd name="connsiteY9-900" fmla="*/ 1071611 h 1275741"/>
                <a:gd name="connsiteX10-901" fmla="*/ 931752 w 1860409"/>
                <a:gd name="connsiteY10-902" fmla="*/ 1071431 h 1275741"/>
                <a:gd name="connsiteX11-903" fmla="*/ 639997 w 1860409"/>
                <a:gd name="connsiteY11-904" fmla="*/ 1071431 h 1275741"/>
                <a:gd name="connsiteX12-905" fmla="*/ 639997 w 1860409"/>
                <a:gd name="connsiteY12-906" fmla="*/ 1275741 h 1275741"/>
                <a:gd name="connsiteX0-907" fmla="*/ 639997 w 1860974"/>
                <a:gd name="connsiteY0-908" fmla="*/ 1275741 h 1275741"/>
                <a:gd name="connsiteX1-909" fmla="*/ 0 w 1860974"/>
                <a:gd name="connsiteY1-910" fmla="*/ 867121 h 1275741"/>
                <a:gd name="connsiteX2-911" fmla="*/ 639997 w 1860974"/>
                <a:gd name="connsiteY2-912" fmla="*/ 458501 h 1275741"/>
                <a:gd name="connsiteX3-913" fmla="*/ 639997 w 1860974"/>
                <a:gd name="connsiteY3-914" fmla="*/ 662811 h 1275741"/>
                <a:gd name="connsiteX4-915" fmla="*/ 1860409 w 1860974"/>
                <a:gd name="connsiteY4-916" fmla="*/ 0 h 1275741"/>
                <a:gd name="connsiteX5-917" fmla="*/ 1690986 w 1860974"/>
                <a:gd name="connsiteY5-918" fmla="*/ 700718 h 1275741"/>
                <a:gd name="connsiteX6-919" fmla="*/ 939150 w 1860974"/>
                <a:gd name="connsiteY6-920" fmla="*/ 1070868 h 1275741"/>
                <a:gd name="connsiteX7-921" fmla="*/ 939150 w 1860974"/>
                <a:gd name="connsiteY7-922" fmla="*/ 1071431 h 1275741"/>
                <a:gd name="connsiteX8-923" fmla="*/ 933544 w 1860974"/>
                <a:gd name="connsiteY8-924" fmla="*/ 1071431 h 1275741"/>
                <a:gd name="connsiteX9-925" fmla="*/ 931752 w 1860974"/>
                <a:gd name="connsiteY9-926" fmla="*/ 1071611 h 1275741"/>
                <a:gd name="connsiteX10-927" fmla="*/ 931752 w 1860974"/>
                <a:gd name="connsiteY10-928" fmla="*/ 1071431 h 1275741"/>
                <a:gd name="connsiteX11-929" fmla="*/ 639997 w 1860974"/>
                <a:gd name="connsiteY11-930" fmla="*/ 1071431 h 1275741"/>
                <a:gd name="connsiteX12-931" fmla="*/ 639997 w 1860974"/>
                <a:gd name="connsiteY12-932" fmla="*/ 1275741 h 1275741"/>
                <a:gd name="connsiteX0-933" fmla="*/ 657407 w 1878384"/>
                <a:gd name="connsiteY0-934" fmla="*/ 1275741 h 1275741"/>
                <a:gd name="connsiteX1-935" fmla="*/ 0 w 1878384"/>
                <a:gd name="connsiteY1-936" fmla="*/ 806186 h 1275741"/>
                <a:gd name="connsiteX2-937" fmla="*/ 657407 w 1878384"/>
                <a:gd name="connsiteY2-938" fmla="*/ 458501 h 1275741"/>
                <a:gd name="connsiteX3-939" fmla="*/ 657407 w 1878384"/>
                <a:gd name="connsiteY3-940" fmla="*/ 662811 h 1275741"/>
                <a:gd name="connsiteX4-941" fmla="*/ 1877819 w 1878384"/>
                <a:gd name="connsiteY4-942" fmla="*/ 0 h 1275741"/>
                <a:gd name="connsiteX5-943" fmla="*/ 1708396 w 1878384"/>
                <a:gd name="connsiteY5-944" fmla="*/ 700718 h 1275741"/>
                <a:gd name="connsiteX6-945" fmla="*/ 956560 w 1878384"/>
                <a:gd name="connsiteY6-946" fmla="*/ 1070868 h 1275741"/>
                <a:gd name="connsiteX7-947" fmla="*/ 956560 w 1878384"/>
                <a:gd name="connsiteY7-948" fmla="*/ 1071431 h 1275741"/>
                <a:gd name="connsiteX8-949" fmla="*/ 950954 w 1878384"/>
                <a:gd name="connsiteY8-950" fmla="*/ 1071431 h 1275741"/>
                <a:gd name="connsiteX9-951" fmla="*/ 949162 w 1878384"/>
                <a:gd name="connsiteY9-952" fmla="*/ 1071611 h 1275741"/>
                <a:gd name="connsiteX10-953" fmla="*/ 949162 w 1878384"/>
                <a:gd name="connsiteY10-954" fmla="*/ 1071431 h 1275741"/>
                <a:gd name="connsiteX11-955" fmla="*/ 657407 w 1878384"/>
                <a:gd name="connsiteY11-956" fmla="*/ 1071431 h 1275741"/>
                <a:gd name="connsiteX12-957" fmla="*/ 657407 w 1878384"/>
                <a:gd name="connsiteY12-958" fmla="*/ 1275741 h 1275741"/>
                <a:gd name="connsiteX0-959" fmla="*/ 648701 w 1869678"/>
                <a:gd name="connsiteY0-960" fmla="*/ 1275741 h 1275741"/>
                <a:gd name="connsiteX1-961" fmla="*/ 0 w 1869678"/>
                <a:gd name="connsiteY1-962" fmla="*/ 745250 h 1275741"/>
                <a:gd name="connsiteX2-963" fmla="*/ 648701 w 1869678"/>
                <a:gd name="connsiteY2-964" fmla="*/ 458501 h 1275741"/>
                <a:gd name="connsiteX3-965" fmla="*/ 648701 w 1869678"/>
                <a:gd name="connsiteY3-966" fmla="*/ 662811 h 1275741"/>
                <a:gd name="connsiteX4-967" fmla="*/ 1869113 w 1869678"/>
                <a:gd name="connsiteY4-968" fmla="*/ 0 h 1275741"/>
                <a:gd name="connsiteX5-969" fmla="*/ 1699690 w 1869678"/>
                <a:gd name="connsiteY5-970" fmla="*/ 700718 h 1275741"/>
                <a:gd name="connsiteX6-971" fmla="*/ 947854 w 1869678"/>
                <a:gd name="connsiteY6-972" fmla="*/ 1070868 h 1275741"/>
                <a:gd name="connsiteX7-973" fmla="*/ 947854 w 1869678"/>
                <a:gd name="connsiteY7-974" fmla="*/ 1071431 h 1275741"/>
                <a:gd name="connsiteX8-975" fmla="*/ 942248 w 1869678"/>
                <a:gd name="connsiteY8-976" fmla="*/ 1071431 h 1275741"/>
                <a:gd name="connsiteX9-977" fmla="*/ 940456 w 1869678"/>
                <a:gd name="connsiteY9-978" fmla="*/ 1071611 h 1275741"/>
                <a:gd name="connsiteX10-979" fmla="*/ 940456 w 1869678"/>
                <a:gd name="connsiteY10-980" fmla="*/ 1071431 h 1275741"/>
                <a:gd name="connsiteX11-981" fmla="*/ 648701 w 1869678"/>
                <a:gd name="connsiteY11-982" fmla="*/ 1071431 h 1275741"/>
                <a:gd name="connsiteX12-983" fmla="*/ 648701 w 1869678"/>
                <a:gd name="connsiteY12-984" fmla="*/ 1275741 h 1275741"/>
                <a:gd name="connsiteX0-985" fmla="*/ 648701 w 1869678"/>
                <a:gd name="connsiteY0-986" fmla="*/ 1275741 h 1275741"/>
                <a:gd name="connsiteX1-987" fmla="*/ 0 w 1869678"/>
                <a:gd name="connsiteY1-988" fmla="*/ 745250 h 1275741"/>
                <a:gd name="connsiteX2-989" fmla="*/ 692227 w 1869678"/>
                <a:gd name="connsiteY2-990" fmla="*/ 467206 h 1275741"/>
                <a:gd name="connsiteX3-991" fmla="*/ 648701 w 1869678"/>
                <a:gd name="connsiteY3-992" fmla="*/ 662811 h 1275741"/>
                <a:gd name="connsiteX4-993" fmla="*/ 1869113 w 1869678"/>
                <a:gd name="connsiteY4-994" fmla="*/ 0 h 1275741"/>
                <a:gd name="connsiteX5-995" fmla="*/ 1699690 w 1869678"/>
                <a:gd name="connsiteY5-996" fmla="*/ 700718 h 1275741"/>
                <a:gd name="connsiteX6-997" fmla="*/ 947854 w 1869678"/>
                <a:gd name="connsiteY6-998" fmla="*/ 1070868 h 1275741"/>
                <a:gd name="connsiteX7-999" fmla="*/ 947854 w 1869678"/>
                <a:gd name="connsiteY7-1000" fmla="*/ 1071431 h 1275741"/>
                <a:gd name="connsiteX8-1001" fmla="*/ 942248 w 1869678"/>
                <a:gd name="connsiteY8-1002" fmla="*/ 1071431 h 1275741"/>
                <a:gd name="connsiteX9-1003" fmla="*/ 940456 w 1869678"/>
                <a:gd name="connsiteY9-1004" fmla="*/ 1071611 h 1275741"/>
                <a:gd name="connsiteX10-1005" fmla="*/ 940456 w 1869678"/>
                <a:gd name="connsiteY10-1006" fmla="*/ 1071431 h 1275741"/>
                <a:gd name="connsiteX11-1007" fmla="*/ 648701 w 1869678"/>
                <a:gd name="connsiteY11-1008" fmla="*/ 1071431 h 1275741"/>
                <a:gd name="connsiteX12-1009" fmla="*/ 648701 w 1869678"/>
                <a:gd name="connsiteY12-1010" fmla="*/ 1275741 h 12757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</a:cxnLst>
              <a:rect l="l" t="t" r="r" b="b"/>
              <a:pathLst>
                <a:path w="1869678" h="1275741">
                  <a:moveTo>
                    <a:pt x="648701" y="1275741"/>
                  </a:moveTo>
                  <a:lnTo>
                    <a:pt x="0" y="745250"/>
                  </a:lnTo>
                  <a:lnTo>
                    <a:pt x="692227" y="467206"/>
                  </a:lnTo>
                  <a:lnTo>
                    <a:pt x="648701" y="662811"/>
                  </a:lnTo>
                  <a:cubicBezTo>
                    <a:pt x="1357429" y="830061"/>
                    <a:pt x="1695222" y="453850"/>
                    <a:pt x="1869113" y="0"/>
                  </a:cubicBezTo>
                  <a:cubicBezTo>
                    <a:pt x="1874698" y="336676"/>
                    <a:pt x="1840380" y="504920"/>
                    <a:pt x="1699690" y="700718"/>
                  </a:cubicBezTo>
                  <a:cubicBezTo>
                    <a:pt x="1447095" y="992167"/>
                    <a:pt x="1195243" y="1067624"/>
                    <a:pt x="947854" y="1070868"/>
                  </a:cubicBezTo>
                  <a:lnTo>
                    <a:pt x="947854" y="1071431"/>
                  </a:lnTo>
                  <a:lnTo>
                    <a:pt x="942248" y="1071431"/>
                  </a:lnTo>
                  <a:cubicBezTo>
                    <a:pt x="941652" y="1071610"/>
                    <a:pt x="941054" y="1071611"/>
                    <a:pt x="940456" y="1071611"/>
                  </a:cubicBezTo>
                  <a:lnTo>
                    <a:pt x="940456" y="1071431"/>
                  </a:lnTo>
                  <a:lnTo>
                    <a:pt x="648701" y="1071431"/>
                  </a:lnTo>
                  <a:lnTo>
                    <a:pt x="648701" y="12757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6" name="Left Arrow 2"/>
            <p:cNvSpPr/>
            <p:nvPr/>
          </p:nvSpPr>
          <p:spPr>
            <a:xfrm rot="2700000">
              <a:off x="1933461" y="3948776"/>
              <a:ext cx="2550582" cy="1740344"/>
            </a:xfrm>
            <a:custGeom>
              <a:avLst/>
              <a:gdLst>
                <a:gd name="connsiteX0" fmla="*/ 639997 w 1564191"/>
                <a:gd name="connsiteY0" fmla="*/ 1189836 h 1189836"/>
                <a:gd name="connsiteX1" fmla="*/ 0 w 1564191"/>
                <a:gd name="connsiteY1" fmla="*/ 781216 h 1189836"/>
                <a:gd name="connsiteX2" fmla="*/ 639997 w 1564191"/>
                <a:gd name="connsiteY2" fmla="*/ 372596 h 1189836"/>
                <a:gd name="connsiteX3" fmla="*/ 639997 w 1564191"/>
                <a:gd name="connsiteY3" fmla="*/ 576906 h 1189836"/>
                <a:gd name="connsiteX4" fmla="*/ 939150 w 1564191"/>
                <a:gd name="connsiteY4" fmla="*/ 576906 h 1189836"/>
                <a:gd name="connsiteX5" fmla="*/ 939150 w 1564191"/>
                <a:gd name="connsiteY5" fmla="*/ 577238 h 1189836"/>
                <a:gd name="connsiteX6" fmla="*/ 981979 w 1564191"/>
                <a:gd name="connsiteY6" fmla="*/ 528765 h 1189836"/>
                <a:gd name="connsiteX7" fmla="*/ 983944 w 1564191"/>
                <a:gd name="connsiteY7" fmla="*/ 528775 h 1189836"/>
                <a:gd name="connsiteX8" fmla="*/ 1564191 w 1564191"/>
                <a:gd name="connsiteY8" fmla="*/ 0 h 1189836"/>
                <a:gd name="connsiteX9" fmla="*/ 1388017 w 1564191"/>
                <a:gd name="connsiteY9" fmla="*/ 530857 h 1189836"/>
                <a:gd name="connsiteX10" fmla="*/ 1388955 w 1564191"/>
                <a:gd name="connsiteY10" fmla="*/ 530862 h 1189836"/>
                <a:gd name="connsiteX11" fmla="*/ 1388758 w 1564191"/>
                <a:gd name="connsiteY11" fmla="*/ 532748 h 1189836"/>
                <a:gd name="connsiteX12" fmla="*/ 1388961 w 1564191"/>
                <a:gd name="connsiteY12" fmla="*/ 533267 h 1189836"/>
                <a:gd name="connsiteX13" fmla="*/ 1388703 w 1564191"/>
                <a:gd name="connsiteY13" fmla="*/ 533267 h 1189836"/>
                <a:gd name="connsiteX14" fmla="*/ 939150 w 1564191"/>
                <a:gd name="connsiteY14" fmla="*/ 984963 h 1189836"/>
                <a:gd name="connsiteX15" fmla="*/ 939150 w 1564191"/>
                <a:gd name="connsiteY15" fmla="*/ 985526 h 1189836"/>
                <a:gd name="connsiteX16" fmla="*/ 933544 w 1564191"/>
                <a:gd name="connsiteY16" fmla="*/ 985526 h 1189836"/>
                <a:gd name="connsiteX17" fmla="*/ 931752 w 1564191"/>
                <a:gd name="connsiteY17" fmla="*/ 985706 h 1189836"/>
                <a:gd name="connsiteX18" fmla="*/ 931752 w 1564191"/>
                <a:gd name="connsiteY18" fmla="*/ 985526 h 1189836"/>
                <a:gd name="connsiteX19" fmla="*/ 639997 w 1564191"/>
                <a:gd name="connsiteY19" fmla="*/ 985526 h 1189836"/>
                <a:gd name="connsiteX20" fmla="*/ 639997 w 1564191"/>
                <a:gd name="connsiteY20" fmla="*/ 1189836 h 1189836"/>
                <a:gd name="connsiteX0-1" fmla="*/ 639997 w 1564191"/>
                <a:gd name="connsiteY0-2" fmla="*/ 1189836 h 1189836"/>
                <a:gd name="connsiteX1-3" fmla="*/ 0 w 1564191"/>
                <a:gd name="connsiteY1-4" fmla="*/ 781216 h 1189836"/>
                <a:gd name="connsiteX2-5" fmla="*/ 639997 w 1564191"/>
                <a:gd name="connsiteY2-6" fmla="*/ 372596 h 1189836"/>
                <a:gd name="connsiteX3-7" fmla="*/ 639997 w 1564191"/>
                <a:gd name="connsiteY3-8" fmla="*/ 576906 h 1189836"/>
                <a:gd name="connsiteX4-9" fmla="*/ 939150 w 1564191"/>
                <a:gd name="connsiteY4-10" fmla="*/ 576906 h 1189836"/>
                <a:gd name="connsiteX5-11" fmla="*/ 939150 w 1564191"/>
                <a:gd name="connsiteY5-12" fmla="*/ 577238 h 1189836"/>
                <a:gd name="connsiteX6-13" fmla="*/ 981979 w 1564191"/>
                <a:gd name="connsiteY6-14" fmla="*/ 528765 h 1189836"/>
                <a:gd name="connsiteX7-15" fmla="*/ 983944 w 1564191"/>
                <a:gd name="connsiteY7-16" fmla="*/ 528775 h 1189836"/>
                <a:gd name="connsiteX8-17" fmla="*/ 1564191 w 1564191"/>
                <a:gd name="connsiteY8-18" fmla="*/ 0 h 1189836"/>
                <a:gd name="connsiteX9-19" fmla="*/ 1388017 w 1564191"/>
                <a:gd name="connsiteY9-20" fmla="*/ 530857 h 1189836"/>
                <a:gd name="connsiteX10-21" fmla="*/ 1388955 w 1564191"/>
                <a:gd name="connsiteY10-22" fmla="*/ 530862 h 1189836"/>
                <a:gd name="connsiteX11-23" fmla="*/ 1388758 w 1564191"/>
                <a:gd name="connsiteY11-24" fmla="*/ 532748 h 1189836"/>
                <a:gd name="connsiteX12-25" fmla="*/ 1388961 w 1564191"/>
                <a:gd name="connsiteY12-26" fmla="*/ 533267 h 1189836"/>
                <a:gd name="connsiteX13-27" fmla="*/ 1388703 w 1564191"/>
                <a:gd name="connsiteY13-28" fmla="*/ 533267 h 1189836"/>
                <a:gd name="connsiteX14-29" fmla="*/ 939150 w 1564191"/>
                <a:gd name="connsiteY14-30" fmla="*/ 984963 h 1189836"/>
                <a:gd name="connsiteX15-31" fmla="*/ 939150 w 1564191"/>
                <a:gd name="connsiteY15-32" fmla="*/ 985526 h 1189836"/>
                <a:gd name="connsiteX16-33" fmla="*/ 933544 w 1564191"/>
                <a:gd name="connsiteY16-34" fmla="*/ 985526 h 1189836"/>
                <a:gd name="connsiteX17-35" fmla="*/ 931752 w 1564191"/>
                <a:gd name="connsiteY17-36" fmla="*/ 985706 h 1189836"/>
                <a:gd name="connsiteX18-37" fmla="*/ 931752 w 1564191"/>
                <a:gd name="connsiteY18-38" fmla="*/ 985526 h 1189836"/>
                <a:gd name="connsiteX19-39" fmla="*/ 639997 w 1564191"/>
                <a:gd name="connsiteY19-40" fmla="*/ 985526 h 1189836"/>
                <a:gd name="connsiteX20-41" fmla="*/ 639997 w 1564191"/>
                <a:gd name="connsiteY20-42" fmla="*/ 1189836 h 1189836"/>
                <a:gd name="connsiteX0-43" fmla="*/ 639997 w 1564191"/>
                <a:gd name="connsiteY0-44" fmla="*/ 1189836 h 1189836"/>
                <a:gd name="connsiteX1-45" fmla="*/ 0 w 1564191"/>
                <a:gd name="connsiteY1-46" fmla="*/ 781216 h 1189836"/>
                <a:gd name="connsiteX2-47" fmla="*/ 639997 w 1564191"/>
                <a:gd name="connsiteY2-48" fmla="*/ 372596 h 1189836"/>
                <a:gd name="connsiteX3-49" fmla="*/ 639997 w 1564191"/>
                <a:gd name="connsiteY3-50" fmla="*/ 576906 h 1189836"/>
                <a:gd name="connsiteX4-51" fmla="*/ 939150 w 1564191"/>
                <a:gd name="connsiteY4-52" fmla="*/ 576906 h 1189836"/>
                <a:gd name="connsiteX5-53" fmla="*/ 939150 w 1564191"/>
                <a:gd name="connsiteY5-54" fmla="*/ 577238 h 1189836"/>
                <a:gd name="connsiteX6-55" fmla="*/ 981979 w 1564191"/>
                <a:gd name="connsiteY6-56" fmla="*/ 528765 h 1189836"/>
                <a:gd name="connsiteX7-57" fmla="*/ 1564191 w 1564191"/>
                <a:gd name="connsiteY7-58" fmla="*/ 0 h 1189836"/>
                <a:gd name="connsiteX8-59" fmla="*/ 1388017 w 1564191"/>
                <a:gd name="connsiteY8-60" fmla="*/ 530857 h 1189836"/>
                <a:gd name="connsiteX9-61" fmla="*/ 1388955 w 1564191"/>
                <a:gd name="connsiteY9-62" fmla="*/ 530862 h 1189836"/>
                <a:gd name="connsiteX10-63" fmla="*/ 1388758 w 1564191"/>
                <a:gd name="connsiteY10-64" fmla="*/ 532748 h 1189836"/>
                <a:gd name="connsiteX11-65" fmla="*/ 1388961 w 1564191"/>
                <a:gd name="connsiteY11-66" fmla="*/ 533267 h 1189836"/>
                <a:gd name="connsiteX12-67" fmla="*/ 1388703 w 1564191"/>
                <a:gd name="connsiteY12-68" fmla="*/ 533267 h 1189836"/>
                <a:gd name="connsiteX13-69" fmla="*/ 939150 w 1564191"/>
                <a:gd name="connsiteY13-70" fmla="*/ 984963 h 1189836"/>
                <a:gd name="connsiteX14-71" fmla="*/ 939150 w 1564191"/>
                <a:gd name="connsiteY14-72" fmla="*/ 985526 h 1189836"/>
                <a:gd name="connsiteX15-73" fmla="*/ 933544 w 1564191"/>
                <a:gd name="connsiteY15-74" fmla="*/ 985526 h 1189836"/>
                <a:gd name="connsiteX16-75" fmla="*/ 931752 w 1564191"/>
                <a:gd name="connsiteY16-76" fmla="*/ 985706 h 1189836"/>
                <a:gd name="connsiteX17-77" fmla="*/ 931752 w 1564191"/>
                <a:gd name="connsiteY17-78" fmla="*/ 985526 h 1189836"/>
                <a:gd name="connsiteX18-79" fmla="*/ 639997 w 1564191"/>
                <a:gd name="connsiteY18-80" fmla="*/ 985526 h 1189836"/>
                <a:gd name="connsiteX19-81" fmla="*/ 639997 w 1564191"/>
                <a:gd name="connsiteY19-82" fmla="*/ 1189836 h 1189836"/>
                <a:gd name="connsiteX0-83" fmla="*/ 639997 w 1564191"/>
                <a:gd name="connsiteY0-84" fmla="*/ 1189836 h 1189836"/>
                <a:gd name="connsiteX1-85" fmla="*/ 0 w 1564191"/>
                <a:gd name="connsiteY1-86" fmla="*/ 781216 h 1189836"/>
                <a:gd name="connsiteX2-87" fmla="*/ 639997 w 1564191"/>
                <a:gd name="connsiteY2-88" fmla="*/ 372596 h 1189836"/>
                <a:gd name="connsiteX3-89" fmla="*/ 639997 w 1564191"/>
                <a:gd name="connsiteY3-90" fmla="*/ 576906 h 1189836"/>
                <a:gd name="connsiteX4-91" fmla="*/ 939150 w 1564191"/>
                <a:gd name="connsiteY4-92" fmla="*/ 576906 h 1189836"/>
                <a:gd name="connsiteX5-93" fmla="*/ 939150 w 1564191"/>
                <a:gd name="connsiteY5-94" fmla="*/ 577238 h 1189836"/>
                <a:gd name="connsiteX6-95" fmla="*/ 1564191 w 1564191"/>
                <a:gd name="connsiteY6-96" fmla="*/ 0 h 1189836"/>
                <a:gd name="connsiteX7-97" fmla="*/ 1388017 w 1564191"/>
                <a:gd name="connsiteY7-98" fmla="*/ 530857 h 1189836"/>
                <a:gd name="connsiteX8-99" fmla="*/ 1388955 w 1564191"/>
                <a:gd name="connsiteY8-100" fmla="*/ 530862 h 1189836"/>
                <a:gd name="connsiteX9-101" fmla="*/ 1388758 w 1564191"/>
                <a:gd name="connsiteY9-102" fmla="*/ 532748 h 1189836"/>
                <a:gd name="connsiteX10-103" fmla="*/ 1388961 w 1564191"/>
                <a:gd name="connsiteY10-104" fmla="*/ 533267 h 1189836"/>
                <a:gd name="connsiteX11-105" fmla="*/ 1388703 w 1564191"/>
                <a:gd name="connsiteY11-106" fmla="*/ 533267 h 1189836"/>
                <a:gd name="connsiteX12-107" fmla="*/ 939150 w 1564191"/>
                <a:gd name="connsiteY12-108" fmla="*/ 984963 h 1189836"/>
                <a:gd name="connsiteX13-109" fmla="*/ 939150 w 1564191"/>
                <a:gd name="connsiteY13-110" fmla="*/ 985526 h 1189836"/>
                <a:gd name="connsiteX14-111" fmla="*/ 933544 w 1564191"/>
                <a:gd name="connsiteY14-112" fmla="*/ 985526 h 1189836"/>
                <a:gd name="connsiteX15-113" fmla="*/ 931752 w 1564191"/>
                <a:gd name="connsiteY15-114" fmla="*/ 985706 h 1189836"/>
                <a:gd name="connsiteX16-115" fmla="*/ 931752 w 1564191"/>
                <a:gd name="connsiteY16-116" fmla="*/ 985526 h 1189836"/>
                <a:gd name="connsiteX17-117" fmla="*/ 639997 w 1564191"/>
                <a:gd name="connsiteY17-118" fmla="*/ 985526 h 1189836"/>
                <a:gd name="connsiteX18-119" fmla="*/ 639997 w 1564191"/>
                <a:gd name="connsiteY18-120" fmla="*/ 1189836 h 1189836"/>
                <a:gd name="connsiteX0-121" fmla="*/ 639997 w 1564191"/>
                <a:gd name="connsiteY0-122" fmla="*/ 1189836 h 1189836"/>
                <a:gd name="connsiteX1-123" fmla="*/ 0 w 1564191"/>
                <a:gd name="connsiteY1-124" fmla="*/ 781216 h 1189836"/>
                <a:gd name="connsiteX2-125" fmla="*/ 639997 w 1564191"/>
                <a:gd name="connsiteY2-126" fmla="*/ 372596 h 1189836"/>
                <a:gd name="connsiteX3-127" fmla="*/ 639997 w 1564191"/>
                <a:gd name="connsiteY3-128" fmla="*/ 576906 h 1189836"/>
                <a:gd name="connsiteX4-129" fmla="*/ 939150 w 1564191"/>
                <a:gd name="connsiteY4-130" fmla="*/ 576906 h 1189836"/>
                <a:gd name="connsiteX5-131" fmla="*/ 939150 w 1564191"/>
                <a:gd name="connsiteY5-132" fmla="*/ 577238 h 1189836"/>
                <a:gd name="connsiteX6-133" fmla="*/ 1564191 w 1564191"/>
                <a:gd name="connsiteY6-134" fmla="*/ 0 h 1189836"/>
                <a:gd name="connsiteX7-135" fmla="*/ 1388017 w 1564191"/>
                <a:gd name="connsiteY7-136" fmla="*/ 530857 h 1189836"/>
                <a:gd name="connsiteX8-137" fmla="*/ 1388955 w 1564191"/>
                <a:gd name="connsiteY8-138" fmla="*/ 530862 h 1189836"/>
                <a:gd name="connsiteX9-139" fmla="*/ 1388758 w 1564191"/>
                <a:gd name="connsiteY9-140" fmla="*/ 532748 h 1189836"/>
                <a:gd name="connsiteX10-141" fmla="*/ 1388961 w 1564191"/>
                <a:gd name="connsiteY10-142" fmla="*/ 533267 h 1189836"/>
                <a:gd name="connsiteX11-143" fmla="*/ 1419659 w 1564191"/>
                <a:gd name="connsiteY11-144" fmla="*/ 535648 h 1189836"/>
                <a:gd name="connsiteX12-145" fmla="*/ 939150 w 1564191"/>
                <a:gd name="connsiteY12-146" fmla="*/ 984963 h 1189836"/>
                <a:gd name="connsiteX13-147" fmla="*/ 939150 w 1564191"/>
                <a:gd name="connsiteY13-148" fmla="*/ 985526 h 1189836"/>
                <a:gd name="connsiteX14-149" fmla="*/ 933544 w 1564191"/>
                <a:gd name="connsiteY14-150" fmla="*/ 985526 h 1189836"/>
                <a:gd name="connsiteX15-151" fmla="*/ 931752 w 1564191"/>
                <a:gd name="connsiteY15-152" fmla="*/ 985706 h 1189836"/>
                <a:gd name="connsiteX16-153" fmla="*/ 931752 w 1564191"/>
                <a:gd name="connsiteY16-154" fmla="*/ 985526 h 1189836"/>
                <a:gd name="connsiteX17-155" fmla="*/ 639997 w 1564191"/>
                <a:gd name="connsiteY17-156" fmla="*/ 985526 h 1189836"/>
                <a:gd name="connsiteX18-157" fmla="*/ 639997 w 1564191"/>
                <a:gd name="connsiteY18-158" fmla="*/ 1189836 h 1189836"/>
                <a:gd name="connsiteX0-159" fmla="*/ 639997 w 1564191"/>
                <a:gd name="connsiteY0-160" fmla="*/ 1189836 h 1189836"/>
                <a:gd name="connsiteX1-161" fmla="*/ 0 w 1564191"/>
                <a:gd name="connsiteY1-162" fmla="*/ 781216 h 1189836"/>
                <a:gd name="connsiteX2-163" fmla="*/ 639997 w 1564191"/>
                <a:gd name="connsiteY2-164" fmla="*/ 372596 h 1189836"/>
                <a:gd name="connsiteX3-165" fmla="*/ 639997 w 1564191"/>
                <a:gd name="connsiteY3-166" fmla="*/ 576906 h 1189836"/>
                <a:gd name="connsiteX4-167" fmla="*/ 939150 w 1564191"/>
                <a:gd name="connsiteY4-168" fmla="*/ 576906 h 1189836"/>
                <a:gd name="connsiteX5-169" fmla="*/ 939150 w 1564191"/>
                <a:gd name="connsiteY5-170" fmla="*/ 577238 h 1189836"/>
                <a:gd name="connsiteX6-171" fmla="*/ 1564191 w 1564191"/>
                <a:gd name="connsiteY6-172" fmla="*/ 0 h 1189836"/>
                <a:gd name="connsiteX7-173" fmla="*/ 1388017 w 1564191"/>
                <a:gd name="connsiteY7-174" fmla="*/ 530857 h 1189836"/>
                <a:gd name="connsiteX8-175" fmla="*/ 1388955 w 1564191"/>
                <a:gd name="connsiteY8-176" fmla="*/ 530862 h 1189836"/>
                <a:gd name="connsiteX9-177" fmla="*/ 1388758 w 1564191"/>
                <a:gd name="connsiteY9-178" fmla="*/ 532748 h 1189836"/>
                <a:gd name="connsiteX10-179" fmla="*/ 1419659 w 1564191"/>
                <a:gd name="connsiteY10-180" fmla="*/ 535648 h 1189836"/>
                <a:gd name="connsiteX11-181" fmla="*/ 939150 w 1564191"/>
                <a:gd name="connsiteY11-182" fmla="*/ 984963 h 1189836"/>
                <a:gd name="connsiteX12-183" fmla="*/ 939150 w 1564191"/>
                <a:gd name="connsiteY12-184" fmla="*/ 985526 h 1189836"/>
                <a:gd name="connsiteX13-185" fmla="*/ 933544 w 1564191"/>
                <a:gd name="connsiteY13-186" fmla="*/ 985526 h 1189836"/>
                <a:gd name="connsiteX14-187" fmla="*/ 931752 w 1564191"/>
                <a:gd name="connsiteY14-188" fmla="*/ 985706 h 1189836"/>
                <a:gd name="connsiteX15-189" fmla="*/ 931752 w 1564191"/>
                <a:gd name="connsiteY15-190" fmla="*/ 985526 h 1189836"/>
                <a:gd name="connsiteX16-191" fmla="*/ 639997 w 1564191"/>
                <a:gd name="connsiteY16-192" fmla="*/ 985526 h 1189836"/>
                <a:gd name="connsiteX17-193" fmla="*/ 639997 w 1564191"/>
                <a:gd name="connsiteY17-194" fmla="*/ 1189836 h 1189836"/>
                <a:gd name="connsiteX0-195" fmla="*/ 639997 w 1564191"/>
                <a:gd name="connsiteY0-196" fmla="*/ 1189836 h 1189836"/>
                <a:gd name="connsiteX1-197" fmla="*/ 0 w 1564191"/>
                <a:gd name="connsiteY1-198" fmla="*/ 781216 h 1189836"/>
                <a:gd name="connsiteX2-199" fmla="*/ 639997 w 1564191"/>
                <a:gd name="connsiteY2-200" fmla="*/ 372596 h 1189836"/>
                <a:gd name="connsiteX3-201" fmla="*/ 639997 w 1564191"/>
                <a:gd name="connsiteY3-202" fmla="*/ 576906 h 1189836"/>
                <a:gd name="connsiteX4-203" fmla="*/ 939150 w 1564191"/>
                <a:gd name="connsiteY4-204" fmla="*/ 576906 h 1189836"/>
                <a:gd name="connsiteX5-205" fmla="*/ 939150 w 1564191"/>
                <a:gd name="connsiteY5-206" fmla="*/ 577238 h 1189836"/>
                <a:gd name="connsiteX6-207" fmla="*/ 1564191 w 1564191"/>
                <a:gd name="connsiteY6-208" fmla="*/ 0 h 1189836"/>
                <a:gd name="connsiteX7-209" fmla="*/ 1388017 w 1564191"/>
                <a:gd name="connsiteY7-210" fmla="*/ 530857 h 1189836"/>
                <a:gd name="connsiteX8-211" fmla="*/ 1388955 w 1564191"/>
                <a:gd name="connsiteY8-212" fmla="*/ 530862 h 1189836"/>
                <a:gd name="connsiteX9-213" fmla="*/ 1419659 w 1564191"/>
                <a:gd name="connsiteY9-214" fmla="*/ 535648 h 1189836"/>
                <a:gd name="connsiteX10-215" fmla="*/ 939150 w 1564191"/>
                <a:gd name="connsiteY10-216" fmla="*/ 984963 h 1189836"/>
                <a:gd name="connsiteX11-217" fmla="*/ 939150 w 1564191"/>
                <a:gd name="connsiteY11-218" fmla="*/ 985526 h 1189836"/>
                <a:gd name="connsiteX12-219" fmla="*/ 933544 w 1564191"/>
                <a:gd name="connsiteY12-220" fmla="*/ 985526 h 1189836"/>
                <a:gd name="connsiteX13-221" fmla="*/ 931752 w 1564191"/>
                <a:gd name="connsiteY13-222" fmla="*/ 985706 h 1189836"/>
                <a:gd name="connsiteX14-223" fmla="*/ 931752 w 1564191"/>
                <a:gd name="connsiteY14-224" fmla="*/ 985526 h 1189836"/>
                <a:gd name="connsiteX15-225" fmla="*/ 639997 w 1564191"/>
                <a:gd name="connsiteY15-226" fmla="*/ 985526 h 1189836"/>
                <a:gd name="connsiteX16-227" fmla="*/ 639997 w 1564191"/>
                <a:gd name="connsiteY16-228" fmla="*/ 1189836 h 1189836"/>
                <a:gd name="connsiteX0-229" fmla="*/ 639997 w 1564191"/>
                <a:gd name="connsiteY0-230" fmla="*/ 1189836 h 1189836"/>
                <a:gd name="connsiteX1-231" fmla="*/ 0 w 1564191"/>
                <a:gd name="connsiteY1-232" fmla="*/ 781216 h 1189836"/>
                <a:gd name="connsiteX2-233" fmla="*/ 639997 w 1564191"/>
                <a:gd name="connsiteY2-234" fmla="*/ 372596 h 1189836"/>
                <a:gd name="connsiteX3-235" fmla="*/ 639997 w 1564191"/>
                <a:gd name="connsiteY3-236" fmla="*/ 576906 h 1189836"/>
                <a:gd name="connsiteX4-237" fmla="*/ 939150 w 1564191"/>
                <a:gd name="connsiteY4-238" fmla="*/ 576906 h 1189836"/>
                <a:gd name="connsiteX5-239" fmla="*/ 939150 w 1564191"/>
                <a:gd name="connsiteY5-240" fmla="*/ 577238 h 1189836"/>
                <a:gd name="connsiteX6-241" fmla="*/ 1564191 w 1564191"/>
                <a:gd name="connsiteY6-242" fmla="*/ 0 h 1189836"/>
                <a:gd name="connsiteX7-243" fmla="*/ 1388017 w 1564191"/>
                <a:gd name="connsiteY7-244" fmla="*/ 530857 h 1189836"/>
                <a:gd name="connsiteX8-245" fmla="*/ 1419659 w 1564191"/>
                <a:gd name="connsiteY8-246" fmla="*/ 535648 h 1189836"/>
                <a:gd name="connsiteX9-247" fmla="*/ 939150 w 1564191"/>
                <a:gd name="connsiteY9-248" fmla="*/ 984963 h 1189836"/>
                <a:gd name="connsiteX10-249" fmla="*/ 939150 w 1564191"/>
                <a:gd name="connsiteY10-250" fmla="*/ 985526 h 1189836"/>
                <a:gd name="connsiteX11-251" fmla="*/ 933544 w 1564191"/>
                <a:gd name="connsiteY11-252" fmla="*/ 985526 h 1189836"/>
                <a:gd name="connsiteX12-253" fmla="*/ 931752 w 1564191"/>
                <a:gd name="connsiteY12-254" fmla="*/ 985706 h 1189836"/>
                <a:gd name="connsiteX13-255" fmla="*/ 931752 w 1564191"/>
                <a:gd name="connsiteY13-256" fmla="*/ 985526 h 1189836"/>
                <a:gd name="connsiteX14-257" fmla="*/ 639997 w 1564191"/>
                <a:gd name="connsiteY14-258" fmla="*/ 985526 h 1189836"/>
                <a:gd name="connsiteX15-259" fmla="*/ 639997 w 1564191"/>
                <a:gd name="connsiteY15-260" fmla="*/ 1189836 h 1189836"/>
                <a:gd name="connsiteX0-261" fmla="*/ 639997 w 1564191"/>
                <a:gd name="connsiteY0-262" fmla="*/ 1189836 h 1189836"/>
                <a:gd name="connsiteX1-263" fmla="*/ 0 w 1564191"/>
                <a:gd name="connsiteY1-264" fmla="*/ 781216 h 1189836"/>
                <a:gd name="connsiteX2-265" fmla="*/ 639997 w 1564191"/>
                <a:gd name="connsiteY2-266" fmla="*/ 372596 h 1189836"/>
                <a:gd name="connsiteX3-267" fmla="*/ 639997 w 1564191"/>
                <a:gd name="connsiteY3-268" fmla="*/ 576906 h 1189836"/>
                <a:gd name="connsiteX4-269" fmla="*/ 939150 w 1564191"/>
                <a:gd name="connsiteY4-270" fmla="*/ 576906 h 1189836"/>
                <a:gd name="connsiteX5-271" fmla="*/ 939150 w 1564191"/>
                <a:gd name="connsiteY5-272" fmla="*/ 577238 h 1189836"/>
                <a:gd name="connsiteX6-273" fmla="*/ 1564191 w 1564191"/>
                <a:gd name="connsiteY6-274" fmla="*/ 0 h 1189836"/>
                <a:gd name="connsiteX7-275" fmla="*/ 1419659 w 1564191"/>
                <a:gd name="connsiteY7-276" fmla="*/ 535648 h 1189836"/>
                <a:gd name="connsiteX8-277" fmla="*/ 939150 w 1564191"/>
                <a:gd name="connsiteY8-278" fmla="*/ 984963 h 1189836"/>
                <a:gd name="connsiteX9-279" fmla="*/ 939150 w 1564191"/>
                <a:gd name="connsiteY9-280" fmla="*/ 985526 h 1189836"/>
                <a:gd name="connsiteX10-281" fmla="*/ 933544 w 1564191"/>
                <a:gd name="connsiteY10-282" fmla="*/ 985526 h 1189836"/>
                <a:gd name="connsiteX11-283" fmla="*/ 931752 w 1564191"/>
                <a:gd name="connsiteY11-284" fmla="*/ 985706 h 1189836"/>
                <a:gd name="connsiteX12-285" fmla="*/ 931752 w 1564191"/>
                <a:gd name="connsiteY12-286" fmla="*/ 985526 h 1189836"/>
                <a:gd name="connsiteX13-287" fmla="*/ 639997 w 1564191"/>
                <a:gd name="connsiteY13-288" fmla="*/ 985526 h 1189836"/>
                <a:gd name="connsiteX14-289" fmla="*/ 639997 w 1564191"/>
                <a:gd name="connsiteY14-290" fmla="*/ 1189836 h 1189836"/>
                <a:gd name="connsiteX0-291" fmla="*/ 639997 w 1564191"/>
                <a:gd name="connsiteY0-292" fmla="*/ 1189836 h 1189836"/>
                <a:gd name="connsiteX1-293" fmla="*/ 0 w 1564191"/>
                <a:gd name="connsiteY1-294" fmla="*/ 781216 h 1189836"/>
                <a:gd name="connsiteX2-295" fmla="*/ 639997 w 1564191"/>
                <a:gd name="connsiteY2-296" fmla="*/ 372596 h 1189836"/>
                <a:gd name="connsiteX3-297" fmla="*/ 639997 w 1564191"/>
                <a:gd name="connsiteY3-298" fmla="*/ 576906 h 1189836"/>
                <a:gd name="connsiteX4-299" fmla="*/ 939150 w 1564191"/>
                <a:gd name="connsiteY4-300" fmla="*/ 576906 h 1189836"/>
                <a:gd name="connsiteX5-301" fmla="*/ 939150 w 1564191"/>
                <a:gd name="connsiteY5-302" fmla="*/ 577238 h 1189836"/>
                <a:gd name="connsiteX6-303" fmla="*/ 1564191 w 1564191"/>
                <a:gd name="connsiteY6-304" fmla="*/ 0 h 1189836"/>
                <a:gd name="connsiteX7-305" fmla="*/ 1419659 w 1564191"/>
                <a:gd name="connsiteY7-306" fmla="*/ 535648 h 1189836"/>
                <a:gd name="connsiteX8-307" fmla="*/ 939150 w 1564191"/>
                <a:gd name="connsiteY8-308" fmla="*/ 984963 h 1189836"/>
                <a:gd name="connsiteX9-309" fmla="*/ 939150 w 1564191"/>
                <a:gd name="connsiteY9-310" fmla="*/ 985526 h 1189836"/>
                <a:gd name="connsiteX10-311" fmla="*/ 933544 w 1564191"/>
                <a:gd name="connsiteY10-312" fmla="*/ 985526 h 1189836"/>
                <a:gd name="connsiteX11-313" fmla="*/ 931752 w 1564191"/>
                <a:gd name="connsiteY11-314" fmla="*/ 985706 h 1189836"/>
                <a:gd name="connsiteX12-315" fmla="*/ 931752 w 1564191"/>
                <a:gd name="connsiteY12-316" fmla="*/ 985526 h 1189836"/>
                <a:gd name="connsiteX13-317" fmla="*/ 639997 w 1564191"/>
                <a:gd name="connsiteY13-318" fmla="*/ 985526 h 1189836"/>
                <a:gd name="connsiteX14-319" fmla="*/ 639997 w 1564191"/>
                <a:gd name="connsiteY14-320" fmla="*/ 1189836 h 1189836"/>
                <a:gd name="connsiteX0-321" fmla="*/ 639997 w 1938047"/>
                <a:gd name="connsiteY0-322" fmla="*/ 1094586 h 1094586"/>
                <a:gd name="connsiteX1-323" fmla="*/ 0 w 1938047"/>
                <a:gd name="connsiteY1-324" fmla="*/ 685966 h 1094586"/>
                <a:gd name="connsiteX2-325" fmla="*/ 639997 w 1938047"/>
                <a:gd name="connsiteY2-326" fmla="*/ 277346 h 1094586"/>
                <a:gd name="connsiteX3-327" fmla="*/ 639997 w 1938047"/>
                <a:gd name="connsiteY3-328" fmla="*/ 481656 h 1094586"/>
                <a:gd name="connsiteX4-329" fmla="*/ 939150 w 1938047"/>
                <a:gd name="connsiteY4-330" fmla="*/ 481656 h 1094586"/>
                <a:gd name="connsiteX5-331" fmla="*/ 939150 w 1938047"/>
                <a:gd name="connsiteY5-332" fmla="*/ 481988 h 1094586"/>
                <a:gd name="connsiteX6-333" fmla="*/ 1938047 w 1938047"/>
                <a:gd name="connsiteY6-334" fmla="*/ 0 h 1094586"/>
                <a:gd name="connsiteX7-335" fmla="*/ 1419659 w 1938047"/>
                <a:gd name="connsiteY7-336" fmla="*/ 440398 h 1094586"/>
                <a:gd name="connsiteX8-337" fmla="*/ 939150 w 1938047"/>
                <a:gd name="connsiteY8-338" fmla="*/ 889713 h 1094586"/>
                <a:gd name="connsiteX9-339" fmla="*/ 939150 w 1938047"/>
                <a:gd name="connsiteY9-340" fmla="*/ 890276 h 1094586"/>
                <a:gd name="connsiteX10-341" fmla="*/ 933544 w 1938047"/>
                <a:gd name="connsiteY10-342" fmla="*/ 890276 h 1094586"/>
                <a:gd name="connsiteX11-343" fmla="*/ 931752 w 1938047"/>
                <a:gd name="connsiteY11-344" fmla="*/ 890456 h 1094586"/>
                <a:gd name="connsiteX12-345" fmla="*/ 931752 w 1938047"/>
                <a:gd name="connsiteY12-346" fmla="*/ 890276 h 1094586"/>
                <a:gd name="connsiteX13-347" fmla="*/ 639997 w 1938047"/>
                <a:gd name="connsiteY13-348" fmla="*/ 890276 h 1094586"/>
                <a:gd name="connsiteX14-349" fmla="*/ 639997 w 1938047"/>
                <a:gd name="connsiteY14-350" fmla="*/ 1094586 h 1094586"/>
                <a:gd name="connsiteX0-351" fmla="*/ 639997 w 1938047"/>
                <a:gd name="connsiteY0-352" fmla="*/ 1094586 h 1094586"/>
                <a:gd name="connsiteX1-353" fmla="*/ 0 w 1938047"/>
                <a:gd name="connsiteY1-354" fmla="*/ 685966 h 1094586"/>
                <a:gd name="connsiteX2-355" fmla="*/ 639997 w 1938047"/>
                <a:gd name="connsiteY2-356" fmla="*/ 277346 h 1094586"/>
                <a:gd name="connsiteX3-357" fmla="*/ 639997 w 1938047"/>
                <a:gd name="connsiteY3-358" fmla="*/ 481656 h 1094586"/>
                <a:gd name="connsiteX4-359" fmla="*/ 939150 w 1938047"/>
                <a:gd name="connsiteY4-360" fmla="*/ 481656 h 1094586"/>
                <a:gd name="connsiteX5-361" fmla="*/ 939150 w 1938047"/>
                <a:gd name="connsiteY5-362" fmla="*/ 481988 h 1094586"/>
                <a:gd name="connsiteX6-363" fmla="*/ 1938047 w 1938047"/>
                <a:gd name="connsiteY6-364" fmla="*/ 0 h 1094586"/>
                <a:gd name="connsiteX7-365" fmla="*/ 1483952 w 1938047"/>
                <a:gd name="connsiteY7-366" fmla="*/ 502310 h 1094586"/>
                <a:gd name="connsiteX8-367" fmla="*/ 939150 w 1938047"/>
                <a:gd name="connsiteY8-368" fmla="*/ 889713 h 1094586"/>
                <a:gd name="connsiteX9-369" fmla="*/ 939150 w 1938047"/>
                <a:gd name="connsiteY9-370" fmla="*/ 890276 h 1094586"/>
                <a:gd name="connsiteX10-371" fmla="*/ 933544 w 1938047"/>
                <a:gd name="connsiteY10-372" fmla="*/ 890276 h 1094586"/>
                <a:gd name="connsiteX11-373" fmla="*/ 931752 w 1938047"/>
                <a:gd name="connsiteY11-374" fmla="*/ 890456 h 1094586"/>
                <a:gd name="connsiteX12-375" fmla="*/ 931752 w 1938047"/>
                <a:gd name="connsiteY12-376" fmla="*/ 890276 h 1094586"/>
                <a:gd name="connsiteX13-377" fmla="*/ 639997 w 1938047"/>
                <a:gd name="connsiteY13-378" fmla="*/ 890276 h 1094586"/>
                <a:gd name="connsiteX14-379" fmla="*/ 639997 w 1938047"/>
                <a:gd name="connsiteY14-380" fmla="*/ 1094586 h 1094586"/>
                <a:gd name="connsiteX0-381" fmla="*/ 639997 w 1938047"/>
                <a:gd name="connsiteY0-382" fmla="*/ 1094586 h 1094586"/>
                <a:gd name="connsiteX1-383" fmla="*/ 0 w 1938047"/>
                <a:gd name="connsiteY1-384" fmla="*/ 685966 h 1094586"/>
                <a:gd name="connsiteX2-385" fmla="*/ 639997 w 1938047"/>
                <a:gd name="connsiteY2-386" fmla="*/ 277346 h 1094586"/>
                <a:gd name="connsiteX3-387" fmla="*/ 639997 w 1938047"/>
                <a:gd name="connsiteY3-388" fmla="*/ 481656 h 1094586"/>
                <a:gd name="connsiteX4-389" fmla="*/ 939150 w 1938047"/>
                <a:gd name="connsiteY4-390" fmla="*/ 481656 h 1094586"/>
                <a:gd name="connsiteX5-391" fmla="*/ 939150 w 1938047"/>
                <a:gd name="connsiteY5-392" fmla="*/ 481988 h 1094586"/>
                <a:gd name="connsiteX6-393" fmla="*/ 1938047 w 1938047"/>
                <a:gd name="connsiteY6-394" fmla="*/ 0 h 1094586"/>
                <a:gd name="connsiteX7-395" fmla="*/ 1483952 w 1938047"/>
                <a:gd name="connsiteY7-396" fmla="*/ 502310 h 1094586"/>
                <a:gd name="connsiteX8-397" fmla="*/ 939150 w 1938047"/>
                <a:gd name="connsiteY8-398" fmla="*/ 889713 h 1094586"/>
                <a:gd name="connsiteX9-399" fmla="*/ 939150 w 1938047"/>
                <a:gd name="connsiteY9-400" fmla="*/ 890276 h 1094586"/>
                <a:gd name="connsiteX10-401" fmla="*/ 933544 w 1938047"/>
                <a:gd name="connsiteY10-402" fmla="*/ 890276 h 1094586"/>
                <a:gd name="connsiteX11-403" fmla="*/ 931752 w 1938047"/>
                <a:gd name="connsiteY11-404" fmla="*/ 890456 h 1094586"/>
                <a:gd name="connsiteX12-405" fmla="*/ 931752 w 1938047"/>
                <a:gd name="connsiteY12-406" fmla="*/ 890276 h 1094586"/>
                <a:gd name="connsiteX13-407" fmla="*/ 639997 w 1938047"/>
                <a:gd name="connsiteY13-408" fmla="*/ 890276 h 1094586"/>
                <a:gd name="connsiteX14-409" fmla="*/ 639997 w 1938047"/>
                <a:gd name="connsiteY14-410" fmla="*/ 1094586 h 1094586"/>
                <a:gd name="connsiteX0-411" fmla="*/ 639997 w 1938047"/>
                <a:gd name="connsiteY0-412" fmla="*/ 1094586 h 1094586"/>
                <a:gd name="connsiteX1-413" fmla="*/ 0 w 1938047"/>
                <a:gd name="connsiteY1-414" fmla="*/ 685966 h 1094586"/>
                <a:gd name="connsiteX2-415" fmla="*/ 639997 w 1938047"/>
                <a:gd name="connsiteY2-416" fmla="*/ 277346 h 1094586"/>
                <a:gd name="connsiteX3-417" fmla="*/ 639997 w 1938047"/>
                <a:gd name="connsiteY3-418" fmla="*/ 481656 h 1094586"/>
                <a:gd name="connsiteX4-419" fmla="*/ 939150 w 1938047"/>
                <a:gd name="connsiteY4-420" fmla="*/ 481656 h 1094586"/>
                <a:gd name="connsiteX5-421" fmla="*/ 1938047 w 1938047"/>
                <a:gd name="connsiteY5-422" fmla="*/ 0 h 1094586"/>
                <a:gd name="connsiteX6-423" fmla="*/ 1483952 w 1938047"/>
                <a:gd name="connsiteY6-424" fmla="*/ 502310 h 1094586"/>
                <a:gd name="connsiteX7-425" fmla="*/ 939150 w 1938047"/>
                <a:gd name="connsiteY7-426" fmla="*/ 889713 h 1094586"/>
                <a:gd name="connsiteX8-427" fmla="*/ 939150 w 1938047"/>
                <a:gd name="connsiteY8-428" fmla="*/ 890276 h 1094586"/>
                <a:gd name="connsiteX9-429" fmla="*/ 933544 w 1938047"/>
                <a:gd name="connsiteY9-430" fmla="*/ 890276 h 1094586"/>
                <a:gd name="connsiteX10-431" fmla="*/ 931752 w 1938047"/>
                <a:gd name="connsiteY10-432" fmla="*/ 890456 h 1094586"/>
                <a:gd name="connsiteX11-433" fmla="*/ 931752 w 1938047"/>
                <a:gd name="connsiteY11-434" fmla="*/ 890276 h 1094586"/>
                <a:gd name="connsiteX12-435" fmla="*/ 639997 w 1938047"/>
                <a:gd name="connsiteY12-436" fmla="*/ 890276 h 1094586"/>
                <a:gd name="connsiteX13-437" fmla="*/ 639997 w 1938047"/>
                <a:gd name="connsiteY13-438" fmla="*/ 1094586 h 1094586"/>
                <a:gd name="connsiteX0-439" fmla="*/ 639997 w 1938047"/>
                <a:gd name="connsiteY0-440" fmla="*/ 1094586 h 1094586"/>
                <a:gd name="connsiteX1-441" fmla="*/ 0 w 1938047"/>
                <a:gd name="connsiteY1-442" fmla="*/ 685966 h 1094586"/>
                <a:gd name="connsiteX2-443" fmla="*/ 639997 w 1938047"/>
                <a:gd name="connsiteY2-444" fmla="*/ 277346 h 1094586"/>
                <a:gd name="connsiteX3-445" fmla="*/ 639997 w 1938047"/>
                <a:gd name="connsiteY3-446" fmla="*/ 481656 h 1094586"/>
                <a:gd name="connsiteX4-447" fmla="*/ 1938047 w 1938047"/>
                <a:gd name="connsiteY4-448" fmla="*/ 0 h 1094586"/>
                <a:gd name="connsiteX5-449" fmla="*/ 1483952 w 1938047"/>
                <a:gd name="connsiteY5-450" fmla="*/ 502310 h 1094586"/>
                <a:gd name="connsiteX6-451" fmla="*/ 939150 w 1938047"/>
                <a:gd name="connsiteY6-452" fmla="*/ 889713 h 1094586"/>
                <a:gd name="connsiteX7-453" fmla="*/ 939150 w 1938047"/>
                <a:gd name="connsiteY7-454" fmla="*/ 890276 h 1094586"/>
                <a:gd name="connsiteX8-455" fmla="*/ 933544 w 1938047"/>
                <a:gd name="connsiteY8-456" fmla="*/ 890276 h 1094586"/>
                <a:gd name="connsiteX9-457" fmla="*/ 931752 w 1938047"/>
                <a:gd name="connsiteY9-458" fmla="*/ 890456 h 1094586"/>
                <a:gd name="connsiteX10-459" fmla="*/ 931752 w 1938047"/>
                <a:gd name="connsiteY10-460" fmla="*/ 890276 h 1094586"/>
                <a:gd name="connsiteX11-461" fmla="*/ 639997 w 1938047"/>
                <a:gd name="connsiteY11-462" fmla="*/ 890276 h 1094586"/>
                <a:gd name="connsiteX12-463" fmla="*/ 639997 w 1938047"/>
                <a:gd name="connsiteY12-464" fmla="*/ 1094586 h 1094586"/>
                <a:gd name="connsiteX0-465" fmla="*/ 639997 w 1938047"/>
                <a:gd name="connsiteY0-466" fmla="*/ 1094586 h 1094586"/>
                <a:gd name="connsiteX1-467" fmla="*/ 0 w 1938047"/>
                <a:gd name="connsiteY1-468" fmla="*/ 685966 h 1094586"/>
                <a:gd name="connsiteX2-469" fmla="*/ 639997 w 1938047"/>
                <a:gd name="connsiteY2-470" fmla="*/ 277346 h 1094586"/>
                <a:gd name="connsiteX3-471" fmla="*/ 639997 w 1938047"/>
                <a:gd name="connsiteY3-472" fmla="*/ 481656 h 1094586"/>
                <a:gd name="connsiteX4-473" fmla="*/ 1938047 w 1938047"/>
                <a:gd name="connsiteY4-474" fmla="*/ 0 h 1094586"/>
                <a:gd name="connsiteX5-475" fmla="*/ 1483952 w 1938047"/>
                <a:gd name="connsiteY5-476" fmla="*/ 502310 h 1094586"/>
                <a:gd name="connsiteX6-477" fmla="*/ 939150 w 1938047"/>
                <a:gd name="connsiteY6-478" fmla="*/ 889713 h 1094586"/>
                <a:gd name="connsiteX7-479" fmla="*/ 939150 w 1938047"/>
                <a:gd name="connsiteY7-480" fmla="*/ 890276 h 1094586"/>
                <a:gd name="connsiteX8-481" fmla="*/ 933544 w 1938047"/>
                <a:gd name="connsiteY8-482" fmla="*/ 890276 h 1094586"/>
                <a:gd name="connsiteX9-483" fmla="*/ 931752 w 1938047"/>
                <a:gd name="connsiteY9-484" fmla="*/ 890456 h 1094586"/>
                <a:gd name="connsiteX10-485" fmla="*/ 931752 w 1938047"/>
                <a:gd name="connsiteY10-486" fmla="*/ 890276 h 1094586"/>
                <a:gd name="connsiteX11-487" fmla="*/ 639997 w 1938047"/>
                <a:gd name="connsiteY11-488" fmla="*/ 890276 h 1094586"/>
                <a:gd name="connsiteX12-489" fmla="*/ 639997 w 1938047"/>
                <a:gd name="connsiteY12-490" fmla="*/ 1094586 h 1094586"/>
                <a:gd name="connsiteX0-491" fmla="*/ 639997 w 1938047"/>
                <a:gd name="connsiteY0-492" fmla="*/ 1094586 h 1094586"/>
                <a:gd name="connsiteX1-493" fmla="*/ 0 w 1938047"/>
                <a:gd name="connsiteY1-494" fmla="*/ 685966 h 1094586"/>
                <a:gd name="connsiteX2-495" fmla="*/ 639997 w 1938047"/>
                <a:gd name="connsiteY2-496" fmla="*/ 277346 h 1094586"/>
                <a:gd name="connsiteX3-497" fmla="*/ 639997 w 1938047"/>
                <a:gd name="connsiteY3-498" fmla="*/ 481656 h 1094586"/>
                <a:gd name="connsiteX4-499" fmla="*/ 1938047 w 1938047"/>
                <a:gd name="connsiteY4-500" fmla="*/ 0 h 1094586"/>
                <a:gd name="connsiteX5-501" fmla="*/ 1483952 w 1938047"/>
                <a:gd name="connsiteY5-502" fmla="*/ 502310 h 1094586"/>
                <a:gd name="connsiteX6-503" fmla="*/ 939150 w 1938047"/>
                <a:gd name="connsiteY6-504" fmla="*/ 889713 h 1094586"/>
                <a:gd name="connsiteX7-505" fmla="*/ 939150 w 1938047"/>
                <a:gd name="connsiteY7-506" fmla="*/ 890276 h 1094586"/>
                <a:gd name="connsiteX8-507" fmla="*/ 933544 w 1938047"/>
                <a:gd name="connsiteY8-508" fmla="*/ 890276 h 1094586"/>
                <a:gd name="connsiteX9-509" fmla="*/ 931752 w 1938047"/>
                <a:gd name="connsiteY9-510" fmla="*/ 890456 h 1094586"/>
                <a:gd name="connsiteX10-511" fmla="*/ 931752 w 1938047"/>
                <a:gd name="connsiteY10-512" fmla="*/ 890276 h 1094586"/>
                <a:gd name="connsiteX11-513" fmla="*/ 639997 w 1938047"/>
                <a:gd name="connsiteY11-514" fmla="*/ 890276 h 1094586"/>
                <a:gd name="connsiteX12-515" fmla="*/ 639997 w 1938047"/>
                <a:gd name="connsiteY12-516" fmla="*/ 1094586 h 1094586"/>
                <a:gd name="connsiteX0-517" fmla="*/ 639997 w 1860409"/>
                <a:gd name="connsiteY0-518" fmla="*/ 1275741 h 1275741"/>
                <a:gd name="connsiteX1-519" fmla="*/ 0 w 1860409"/>
                <a:gd name="connsiteY1-520" fmla="*/ 867121 h 1275741"/>
                <a:gd name="connsiteX2-521" fmla="*/ 639997 w 1860409"/>
                <a:gd name="connsiteY2-522" fmla="*/ 458501 h 1275741"/>
                <a:gd name="connsiteX3-523" fmla="*/ 639997 w 1860409"/>
                <a:gd name="connsiteY3-524" fmla="*/ 662811 h 1275741"/>
                <a:gd name="connsiteX4-525" fmla="*/ 1860409 w 1860409"/>
                <a:gd name="connsiteY4-526" fmla="*/ 0 h 1275741"/>
                <a:gd name="connsiteX5-527" fmla="*/ 1483952 w 1860409"/>
                <a:gd name="connsiteY5-528" fmla="*/ 683465 h 1275741"/>
                <a:gd name="connsiteX6-529" fmla="*/ 939150 w 1860409"/>
                <a:gd name="connsiteY6-530" fmla="*/ 1070868 h 1275741"/>
                <a:gd name="connsiteX7-531" fmla="*/ 939150 w 1860409"/>
                <a:gd name="connsiteY7-532" fmla="*/ 1071431 h 1275741"/>
                <a:gd name="connsiteX8-533" fmla="*/ 933544 w 1860409"/>
                <a:gd name="connsiteY8-534" fmla="*/ 1071431 h 1275741"/>
                <a:gd name="connsiteX9-535" fmla="*/ 931752 w 1860409"/>
                <a:gd name="connsiteY9-536" fmla="*/ 1071611 h 1275741"/>
                <a:gd name="connsiteX10-537" fmla="*/ 931752 w 1860409"/>
                <a:gd name="connsiteY10-538" fmla="*/ 1071431 h 1275741"/>
                <a:gd name="connsiteX11-539" fmla="*/ 639997 w 1860409"/>
                <a:gd name="connsiteY11-540" fmla="*/ 1071431 h 1275741"/>
                <a:gd name="connsiteX12-541" fmla="*/ 639997 w 1860409"/>
                <a:gd name="connsiteY12-542" fmla="*/ 1275741 h 1275741"/>
                <a:gd name="connsiteX0-543" fmla="*/ 639997 w 1860409"/>
                <a:gd name="connsiteY0-544" fmla="*/ 1275741 h 1275741"/>
                <a:gd name="connsiteX1-545" fmla="*/ 0 w 1860409"/>
                <a:gd name="connsiteY1-546" fmla="*/ 867121 h 1275741"/>
                <a:gd name="connsiteX2-547" fmla="*/ 639997 w 1860409"/>
                <a:gd name="connsiteY2-548" fmla="*/ 458501 h 1275741"/>
                <a:gd name="connsiteX3-549" fmla="*/ 639997 w 1860409"/>
                <a:gd name="connsiteY3-550" fmla="*/ 662811 h 1275741"/>
                <a:gd name="connsiteX4-551" fmla="*/ 1860409 w 1860409"/>
                <a:gd name="connsiteY4-552" fmla="*/ 0 h 1275741"/>
                <a:gd name="connsiteX5-553" fmla="*/ 1483952 w 1860409"/>
                <a:gd name="connsiteY5-554" fmla="*/ 683465 h 1275741"/>
                <a:gd name="connsiteX6-555" fmla="*/ 939150 w 1860409"/>
                <a:gd name="connsiteY6-556" fmla="*/ 1070868 h 1275741"/>
                <a:gd name="connsiteX7-557" fmla="*/ 939150 w 1860409"/>
                <a:gd name="connsiteY7-558" fmla="*/ 1071431 h 1275741"/>
                <a:gd name="connsiteX8-559" fmla="*/ 933544 w 1860409"/>
                <a:gd name="connsiteY8-560" fmla="*/ 1071431 h 1275741"/>
                <a:gd name="connsiteX9-561" fmla="*/ 931752 w 1860409"/>
                <a:gd name="connsiteY9-562" fmla="*/ 1071611 h 1275741"/>
                <a:gd name="connsiteX10-563" fmla="*/ 931752 w 1860409"/>
                <a:gd name="connsiteY10-564" fmla="*/ 1071431 h 1275741"/>
                <a:gd name="connsiteX11-565" fmla="*/ 639997 w 1860409"/>
                <a:gd name="connsiteY11-566" fmla="*/ 1071431 h 1275741"/>
                <a:gd name="connsiteX12-567" fmla="*/ 639997 w 1860409"/>
                <a:gd name="connsiteY12-568" fmla="*/ 1275741 h 1275741"/>
                <a:gd name="connsiteX0-569" fmla="*/ 639997 w 1860409"/>
                <a:gd name="connsiteY0-570" fmla="*/ 1275741 h 1275741"/>
                <a:gd name="connsiteX1-571" fmla="*/ 0 w 1860409"/>
                <a:gd name="connsiteY1-572" fmla="*/ 867121 h 1275741"/>
                <a:gd name="connsiteX2-573" fmla="*/ 639997 w 1860409"/>
                <a:gd name="connsiteY2-574" fmla="*/ 458501 h 1275741"/>
                <a:gd name="connsiteX3-575" fmla="*/ 639997 w 1860409"/>
                <a:gd name="connsiteY3-576" fmla="*/ 662811 h 1275741"/>
                <a:gd name="connsiteX4-577" fmla="*/ 1860409 w 1860409"/>
                <a:gd name="connsiteY4-578" fmla="*/ 0 h 1275741"/>
                <a:gd name="connsiteX5-579" fmla="*/ 1483952 w 1860409"/>
                <a:gd name="connsiteY5-580" fmla="*/ 683465 h 1275741"/>
                <a:gd name="connsiteX6-581" fmla="*/ 939150 w 1860409"/>
                <a:gd name="connsiteY6-582" fmla="*/ 1070868 h 1275741"/>
                <a:gd name="connsiteX7-583" fmla="*/ 939150 w 1860409"/>
                <a:gd name="connsiteY7-584" fmla="*/ 1071431 h 1275741"/>
                <a:gd name="connsiteX8-585" fmla="*/ 933544 w 1860409"/>
                <a:gd name="connsiteY8-586" fmla="*/ 1071431 h 1275741"/>
                <a:gd name="connsiteX9-587" fmla="*/ 931752 w 1860409"/>
                <a:gd name="connsiteY9-588" fmla="*/ 1071611 h 1275741"/>
                <a:gd name="connsiteX10-589" fmla="*/ 931752 w 1860409"/>
                <a:gd name="connsiteY10-590" fmla="*/ 1071431 h 1275741"/>
                <a:gd name="connsiteX11-591" fmla="*/ 639997 w 1860409"/>
                <a:gd name="connsiteY11-592" fmla="*/ 1071431 h 1275741"/>
                <a:gd name="connsiteX12-593" fmla="*/ 639997 w 1860409"/>
                <a:gd name="connsiteY12-594" fmla="*/ 1275741 h 1275741"/>
                <a:gd name="connsiteX0-595" fmla="*/ 639997 w 1860409"/>
                <a:gd name="connsiteY0-596" fmla="*/ 1275741 h 1275741"/>
                <a:gd name="connsiteX1-597" fmla="*/ 0 w 1860409"/>
                <a:gd name="connsiteY1-598" fmla="*/ 867121 h 1275741"/>
                <a:gd name="connsiteX2-599" fmla="*/ 639997 w 1860409"/>
                <a:gd name="connsiteY2-600" fmla="*/ 458501 h 1275741"/>
                <a:gd name="connsiteX3-601" fmla="*/ 639997 w 1860409"/>
                <a:gd name="connsiteY3-602" fmla="*/ 662811 h 1275741"/>
                <a:gd name="connsiteX4-603" fmla="*/ 1860409 w 1860409"/>
                <a:gd name="connsiteY4-604" fmla="*/ 0 h 1275741"/>
                <a:gd name="connsiteX5-605" fmla="*/ 1483952 w 1860409"/>
                <a:gd name="connsiteY5-606" fmla="*/ 683465 h 1275741"/>
                <a:gd name="connsiteX6-607" fmla="*/ 939150 w 1860409"/>
                <a:gd name="connsiteY6-608" fmla="*/ 1070868 h 1275741"/>
                <a:gd name="connsiteX7-609" fmla="*/ 939150 w 1860409"/>
                <a:gd name="connsiteY7-610" fmla="*/ 1071431 h 1275741"/>
                <a:gd name="connsiteX8-611" fmla="*/ 933544 w 1860409"/>
                <a:gd name="connsiteY8-612" fmla="*/ 1071431 h 1275741"/>
                <a:gd name="connsiteX9-613" fmla="*/ 931752 w 1860409"/>
                <a:gd name="connsiteY9-614" fmla="*/ 1071611 h 1275741"/>
                <a:gd name="connsiteX10-615" fmla="*/ 931752 w 1860409"/>
                <a:gd name="connsiteY10-616" fmla="*/ 1071431 h 1275741"/>
                <a:gd name="connsiteX11-617" fmla="*/ 639997 w 1860409"/>
                <a:gd name="connsiteY11-618" fmla="*/ 1071431 h 1275741"/>
                <a:gd name="connsiteX12-619" fmla="*/ 639997 w 1860409"/>
                <a:gd name="connsiteY12-620" fmla="*/ 1275741 h 1275741"/>
                <a:gd name="connsiteX0-621" fmla="*/ 639997 w 1860409"/>
                <a:gd name="connsiteY0-622" fmla="*/ 1275741 h 1275741"/>
                <a:gd name="connsiteX1-623" fmla="*/ 0 w 1860409"/>
                <a:gd name="connsiteY1-624" fmla="*/ 867121 h 1275741"/>
                <a:gd name="connsiteX2-625" fmla="*/ 639997 w 1860409"/>
                <a:gd name="connsiteY2-626" fmla="*/ 458501 h 1275741"/>
                <a:gd name="connsiteX3-627" fmla="*/ 639997 w 1860409"/>
                <a:gd name="connsiteY3-628" fmla="*/ 662811 h 1275741"/>
                <a:gd name="connsiteX4-629" fmla="*/ 1860409 w 1860409"/>
                <a:gd name="connsiteY4-630" fmla="*/ 0 h 1275741"/>
                <a:gd name="connsiteX5-631" fmla="*/ 1483952 w 1860409"/>
                <a:gd name="connsiteY5-632" fmla="*/ 683465 h 1275741"/>
                <a:gd name="connsiteX6-633" fmla="*/ 939150 w 1860409"/>
                <a:gd name="connsiteY6-634" fmla="*/ 1070868 h 1275741"/>
                <a:gd name="connsiteX7-635" fmla="*/ 939150 w 1860409"/>
                <a:gd name="connsiteY7-636" fmla="*/ 1071431 h 1275741"/>
                <a:gd name="connsiteX8-637" fmla="*/ 933544 w 1860409"/>
                <a:gd name="connsiteY8-638" fmla="*/ 1071431 h 1275741"/>
                <a:gd name="connsiteX9-639" fmla="*/ 931752 w 1860409"/>
                <a:gd name="connsiteY9-640" fmla="*/ 1071611 h 1275741"/>
                <a:gd name="connsiteX10-641" fmla="*/ 931752 w 1860409"/>
                <a:gd name="connsiteY10-642" fmla="*/ 1071431 h 1275741"/>
                <a:gd name="connsiteX11-643" fmla="*/ 639997 w 1860409"/>
                <a:gd name="connsiteY11-644" fmla="*/ 1071431 h 1275741"/>
                <a:gd name="connsiteX12-645" fmla="*/ 639997 w 1860409"/>
                <a:gd name="connsiteY12-646" fmla="*/ 1275741 h 1275741"/>
                <a:gd name="connsiteX0-647" fmla="*/ 639997 w 1860409"/>
                <a:gd name="connsiteY0-648" fmla="*/ 1275741 h 1275741"/>
                <a:gd name="connsiteX1-649" fmla="*/ 0 w 1860409"/>
                <a:gd name="connsiteY1-650" fmla="*/ 867121 h 1275741"/>
                <a:gd name="connsiteX2-651" fmla="*/ 639997 w 1860409"/>
                <a:gd name="connsiteY2-652" fmla="*/ 458501 h 1275741"/>
                <a:gd name="connsiteX3-653" fmla="*/ 639997 w 1860409"/>
                <a:gd name="connsiteY3-654" fmla="*/ 662811 h 1275741"/>
                <a:gd name="connsiteX4-655" fmla="*/ 1860409 w 1860409"/>
                <a:gd name="connsiteY4-656" fmla="*/ 0 h 1275741"/>
                <a:gd name="connsiteX5-657" fmla="*/ 1483952 w 1860409"/>
                <a:gd name="connsiteY5-658" fmla="*/ 683465 h 1275741"/>
                <a:gd name="connsiteX6-659" fmla="*/ 939150 w 1860409"/>
                <a:gd name="connsiteY6-660" fmla="*/ 1070868 h 1275741"/>
                <a:gd name="connsiteX7-661" fmla="*/ 939150 w 1860409"/>
                <a:gd name="connsiteY7-662" fmla="*/ 1071431 h 1275741"/>
                <a:gd name="connsiteX8-663" fmla="*/ 933544 w 1860409"/>
                <a:gd name="connsiteY8-664" fmla="*/ 1071431 h 1275741"/>
                <a:gd name="connsiteX9-665" fmla="*/ 931752 w 1860409"/>
                <a:gd name="connsiteY9-666" fmla="*/ 1071611 h 1275741"/>
                <a:gd name="connsiteX10-667" fmla="*/ 931752 w 1860409"/>
                <a:gd name="connsiteY10-668" fmla="*/ 1071431 h 1275741"/>
                <a:gd name="connsiteX11-669" fmla="*/ 639997 w 1860409"/>
                <a:gd name="connsiteY11-670" fmla="*/ 1071431 h 1275741"/>
                <a:gd name="connsiteX12-671" fmla="*/ 639997 w 1860409"/>
                <a:gd name="connsiteY12-672" fmla="*/ 1275741 h 1275741"/>
                <a:gd name="connsiteX0-673" fmla="*/ 639997 w 1860409"/>
                <a:gd name="connsiteY0-674" fmla="*/ 1275741 h 1275741"/>
                <a:gd name="connsiteX1-675" fmla="*/ 0 w 1860409"/>
                <a:gd name="connsiteY1-676" fmla="*/ 867121 h 1275741"/>
                <a:gd name="connsiteX2-677" fmla="*/ 639997 w 1860409"/>
                <a:gd name="connsiteY2-678" fmla="*/ 458501 h 1275741"/>
                <a:gd name="connsiteX3-679" fmla="*/ 639997 w 1860409"/>
                <a:gd name="connsiteY3-680" fmla="*/ 662811 h 1275741"/>
                <a:gd name="connsiteX4-681" fmla="*/ 1860409 w 1860409"/>
                <a:gd name="connsiteY4-682" fmla="*/ 0 h 1275741"/>
                <a:gd name="connsiteX5-683" fmla="*/ 1483952 w 1860409"/>
                <a:gd name="connsiteY5-684" fmla="*/ 683465 h 1275741"/>
                <a:gd name="connsiteX6-685" fmla="*/ 939150 w 1860409"/>
                <a:gd name="connsiteY6-686" fmla="*/ 1070868 h 1275741"/>
                <a:gd name="connsiteX7-687" fmla="*/ 939150 w 1860409"/>
                <a:gd name="connsiteY7-688" fmla="*/ 1071431 h 1275741"/>
                <a:gd name="connsiteX8-689" fmla="*/ 933544 w 1860409"/>
                <a:gd name="connsiteY8-690" fmla="*/ 1071431 h 1275741"/>
                <a:gd name="connsiteX9-691" fmla="*/ 931752 w 1860409"/>
                <a:gd name="connsiteY9-692" fmla="*/ 1071611 h 1275741"/>
                <a:gd name="connsiteX10-693" fmla="*/ 931752 w 1860409"/>
                <a:gd name="connsiteY10-694" fmla="*/ 1071431 h 1275741"/>
                <a:gd name="connsiteX11-695" fmla="*/ 639997 w 1860409"/>
                <a:gd name="connsiteY11-696" fmla="*/ 1071431 h 1275741"/>
                <a:gd name="connsiteX12-697" fmla="*/ 639997 w 1860409"/>
                <a:gd name="connsiteY12-698" fmla="*/ 1275741 h 1275741"/>
                <a:gd name="connsiteX0-699" fmla="*/ 639997 w 1860409"/>
                <a:gd name="connsiteY0-700" fmla="*/ 1275741 h 1275741"/>
                <a:gd name="connsiteX1-701" fmla="*/ 0 w 1860409"/>
                <a:gd name="connsiteY1-702" fmla="*/ 867121 h 1275741"/>
                <a:gd name="connsiteX2-703" fmla="*/ 639997 w 1860409"/>
                <a:gd name="connsiteY2-704" fmla="*/ 458501 h 1275741"/>
                <a:gd name="connsiteX3-705" fmla="*/ 639997 w 1860409"/>
                <a:gd name="connsiteY3-706" fmla="*/ 662811 h 1275741"/>
                <a:gd name="connsiteX4-707" fmla="*/ 1860409 w 1860409"/>
                <a:gd name="connsiteY4-708" fmla="*/ 0 h 1275741"/>
                <a:gd name="connsiteX5-709" fmla="*/ 1639227 w 1860409"/>
                <a:gd name="connsiteY5-710" fmla="*/ 717971 h 1275741"/>
                <a:gd name="connsiteX6-711" fmla="*/ 939150 w 1860409"/>
                <a:gd name="connsiteY6-712" fmla="*/ 1070868 h 1275741"/>
                <a:gd name="connsiteX7-713" fmla="*/ 939150 w 1860409"/>
                <a:gd name="connsiteY7-714" fmla="*/ 1071431 h 1275741"/>
                <a:gd name="connsiteX8-715" fmla="*/ 933544 w 1860409"/>
                <a:gd name="connsiteY8-716" fmla="*/ 1071431 h 1275741"/>
                <a:gd name="connsiteX9-717" fmla="*/ 931752 w 1860409"/>
                <a:gd name="connsiteY9-718" fmla="*/ 1071611 h 1275741"/>
                <a:gd name="connsiteX10-719" fmla="*/ 931752 w 1860409"/>
                <a:gd name="connsiteY10-720" fmla="*/ 1071431 h 1275741"/>
                <a:gd name="connsiteX11-721" fmla="*/ 639997 w 1860409"/>
                <a:gd name="connsiteY11-722" fmla="*/ 1071431 h 1275741"/>
                <a:gd name="connsiteX12-723" fmla="*/ 639997 w 1860409"/>
                <a:gd name="connsiteY12-724" fmla="*/ 1275741 h 1275741"/>
                <a:gd name="connsiteX0-725" fmla="*/ 639997 w 1860409"/>
                <a:gd name="connsiteY0-726" fmla="*/ 1275741 h 1275741"/>
                <a:gd name="connsiteX1-727" fmla="*/ 0 w 1860409"/>
                <a:gd name="connsiteY1-728" fmla="*/ 867121 h 1275741"/>
                <a:gd name="connsiteX2-729" fmla="*/ 639997 w 1860409"/>
                <a:gd name="connsiteY2-730" fmla="*/ 458501 h 1275741"/>
                <a:gd name="connsiteX3-731" fmla="*/ 639997 w 1860409"/>
                <a:gd name="connsiteY3-732" fmla="*/ 662811 h 1275741"/>
                <a:gd name="connsiteX4-733" fmla="*/ 1860409 w 1860409"/>
                <a:gd name="connsiteY4-734" fmla="*/ 0 h 1275741"/>
                <a:gd name="connsiteX5-735" fmla="*/ 1639227 w 1860409"/>
                <a:gd name="connsiteY5-736" fmla="*/ 717971 h 1275741"/>
                <a:gd name="connsiteX6-737" fmla="*/ 939150 w 1860409"/>
                <a:gd name="connsiteY6-738" fmla="*/ 1070868 h 1275741"/>
                <a:gd name="connsiteX7-739" fmla="*/ 939150 w 1860409"/>
                <a:gd name="connsiteY7-740" fmla="*/ 1071431 h 1275741"/>
                <a:gd name="connsiteX8-741" fmla="*/ 933544 w 1860409"/>
                <a:gd name="connsiteY8-742" fmla="*/ 1071431 h 1275741"/>
                <a:gd name="connsiteX9-743" fmla="*/ 931752 w 1860409"/>
                <a:gd name="connsiteY9-744" fmla="*/ 1071611 h 1275741"/>
                <a:gd name="connsiteX10-745" fmla="*/ 931752 w 1860409"/>
                <a:gd name="connsiteY10-746" fmla="*/ 1071431 h 1275741"/>
                <a:gd name="connsiteX11-747" fmla="*/ 639997 w 1860409"/>
                <a:gd name="connsiteY11-748" fmla="*/ 1071431 h 1275741"/>
                <a:gd name="connsiteX12-749" fmla="*/ 639997 w 1860409"/>
                <a:gd name="connsiteY12-750" fmla="*/ 1275741 h 1275741"/>
                <a:gd name="connsiteX0-751" fmla="*/ 639997 w 1860409"/>
                <a:gd name="connsiteY0-752" fmla="*/ 1275741 h 1275741"/>
                <a:gd name="connsiteX1-753" fmla="*/ 0 w 1860409"/>
                <a:gd name="connsiteY1-754" fmla="*/ 867121 h 1275741"/>
                <a:gd name="connsiteX2-755" fmla="*/ 639997 w 1860409"/>
                <a:gd name="connsiteY2-756" fmla="*/ 458501 h 1275741"/>
                <a:gd name="connsiteX3-757" fmla="*/ 639997 w 1860409"/>
                <a:gd name="connsiteY3-758" fmla="*/ 662811 h 1275741"/>
                <a:gd name="connsiteX4-759" fmla="*/ 1860409 w 1860409"/>
                <a:gd name="connsiteY4-760" fmla="*/ 0 h 1275741"/>
                <a:gd name="connsiteX5-761" fmla="*/ 1690986 w 1860409"/>
                <a:gd name="connsiteY5-762" fmla="*/ 700718 h 1275741"/>
                <a:gd name="connsiteX6-763" fmla="*/ 939150 w 1860409"/>
                <a:gd name="connsiteY6-764" fmla="*/ 1070868 h 1275741"/>
                <a:gd name="connsiteX7-765" fmla="*/ 939150 w 1860409"/>
                <a:gd name="connsiteY7-766" fmla="*/ 1071431 h 1275741"/>
                <a:gd name="connsiteX8-767" fmla="*/ 933544 w 1860409"/>
                <a:gd name="connsiteY8-768" fmla="*/ 1071431 h 1275741"/>
                <a:gd name="connsiteX9-769" fmla="*/ 931752 w 1860409"/>
                <a:gd name="connsiteY9-770" fmla="*/ 1071611 h 1275741"/>
                <a:gd name="connsiteX10-771" fmla="*/ 931752 w 1860409"/>
                <a:gd name="connsiteY10-772" fmla="*/ 1071431 h 1275741"/>
                <a:gd name="connsiteX11-773" fmla="*/ 639997 w 1860409"/>
                <a:gd name="connsiteY11-774" fmla="*/ 1071431 h 1275741"/>
                <a:gd name="connsiteX12-775" fmla="*/ 639997 w 1860409"/>
                <a:gd name="connsiteY12-776" fmla="*/ 1275741 h 1275741"/>
                <a:gd name="connsiteX0-777" fmla="*/ 639997 w 1860409"/>
                <a:gd name="connsiteY0-778" fmla="*/ 1275741 h 1275741"/>
                <a:gd name="connsiteX1-779" fmla="*/ 0 w 1860409"/>
                <a:gd name="connsiteY1-780" fmla="*/ 867121 h 1275741"/>
                <a:gd name="connsiteX2-781" fmla="*/ 639997 w 1860409"/>
                <a:gd name="connsiteY2-782" fmla="*/ 458501 h 1275741"/>
                <a:gd name="connsiteX3-783" fmla="*/ 639997 w 1860409"/>
                <a:gd name="connsiteY3-784" fmla="*/ 662811 h 1275741"/>
                <a:gd name="connsiteX4-785" fmla="*/ 1860409 w 1860409"/>
                <a:gd name="connsiteY4-786" fmla="*/ 0 h 1275741"/>
                <a:gd name="connsiteX5-787" fmla="*/ 1690986 w 1860409"/>
                <a:gd name="connsiteY5-788" fmla="*/ 700718 h 1275741"/>
                <a:gd name="connsiteX6-789" fmla="*/ 939150 w 1860409"/>
                <a:gd name="connsiteY6-790" fmla="*/ 1070868 h 1275741"/>
                <a:gd name="connsiteX7-791" fmla="*/ 939150 w 1860409"/>
                <a:gd name="connsiteY7-792" fmla="*/ 1071431 h 1275741"/>
                <a:gd name="connsiteX8-793" fmla="*/ 933544 w 1860409"/>
                <a:gd name="connsiteY8-794" fmla="*/ 1071431 h 1275741"/>
                <a:gd name="connsiteX9-795" fmla="*/ 931752 w 1860409"/>
                <a:gd name="connsiteY9-796" fmla="*/ 1071611 h 1275741"/>
                <a:gd name="connsiteX10-797" fmla="*/ 931752 w 1860409"/>
                <a:gd name="connsiteY10-798" fmla="*/ 1071431 h 1275741"/>
                <a:gd name="connsiteX11-799" fmla="*/ 639997 w 1860409"/>
                <a:gd name="connsiteY11-800" fmla="*/ 1071431 h 1275741"/>
                <a:gd name="connsiteX12-801" fmla="*/ 639997 w 1860409"/>
                <a:gd name="connsiteY12-802" fmla="*/ 1275741 h 1275741"/>
                <a:gd name="connsiteX0-803" fmla="*/ 639997 w 1860409"/>
                <a:gd name="connsiteY0-804" fmla="*/ 1275741 h 1275741"/>
                <a:gd name="connsiteX1-805" fmla="*/ 0 w 1860409"/>
                <a:gd name="connsiteY1-806" fmla="*/ 867121 h 1275741"/>
                <a:gd name="connsiteX2-807" fmla="*/ 639997 w 1860409"/>
                <a:gd name="connsiteY2-808" fmla="*/ 458501 h 1275741"/>
                <a:gd name="connsiteX3-809" fmla="*/ 639997 w 1860409"/>
                <a:gd name="connsiteY3-810" fmla="*/ 662811 h 1275741"/>
                <a:gd name="connsiteX4-811" fmla="*/ 1860409 w 1860409"/>
                <a:gd name="connsiteY4-812" fmla="*/ 0 h 1275741"/>
                <a:gd name="connsiteX5-813" fmla="*/ 1690986 w 1860409"/>
                <a:gd name="connsiteY5-814" fmla="*/ 700718 h 1275741"/>
                <a:gd name="connsiteX6-815" fmla="*/ 939150 w 1860409"/>
                <a:gd name="connsiteY6-816" fmla="*/ 1070868 h 1275741"/>
                <a:gd name="connsiteX7-817" fmla="*/ 939150 w 1860409"/>
                <a:gd name="connsiteY7-818" fmla="*/ 1071431 h 1275741"/>
                <a:gd name="connsiteX8-819" fmla="*/ 933544 w 1860409"/>
                <a:gd name="connsiteY8-820" fmla="*/ 1071431 h 1275741"/>
                <a:gd name="connsiteX9-821" fmla="*/ 931752 w 1860409"/>
                <a:gd name="connsiteY9-822" fmla="*/ 1071611 h 1275741"/>
                <a:gd name="connsiteX10-823" fmla="*/ 931752 w 1860409"/>
                <a:gd name="connsiteY10-824" fmla="*/ 1071431 h 1275741"/>
                <a:gd name="connsiteX11-825" fmla="*/ 639997 w 1860409"/>
                <a:gd name="connsiteY11-826" fmla="*/ 1071431 h 1275741"/>
                <a:gd name="connsiteX12-827" fmla="*/ 639997 w 1860409"/>
                <a:gd name="connsiteY12-828" fmla="*/ 1275741 h 1275741"/>
                <a:gd name="connsiteX0-829" fmla="*/ 639997 w 1860409"/>
                <a:gd name="connsiteY0-830" fmla="*/ 1275741 h 1275741"/>
                <a:gd name="connsiteX1-831" fmla="*/ 0 w 1860409"/>
                <a:gd name="connsiteY1-832" fmla="*/ 867121 h 1275741"/>
                <a:gd name="connsiteX2-833" fmla="*/ 639997 w 1860409"/>
                <a:gd name="connsiteY2-834" fmla="*/ 458501 h 1275741"/>
                <a:gd name="connsiteX3-835" fmla="*/ 639997 w 1860409"/>
                <a:gd name="connsiteY3-836" fmla="*/ 662811 h 1275741"/>
                <a:gd name="connsiteX4-837" fmla="*/ 1860409 w 1860409"/>
                <a:gd name="connsiteY4-838" fmla="*/ 0 h 1275741"/>
                <a:gd name="connsiteX5-839" fmla="*/ 1690986 w 1860409"/>
                <a:gd name="connsiteY5-840" fmla="*/ 700718 h 1275741"/>
                <a:gd name="connsiteX6-841" fmla="*/ 939150 w 1860409"/>
                <a:gd name="connsiteY6-842" fmla="*/ 1070868 h 1275741"/>
                <a:gd name="connsiteX7-843" fmla="*/ 939150 w 1860409"/>
                <a:gd name="connsiteY7-844" fmla="*/ 1071431 h 1275741"/>
                <a:gd name="connsiteX8-845" fmla="*/ 933544 w 1860409"/>
                <a:gd name="connsiteY8-846" fmla="*/ 1071431 h 1275741"/>
                <a:gd name="connsiteX9-847" fmla="*/ 931752 w 1860409"/>
                <a:gd name="connsiteY9-848" fmla="*/ 1071611 h 1275741"/>
                <a:gd name="connsiteX10-849" fmla="*/ 931752 w 1860409"/>
                <a:gd name="connsiteY10-850" fmla="*/ 1071431 h 1275741"/>
                <a:gd name="connsiteX11-851" fmla="*/ 639997 w 1860409"/>
                <a:gd name="connsiteY11-852" fmla="*/ 1071431 h 1275741"/>
                <a:gd name="connsiteX12-853" fmla="*/ 639997 w 1860409"/>
                <a:gd name="connsiteY12-854" fmla="*/ 1275741 h 1275741"/>
                <a:gd name="connsiteX0-855" fmla="*/ 639997 w 1860409"/>
                <a:gd name="connsiteY0-856" fmla="*/ 1275741 h 1275741"/>
                <a:gd name="connsiteX1-857" fmla="*/ 0 w 1860409"/>
                <a:gd name="connsiteY1-858" fmla="*/ 867121 h 1275741"/>
                <a:gd name="connsiteX2-859" fmla="*/ 639997 w 1860409"/>
                <a:gd name="connsiteY2-860" fmla="*/ 458501 h 1275741"/>
                <a:gd name="connsiteX3-861" fmla="*/ 639997 w 1860409"/>
                <a:gd name="connsiteY3-862" fmla="*/ 662811 h 1275741"/>
                <a:gd name="connsiteX4-863" fmla="*/ 1860409 w 1860409"/>
                <a:gd name="connsiteY4-864" fmla="*/ 0 h 1275741"/>
                <a:gd name="connsiteX5-865" fmla="*/ 1690986 w 1860409"/>
                <a:gd name="connsiteY5-866" fmla="*/ 700718 h 1275741"/>
                <a:gd name="connsiteX6-867" fmla="*/ 939150 w 1860409"/>
                <a:gd name="connsiteY6-868" fmla="*/ 1070868 h 1275741"/>
                <a:gd name="connsiteX7-869" fmla="*/ 939150 w 1860409"/>
                <a:gd name="connsiteY7-870" fmla="*/ 1071431 h 1275741"/>
                <a:gd name="connsiteX8-871" fmla="*/ 933544 w 1860409"/>
                <a:gd name="connsiteY8-872" fmla="*/ 1071431 h 1275741"/>
                <a:gd name="connsiteX9-873" fmla="*/ 931752 w 1860409"/>
                <a:gd name="connsiteY9-874" fmla="*/ 1071611 h 1275741"/>
                <a:gd name="connsiteX10-875" fmla="*/ 931752 w 1860409"/>
                <a:gd name="connsiteY10-876" fmla="*/ 1071431 h 1275741"/>
                <a:gd name="connsiteX11-877" fmla="*/ 639997 w 1860409"/>
                <a:gd name="connsiteY11-878" fmla="*/ 1071431 h 1275741"/>
                <a:gd name="connsiteX12-879" fmla="*/ 639997 w 1860409"/>
                <a:gd name="connsiteY12-880" fmla="*/ 1275741 h 1275741"/>
                <a:gd name="connsiteX0-881" fmla="*/ 639997 w 1860409"/>
                <a:gd name="connsiteY0-882" fmla="*/ 1275741 h 1275741"/>
                <a:gd name="connsiteX1-883" fmla="*/ 0 w 1860409"/>
                <a:gd name="connsiteY1-884" fmla="*/ 867121 h 1275741"/>
                <a:gd name="connsiteX2-885" fmla="*/ 639997 w 1860409"/>
                <a:gd name="connsiteY2-886" fmla="*/ 458501 h 1275741"/>
                <a:gd name="connsiteX3-887" fmla="*/ 639997 w 1860409"/>
                <a:gd name="connsiteY3-888" fmla="*/ 662811 h 1275741"/>
                <a:gd name="connsiteX4-889" fmla="*/ 1860409 w 1860409"/>
                <a:gd name="connsiteY4-890" fmla="*/ 0 h 1275741"/>
                <a:gd name="connsiteX5-891" fmla="*/ 1690986 w 1860409"/>
                <a:gd name="connsiteY5-892" fmla="*/ 700718 h 1275741"/>
                <a:gd name="connsiteX6-893" fmla="*/ 939150 w 1860409"/>
                <a:gd name="connsiteY6-894" fmla="*/ 1070868 h 1275741"/>
                <a:gd name="connsiteX7-895" fmla="*/ 939150 w 1860409"/>
                <a:gd name="connsiteY7-896" fmla="*/ 1071431 h 1275741"/>
                <a:gd name="connsiteX8-897" fmla="*/ 933544 w 1860409"/>
                <a:gd name="connsiteY8-898" fmla="*/ 1071431 h 1275741"/>
                <a:gd name="connsiteX9-899" fmla="*/ 931752 w 1860409"/>
                <a:gd name="connsiteY9-900" fmla="*/ 1071611 h 1275741"/>
                <a:gd name="connsiteX10-901" fmla="*/ 931752 w 1860409"/>
                <a:gd name="connsiteY10-902" fmla="*/ 1071431 h 1275741"/>
                <a:gd name="connsiteX11-903" fmla="*/ 639997 w 1860409"/>
                <a:gd name="connsiteY11-904" fmla="*/ 1071431 h 1275741"/>
                <a:gd name="connsiteX12-905" fmla="*/ 639997 w 1860409"/>
                <a:gd name="connsiteY12-906" fmla="*/ 1275741 h 1275741"/>
                <a:gd name="connsiteX0-907" fmla="*/ 639997 w 1860974"/>
                <a:gd name="connsiteY0-908" fmla="*/ 1275741 h 1275741"/>
                <a:gd name="connsiteX1-909" fmla="*/ 0 w 1860974"/>
                <a:gd name="connsiteY1-910" fmla="*/ 867121 h 1275741"/>
                <a:gd name="connsiteX2-911" fmla="*/ 639997 w 1860974"/>
                <a:gd name="connsiteY2-912" fmla="*/ 458501 h 1275741"/>
                <a:gd name="connsiteX3-913" fmla="*/ 639997 w 1860974"/>
                <a:gd name="connsiteY3-914" fmla="*/ 662811 h 1275741"/>
                <a:gd name="connsiteX4-915" fmla="*/ 1860409 w 1860974"/>
                <a:gd name="connsiteY4-916" fmla="*/ 0 h 1275741"/>
                <a:gd name="connsiteX5-917" fmla="*/ 1690986 w 1860974"/>
                <a:gd name="connsiteY5-918" fmla="*/ 700718 h 1275741"/>
                <a:gd name="connsiteX6-919" fmla="*/ 939150 w 1860974"/>
                <a:gd name="connsiteY6-920" fmla="*/ 1070868 h 1275741"/>
                <a:gd name="connsiteX7-921" fmla="*/ 939150 w 1860974"/>
                <a:gd name="connsiteY7-922" fmla="*/ 1071431 h 1275741"/>
                <a:gd name="connsiteX8-923" fmla="*/ 933544 w 1860974"/>
                <a:gd name="connsiteY8-924" fmla="*/ 1071431 h 1275741"/>
                <a:gd name="connsiteX9-925" fmla="*/ 931752 w 1860974"/>
                <a:gd name="connsiteY9-926" fmla="*/ 1071611 h 1275741"/>
                <a:gd name="connsiteX10-927" fmla="*/ 931752 w 1860974"/>
                <a:gd name="connsiteY10-928" fmla="*/ 1071431 h 1275741"/>
                <a:gd name="connsiteX11-929" fmla="*/ 639997 w 1860974"/>
                <a:gd name="connsiteY11-930" fmla="*/ 1071431 h 1275741"/>
                <a:gd name="connsiteX12-931" fmla="*/ 639997 w 1860974"/>
                <a:gd name="connsiteY12-932" fmla="*/ 1275741 h 1275741"/>
                <a:gd name="connsiteX0-933" fmla="*/ 657407 w 1878384"/>
                <a:gd name="connsiteY0-934" fmla="*/ 1275741 h 1275741"/>
                <a:gd name="connsiteX1-935" fmla="*/ 0 w 1878384"/>
                <a:gd name="connsiteY1-936" fmla="*/ 806186 h 1275741"/>
                <a:gd name="connsiteX2-937" fmla="*/ 657407 w 1878384"/>
                <a:gd name="connsiteY2-938" fmla="*/ 458501 h 1275741"/>
                <a:gd name="connsiteX3-939" fmla="*/ 657407 w 1878384"/>
                <a:gd name="connsiteY3-940" fmla="*/ 662811 h 1275741"/>
                <a:gd name="connsiteX4-941" fmla="*/ 1877819 w 1878384"/>
                <a:gd name="connsiteY4-942" fmla="*/ 0 h 1275741"/>
                <a:gd name="connsiteX5-943" fmla="*/ 1708396 w 1878384"/>
                <a:gd name="connsiteY5-944" fmla="*/ 700718 h 1275741"/>
                <a:gd name="connsiteX6-945" fmla="*/ 956560 w 1878384"/>
                <a:gd name="connsiteY6-946" fmla="*/ 1070868 h 1275741"/>
                <a:gd name="connsiteX7-947" fmla="*/ 956560 w 1878384"/>
                <a:gd name="connsiteY7-948" fmla="*/ 1071431 h 1275741"/>
                <a:gd name="connsiteX8-949" fmla="*/ 950954 w 1878384"/>
                <a:gd name="connsiteY8-950" fmla="*/ 1071431 h 1275741"/>
                <a:gd name="connsiteX9-951" fmla="*/ 949162 w 1878384"/>
                <a:gd name="connsiteY9-952" fmla="*/ 1071611 h 1275741"/>
                <a:gd name="connsiteX10-953" fmla="*/ 949162 w 1878384"/>
                <a:gd name="connsiteY10-954" fmla="*/ 1071431 h 1275741"/>
                <a:gd name="connsiteX11-955" fmla="*/ 657407 w 1878384"/>
                <a:gd name="connsiteY11-956" fmla="*/ 1071431 h 1275741"/>
                <a:gd name="connsiteX12-957" fmla="*/ 657407 w 1878384"/>
                <a:gd name="connsiteY12-958" fmla="*/ 1275741 h 1275741"/>
                <a:gd name="connsiteX0-959" fmla="*/ 648701 w 1869678"/>
                <a:gd name="connsiteY0-960" fmla="*/ 1275741 h 1275741"/>
                <a:gd name="connsiteX1-961" fmla="*/ 0 w 1869678"/>
                <a:gd name="connsiteY1-962" fmla="*/ 745250 h 1275741"/>
                <a:gd name="connsiteX2-963" fmla="*/ 648701 w 1869678"/>
                <a:gd name="connsiteY2-964" fmla="*/ 458501 h 1275741"/>
                <a:gd name="connsiteX3-965" fmla="*/ 648701 w 1869678"/>
                <a:gd name="connsiteY3-966" fmla="*/ 662811 h 1275741"/>
                <a:gd name="connsiteX4-967" fmla="*/ 1869113 w 1869678"/>
                <a:gd name="connsiteY4-968" fmla="*/ 0 h 1275741"/>
                <a:gd name="connsiteX5-969" fmla="*/ 1699690 w 1869678"/>
                <a:gd name="connsiteY5-970" fmla="*/ 700718 h 1275741"/>
                <a:gd name="connsiteX6-971" fmla="*/ 947854 w 1869678"/>
                <a:gd name="connsiteY6-972" fmla="*/ 1070868 h 1275741"/>
                <a:gd name="connsiteX7-973" fmla="*/ 947854 w 1869678"/>
                <a:gd name="connsiteY7-974" fmla="*/ 1071431 h 1275741"/>
                <a:gd name="connsiteX8-975" fmla="*/ 942248 w 1869678"/>
                <a:gd name="connsiteY8-976" fmla="*/ 1071431 h 1275741"/>
                <a:gd name="connsiteX9-977" fmla="*/ 940456 w 1869678"/>
                <a:gd name="connsiteY9-978" fmla="*/ 1071611 h 1275741"/>
                <a:gd name="connsiteX10-979" fmla="*/ 940456 w 1869678"/>
                <a:gd name="connsiteY10-980" fmla="*/ 1071431 h 1275741"/>
                <a:gd name="connsiteX11-981" fmla="*/ 648701 w 1869678"/>
                <a:gd name="connsiteY11-982" fmla="*/ 1071431 h 1275741"/>
                <a:gd name="connsiteX12-983" fmla="*/ 648701 w 1869678"/>
                <a:gd name="connsiteY12-984" fmla="*/ 1275741 h 1275741"/>
                <a:gd name="connsiteX0-985" fmla="*/ 648701 w 1869678"/>
                <a:gd name="connsiteY0-986" fmla="*/ 1275741 h 1275741"/>
                <a:gd name="connsiteX1-987" fmla="*/ 0 w 1869678"/>
                <a:gd name="connsiteY1-988" fmla="*/ 745250 h 1275741"/>
                <a:gd name="connsiteX2-989" fmla="*/ 692227 w 1869678"/>
                <a:gd name="connsiteY2-990" fmla="*/ 467206 h 1275741"/>
                <a:gd name="connsiteX3-991" fmla="*/ 648701 w 1869678"/>
                <a:gd name="connsiteY3-992" fmla="*/ 662811 h 1275741"/>
                <a:gd name="connsiteX4-993" fmla="*/ 1869113 w 1869678"/>
                <a:gd name="connsiteY4-994" fmla="*/ 0 h 1275741"/>
                <a:gd name="connsiteX5-995" fmla="*/ 1699690 w 1869678"/>
                <a:gd name="connsiteY5-996" fmla="*/ 700718 h 1275741"/>
                <a:gd name="connsiteX6-997" fmla="*/ 947854 w 1869678"/>
                <a:gd name="connsiteY6-998" fmla="*/ 1070868 h 1275741"/>
                <a:gd name="connsiteX7-999" fmla="*/ 947854 w 1869678"/>
                <a:gd name="connsiteY7-1000" fmla="*/ 1071431 h 1275741"/>
                <a:gd name="connsiteX8-1001" fmla="*/ 942248 w 1869678"/>
                <a:gd name="connsiteY8-1002" fmla="*/ 1071431 h 1275741"/>
                <a:gd name="connsiteX9-1003" fmla="*/ 940456 w 1869678"/>
                <a:gd name="connsiteY9-1004" fmla="*/ 1071611 h 1275741"/>
                <a:gd name="connsiteX10-1005" fmla="*/ 940456 w 1869678"/>
                <a:gd name="connsiteY10-1006" fmla="*/ 1071431 h 1275741"/>
                <a:gd name="connsiteX11-1007" fmla="*/ 648701 w 1869678"/>
                <a:gd name="connsiteY11-1008" fmla="*/ 1071431 h 1275741"/>
                <a:gd name="connsiteX12-1009" fmla="*/ 648701 w 1869678"/>
                <a:gd name="connsiteY12-1010" fmla="*/ 1275741 h 12757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</a:cxnLst>
              <a:rect l="l" t="t" r="r" b="b"/>
              <a:pathLst>
                <a:path w="1869678" h="1275741">
                  <a:moveTo>
                    <a:pt x="648701" y="1275741"/>
                  </a:moveTo>
                  <a:lnTo>
                    <a:pt x="0" y="745250"/>
                  </a:lnTo>
                  <a:lnTo>
                    <a:pt x="692227" y="467206"/>
                  </a:lnTo>
                  <a:lnTo>
                    <a:pt x="648701" y="662811"/>
                  </a:lnTo>
                  <a:cubicBezTo>
                    <a:pt x="1357429" y="830061"/>
                    <a:pt x="1695222" y="453850"/>
                    <a:pt x="1869113" y="0"/>
                  </a:cubicBezTo>
                  <a:cubicBezTo>
                    <a:pt x="1874698" y="336676"/>
                    <a:pt x="1840380" y="504920"/>
                    <a:pt x="1699690" y="700718"/>
                  </a:cubicBezTo>
                  <a:cubicBezTo>
                    <a:pt x="1447095" y="992167"/>
                    <a:pt x="1195243" y="1067624"/>
                    <a:pt x="947854" y="1070868"/>
                  </a:cubicBezTo>
                  <a:lnTo>
                    <a:pt x="947854" y="1071431"/>
                  </a:lnTo>
                  <a:lnTo>
                    <a:pt x="942248" y="1071431"/>
                  </a:lnTo>
                  <a:cubicBezTo>
                    <a:pt x="941652" y="1071610"/>
                    <a:pt x="941054" y="1071611"/>
                    <a:pt x="940456" y="1071611"/>
                  </a:cubicBezTo>
                  <a:lnTo>
                    <a:pt x="940456" y="1071431"/>
                  </a:lnTo>
                  <a:lnTo>
                    <a:pt x="648701" y="1071431"/>
                  </a:lnTo>
                  <a:lnTo>
                    <a:pt x="648701" y="127574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7" name="Left Arrow 2"/>
            <p:cNvSpPr/>
            <p:nvPr/>
          </p:nvSpPr>
          <p:spPr>
            <a:xfrm rot="8100000">
              <a:off x="2154980" y="1987482"/>
              <a:ext cx="2550582" cy="1740344"/>
            </a:xfrm>
            <a:custGeom>
              <a:avLst/>
              <a:gdLst>
                <a:gd name="connsiteX0" fmla="*/ 639997 w 1564191"/>
                <a:gd name="connsiteY0" fmla="*/ 1189836 h 1189836"/>
                <a:gd name="connsiteX1" fmla="*/ 0 w 1564191"/>
                <a:gd name="connsiteY1" fmla="*/ 781216 h 1189836"/>
                <a:gd name="connsiteX2" fmla="*/ 639997 w 1564191"/>
                <a:gd name="connsiteY2" fmla="*/ 372596 h 1189836"/>
                <a:gd name="connsiteX3" fmla="*/ 639997 w 1564191"/>
                <a:gd name="connsiteY3" fmla="*/ 576906 h 1189836"/>
                <a:gd name="connsiteX4" fmla="*/ 939150 w 1564191"/>
                <a:gd name="connsiteY4" fmla="*/ 576906 h 1189836"/>
                <a:gd name="connsiteX5" fmla="*/ 939150 w 1564191"/>
                <a:gd name="connsiteY5" fmla="*/ 577238 h 1189836"/>
                <a:gd name="connsiteX6" fmla="*/ 981979 w 1564191"/>
                <a:gd name="connsiteY6" fmla="*/ 528765 h 1189836"/>
                <a:gd name="connsiteX7" fmla="*/ 983944 w 1564191"/>
                <a:gd name="connsiteY7" fmla="*/ 528775 h 1189836"/>
                <a:gd name="connsiteX8" fmla="*/ 1564191 w 1564191"/>
                <a:gd name="connsiteY8" fmla="*/ 0 h 1189836"/>
                <a:gd name="connsiteX9" fmla="*/ 1388017 w 1564191"/>
                <a:gd name="connsiteY9" fmla="*/ 530857 h 1189836"/>
                <a:gd name="connsiteX10" fmla="*/ 1388955 w 1564191"/>
                <a:gd name="connsiteY10" fmla="*/ 530862 h 1189836"/>
                <a:gd name="connsiteX11" fmla="*/ 1388758 w 1564191"/>
                <a:gd name="connsiteY11" fmla="*/ 532748 h 1189836"/>
                <a:gd name="connsiteX12" fmla="*/ 1388961 w 1564191"/>
                <a:gd name="connsiteY12" fmla="*/ 533267 h 1189836"/>
                <a:gd name="connsiteX13" fmla="*/ 1388703 w 1564191"/>
                <a:gd name="connsiteY13" fmla="*/ 533267 h 1189836"/>
                <a:gd name="connsiteX14" fmla="*/ 939150 w 1564191"/>
                <a:gd name="connsiteY14" fmla="*/ 984963 h 1189836"/>
                <a:gd name="connsiteX15" fmla="*/ 939150 w 1564191"/>
                <a:gd name="connsiteY15" fmla="*/ 985526 h 1189836"/>
                <a:gd name="connsiteX16" fmla="*/ 933544 w 1564191"/>
                <a:gd name="connsiteY16" fmla="*/ 985526 h 1189836"/>
                <a:gd name="connsiteX17" fmla="*/ 931752 w 1564191"/>
                <a:gd name="connsiteY17" fmla="*/ 985706 h 1189836"/>
                <a:gd name="connsiteX18" fmla="*/ 931752 w 1564191"/>
                <a:gd name="connsiteY18" fmla="*/ 985526 h 1189836"/>
                <a:gd name="connsiteX19" fmla="*/ 639997 w 1564191"/>
                <a:gd name="connsiteY19" fmla="*/ 985526 h 1189836"/>
                <a:gd name="connsiteX20" fmla="*/ 639997 w 1564191"/>
                <a:gd name="connsiteY20" fmla="*/ 1189836 h 1189836"/>
                <a:gd name="connsiteX0-1" fmla="*/ 639997 w 1564191"/>
                <a:gd name="connsiteY0-2" fmla="*/ 1189836 h 1189836"/>
                <a:gd name="connsiteX1-3" fmla="*/ 0 w 1564191"/>
                <a:gd name="connsiteY1-4" fmla="*/ 781216 h 1189836"/>
                <a:gd name="connsiteX2-5" fmla="*/ 639997 w 1564191"/>
                <a:gd name="connsiteY2-6" fmla="*/ 372596 h 1189836"/>
                <a:gd name="connsiteX3-7" fmla="*/ 639997 w 1564191"/>
                <a:gd name="connsiteY3-8" fmla="*/ 576906 h 1189836"/>
                <a:gd name="connsiteX4-9" fmla="*/ 939150 w 1564191"/>
                <a:gd name="connsiteY4-10" fmla="*/ 576906 h 1189836"/>
                <a:gd name="connsiteX5-11" fmla="*/ 939150 w 1564191"/>
                <a:gd name="connsiteY5-12" fmla="*/ 577238 h 1189836"/>
                <a:gd name="connsiteX6-13" fmla="*/ 981979 w 1564191"/>
                <a:gd name="connsiteY6-14" fmla="*/ 528765 h 1189836"/>
                <a:gd name="connsiteX7-15" fmla="*/ 983944 w 1564191"/>
                <a:gd name="connsiteY7-16" fmla="*/ 528775 h 1189836"/>
                <a:gd name="connsiteX8-17" fmla="*/ 1564191 w 1564191"/>
                <a:gd name="connsiteY8-18" fmla="*/ 0 h 1189836"/>
                <a:gd name="connsiteX9-19" fmla="*/ 1388017 w 1564191"/>
                <a:gd name="connsiteY9-20" fmla="*/ 530857 h 1189836"/>
                <a:gd name="connsiteX10-21" fmla="*/ 1388955 w 1564191"/>
                <a:gd name="connsiteY10-22" fmla="*/ 530862 h 1189836"/>
                <a:gd name="connsiteX11-23" fmla="*/ 1388758 w 1564191"/>
                <a:gd name="connsiteY11-24" fmla="*/ 532748 h 1189836"/>
                <a:gd name="connsiteX12-25" fmla="*/ 1388961 w 1564191"/>
                <a:gd name="connsiteY12-26" fmla="*/ 533267 h 1189836"/>
                <a:gd name="connsiteX13-27" fmla="*/ 1388703 w 1564191"/>
                <a:gd name="connsiteY13-28" fmla="*/ 533267 h 1189836"/>
                <a:gd name="connsiteX14-29" fmla="*/ 939150 w 1564191"/>
                <a:gd name="connsiteY14-30" fmla="*/ 984963 h 1189836"/>
                <a:gd name="connsiteX15-31" fmla="*/ 939150 w 1564191"/>
                <a:gd name="connsiteY15-32" fmla="*/ 985526 h 1189836"/>
                <a:gd name="connsiteX16-33" fmla="*/ 933544 w 1564191"/>
                <a:gd name="connsiteY16-34" fmla="*/ 985526 h 1189836"/>
                <a:gd name="connsiteX17-35" fmla="*/ 931752 w 1564191"/>
                <a:gd name="connsiteY17-36" fmla="*/ 985706 h 1189836"/>
                <a:gd name="connsiteX18-37" fmla="*/ 931752 w 1564191"/>
                <a:gd name="connsiteY18-38" fmla="*/ 985526 h 1189836"/>
                <a:gd name="connsiteX19-39" fmla="*/ 639997 w 1564191"/>
                <a:gd name="connsiteY19-40" fmla="*/ 985526 h 1189836"/>
                <a:gd name="connsiteX20-41" fmla="*/ 639997 w 1564191"/>
                <a:gd name="connsiteY20-42" fmla="*/ 1189836 h 1189836"/>
                <a:gd name="connsiteX0-43" fmla="*/ 639997 w 1564191"/>
                <a:gd name="connsiteY0-44" fmla="*/ 1189836 h 1189836"/>
                <a:gd name="connsiteX1-45" fmla="*/ 0 w 1564191"/>
                <a:gd name="connsiteY1-46" fmla="*/ 781216 h 1189836"/>
                <a:gd name="connsiteX2-47" fmla="*/ 639997 w 1564191"/>
                <a:gd name="connsiteY2-48" fmla="*/ 372596 h 1189836"/>
                <a:gd name="connsiteX3-49" fmla="*/ 639997 w 1564191"/>
                <a:gd name="connsiteY3-50" fmla="*/ 576906 h 1189836"/>
                <a:gd name="connsiteX4-51" fmla="*/ 939150 w 1564191"/>
                <a:gd name="connsiteY4-52" fmla="*/ 576906 h 1189836"/>
                <a:gd name="connsiteX5-53" fmla="*/ 939150 w 1564191"/>
                <a:gd name="connsiteY5-54" fmla="*/ 577238 h 1189836"/>
                <a:gd name="connsiteX6-55" fmla="*/ 981979 w 1564191"/>
                <a:gd name="connsiteY6-56" fmla="*/ 528765 h 1189836"/>
                <a:gd name="connsiteX7-57" fmla="*/ 1564191 w 1564191"/>
                <a:gd name="connsiteY7-58" fmla="*/ 0 h 1189836"/>
                <a:gd name="connsiteX8-59" fmla="*/ 1388017 w 1564191"/>
                <a:gd name="connsiteY8-60" fmla="*/ 530857 h 1189836"/>
                <a:gd name="connsiteX9-61" fmla="*/ 1388955 w 1564191"/>
                <a:gd name="connsiteY9-62" fmla="*/ 530862 h 1189836"/>
                <a:gd name="connsiteX10-63" fmla="*/ 1388758 w 1564191"/>
                <a:gd name="connsiteY10-64" fmla="*/ 532748 h 1189836"/>
                <a:gd name="connsiteX11-65" fmla="*/ 1388961 w 1564191"/>
                <a:gd name="connsiteY11-66" fmla="*/ 533267 h 1189836"/>
                <a:gd name="connsiteX12-67" fmla="*/ 1388703 w 1564191"/>
                <a:gd name="connsiteY12-68" fmla="*/ 533267 h 1189836"/>
                <a:gd name="connsiteX13-69" fmla="*/ 939150 w 1564191"/>
                <a:gd name="connsiteY13-70" fmla="*/ 984963 h 1189836"/>
                <a:gd name="connsiteX14-71" fmla="*/ 939150 w 1564191"/>
                <a:gd name="connsiteY14-72" fmla="*/ 985526 h 1189836"/>
                <a:gd name="connsiteX15-73" fmla="*/ 933544 w 1564191"/>
                <a:gd name="connsiteY15-74" fmla="*/ 985526 h 1189836"/>
                <a:gd name="connsiteX16-75" fmla="*/ 931752 w 1564191"/>
                <a:gd name="connsiteY16-76" fmla="*/ 985706 h 1189836"/>
                <a:gd name="connsiteX17-77" fmla="*/ 931752 w 1564191"/>
                <a:gd name="connsiteY17-78" fmla="*/ 985526 h 1189836"/>
                <a:gd name="connsiteX18-79" fmla="*/ 639997 w 1564191"/>
                <a:gd name="connsiteY18-80" fmla="*/ 985526 h 1189836"/>
                <a:gd name="connsiteX19-81" fmla="*/ 639997 w 1564191"/>
                <a:gd name="connsiteY19-82" fmla="*/ 1189836 h 1189836"/>
                <a:gd name="connsiteX0-83" fmla="*/ 639997 w 1564191"/>
                <a:gd name="connsiteY0-84" fmla="*/ 1189836 h 1189836"/>
                <a:gd name="connsiteX1-85" fmla="*/ 0 w 1564191"/>
                <a:gd name="connsiteY1-86" fmla="*/ 781216 h 1189836"/>
                <a:gd name="connsiteX2-87" fmla="*/ 639997 w 1564191"/>
                <a:gd name="connsiteY2-88" fmla="*/ 372596 h 1189836"/>
                <a:gd name="connsiteX3-89" fmla="*/ 639997 w 1564191"/>
                <a:gd name="connsiteY3-90" fmla="*/ 576906 h 1189836"/>
                <a:gd name="connsiteX4-91" fmla="*/ 939150 w 1564191"/>
                <a:gd name="connsiteY4-92" fmla="*/ 576906 h 1189836"/>
                <a:gd name="connsiteX5-93" fmla="*/ 939150 w 1564191"/>
                <a:gd name="connsiteY5-94" fmla="*/ 577238 h 1189836"/>
                <a:gd name="connsiteX6-95" fmla="*/ 1564191 w 1564191"/>
                <a:gd name="connsiteY6-96" fmla="*/ 0 h 1189836"/>
                <a:gd name="connsiteX7-97" fmla="*/ 1388017 w 1564191"/>
                <a:gd name="connsiteY7-98" fmla="*/ 530857 h 1189836"/>
                <a:gd name="connsiteX8-99" fmla="*/ 1388955 w 1564191"/>
                <a:gd name="connsiteY8-100" fmla="*/ 530862 h 1189836"/>
                <a:gd name="connsiteX9-101" fmla="*/ 1388758 w 1564191"/>
                <a:gd name="connsiteY9-102" fmla="*/ 532748 h 1189836"/>
                <a:gd name="connsiteX10-103" fmla="*/ 1388961 w 1564191"/>
                <a:gd name="connsiteY10-104" fmla="*/ 533267 h 1189836"/>
                <a:gd name="connsiteX11-105" fmla="*/ 1388703 w 1564191"/>
                <a:gd name="connsiteY11-106" fmla="*/ 533267 h 1189836"/>
                <a:gd name="connsiteX12-107" fmla="*/ 939150 w 1564191"/>
                <a:gd name="connsiteY12-108" fmla="*/ 984963 h 1189836"/>
                <a:gd name="connsiteX13-109" fmla="*/ 939150 w 1564191"/>
                <a:gd name="connsiteY13-110" fmla="*/ 985526 h 1189836"/>
                <a:gd name="connsiteX14-111" fmla="*/ 933544 w 1564191"/>
                <a:gd name="connsiteY14-112" fmla="*/ 985526 h 1189836"/>
                <a:gd name="connsiteX15-113" fmla="*/ 931752 w 1564191"/>
                <a:gd name="connsiteY15-114" fmla="*/ 985706 h 1189836"/>
                <a:gd name="connsiteX16-115" fmla="*/ 931752 w 1564191"/>
                <a:gd name="connsiteY16-116" fmla="*/ 985526 h 1189836"/>
                <a:gd name="connsiteX17-117" fmla="*/ 639997 w 1564191"/>
                <a:gd name="connsiteY17-118" fmla="*/ 985526 h 1189836"/>
                <a:gd name="connsiteX18-119" fmla="*/ 639997 w 1564191"/>
                <a:gd name="connsiteY18-120" fmla="*/ 1189836 h 1189836"/>
                <a:gd name="connsiteX0-121" fmla="*/ 639997 w 1564191"/>
                <a:gd name="connsiteY0-122" fmla="*/ 1189836 h 1189836"/>
                <a:gd name="connsiteX1-123" fmla="*/ 0 w 1564191"/>
                <a:gd name="connsiteY1-124" fmla="*/ 781216 h 1189836"/>
                <a:gd name="connsiteX2-125" fmla="*/ 639997 w 1564191"/>
                <a:gd name="connsiteY2-126" fmla="*/ 372596 h 1189836"/>
                <a:gd name="connsiteX3-127" fmla="*/ 639997 w 1564191"/>
                <a:gd name="connsiteY3-128" fmla="*/ 576906 h 1189836"/>
                <a:gd name="connsiteX4-129" fmla="*/ 939150 w 1564191"/>
                <a:gd name="connsiteY4-130" fmla="*/ 576906 h 1189836"/>
                <a:gd name="connsiteX5-131" fmla="*/ 939150 w 1564191"/>
                <a:gd name="connsiteY5-132" fmla="*/ 577238 h 1189836"/>
                <a:gd name="connsiteX6-133" fmla="*/ 1564191 w 1564191"/>
                <a:gd name="connsiteY6-134" fmla="*/ 0 h 1189836"/>
                <a:gd name="connsiteX7-135" fmla="*/ 1388017 w 1564191"/>
                <a:gd name="connsiteY7-136" fmla="*/ 530857 h 1189836"/>
                <a:gd name="connsiteX8-137" fmla="*/ 1388955 w 1564191"/>
                <a:gd name="connsiteY8-138" fmla="*/ 530862 h 1189836"/>
                <a:gd name="connsiteX9-139" fmla="*/ 1388758 w 1564191"/>
                <a:gd name="connsiteY9-140" fmla="*/ 532748 h 1189836"/>
                <a:gd name="connsiteX10-141" fmla="*/ 1388961 w 1564191"/>
                <a:gd name="connsiteY10-142" fmla="*/ 533267 h 1189836"/>
                <a:gd name="connsiteX11-143" fmla="*/ 1419659 w 1564191"/>
                <a:gd name="connsiteY11-144" fmla="*/ 535648 h 1189836"/>
                <a:gd name="connsiteX12-145" fmla="*/ 939150 w 1564191"/>
                <a:gd name="connsiteY12-146" fmla="*/ 984963 h 1189836"/>
                <a:gd name="connsiteX13-147" fmla="*/ 939150 w 1564191"/>
                <a:gd name="connsiteY13-148" fmla="*/ 985526 h 1189836"/>
                <a:gd name="connsiteX14-149" fmla="*/ 933544 w 1564191"/>
                <a:gd name="connsiteY14-150" fmla="*/ 985526 h 1189836"/>
                <a:gd name="connsiteX15-151" fmla="*/ 931752 w 1564191"/>
                <a:gd name="connsiteY15-152" fmla="*/ 985706 h 1189836"/>
                <a:gd name="connsiteX16-153" fmla="*/ 931752 w 1564191"/>
                <a:gd name="connsiteY16-154" fmla="*/ 985526 h 1189836"/>
                <a:gd name="connsiteX17-155" fmla="*/ 639997 w 1564191"/>
                <a:gd name="connsiteY17-156" fmla="*/ 985526 h 1189836"/>
                <a:gd name="connsiteX18-157" fmla="*/ 639997 w 1564191"/>
                <a:gd name="connsiteY18-158" fmla="*/ 1189836 h 1189836"/>
                <a:gd name="connsiteX0-159" fmla="*/ 639997 w 1564191"/>
                <a:gd name="connsiteY0-160" fmla="*/ 1189836 h 1189836"/>
                <a:gd name="connsiteX1-161" fmla="*/ 0 w 1564191"/>
                <a:gd name="connsiteY1-162" fmla="*/ 781216 h 1189836"/>
                <a:gd name="connsiteX2-163" fmla="*/ 639997 w 1564191"/>
                <a:gd name="connsiteY2-164" fmla="*/ 372596 h 1189836"/>
                <a:gd name="connsiteX3-165" fmla="*/ 639997 w 1564191"/>
                <a:gd name="connsiteY3-166" fmla="*/ 576906 h 1189836"/>
                <a:gd name="connsiteX4-167" fmla="*/ 939150 w 1564191"/>
                <a:gd name="connsiteY4-168" fmla="*/ 576906 h 1189836"/>
                <a:gd name="connsiteX5-169" fmla="*/ 939150 w 1564191"/>
                <a:gd name="connsiteY5-170" fmla="*/ 577238 h 1189836"/>
                <a:gd name="connsiteX6-171" fmla="*/ 1564191 w 1564191"/>
                <a:gd name="connsiteY6-172" fmla="*/ 0 h 1189836"/>
                <a:gd name="connsiteX7-173" fmla="*/ 1388017 w 1564191"/>
                <a:gd name="connsiteY7-174" fmla="*/ 530857 h 1189836"/>
                <a:gd name="connsiteX8-175" fmla="*/ 1388955 w 1564191"/>
                <a:gd name="connsiteY8-176" fmla="*/ 530862 h 1189836"/>
                <a:gd name="connsiteX9-177" fmla="*/ 1388758 w 1564191"/>
                <a:gd name="connsiteY9-178" fmla="*/ 532748 h 1189836"/>
                <a:gd name="connsiteX10-179" fmla="*/ 1419659 w 1564191"/>
                <a:gd name="connsiteY10-180" fmla="*/ 535648 h 1189836"/>
                <a:gd name="connsiteX11-181" fmla="*/ 939150 w 1564191"/>
                <a:gd name="connsiteY11-182" fmla="*/ 984963 h 1189836"/>
                <a:gd name="connsiteX12-183" fmla="*/ 939150 w 1564191"/>
                <a:gd name="connsiteY12-184" fmla="*/ 985526 h 1189836"/>
                <a:gd name="connsiteX13-185" fmla="*/ 933544 w 1564191"/>
                <a:gd name="connsiteY13-186" fmla="*/ 985526 h 1189836"/>
                <a:gd name="connsiteX14-187" fmla="*/ 931752 w 1564191"/>
                <a:gd name="connsiteY14-188" fmla="*/ 985706 h 1189836"/>
                <a:gd name="connsiteX15-189" fmla="*/ 931752 w 1564191"/>
                <a:gd name="connsiteY15-190" fmla="*/ 985526 h 1189836"/>
                <a:gd name="connsiteX16-191" fmla="*/ 639997 w 1564191"/>
                <a:gd name="connsiteY16-192" fmla="*/ 985526 h 1189836"/>
                <a:gd name="connsiteX17-193" fmla="*/ 639997 w 1564191"/>
                <a:gd name="connsiteY17-194" fmla="*/ 1189836 h 1189836"/>
                <a:gd name="connsiteX0-195" fmla="*/ 639997 w 1564191"/>
                <a:gd name="connsiteY0-196" fmla="*/ 1189836 h 1189836"/>
                <a:gd name="connsiteX1-197" fmla="*/ 0 w 1564191"/>
                <a:gd name="connsiteY1-198" fmla="*/ 781216 h 1189836"/>
                <a:gd name="connsiteX2-199" fmla="*/ 639997 w 1564191"/>
                <a:gd name="connsiteY2-200" fmla="*/ 372596 h 1189836"/>
                <a:gd name="connsiteX3-201" fmla="*/ 639997 w 1564191"/>
                <a:gd name="connsiteY3-202" fmla="*/ 576906 h 1189836"/>
                <a:gd name="connsiteX4-203" fmla="*/ 939150 w 1564191"/>
                <a:gd name="connsiteY4-204" fmla="*/ 576906 h 1189836"/>
                <a:gd name="connsiteX5-205" fmla="*/ 939150 w 1564191"/>
                <a:gd name="connsiteY5-206" fmla="*/ 577238 h 1189836"/>
                <a:gd name="connsiteX6-207" fmla="*/ 1564191 w 1564191"/>
                <a:gd name="connsiteY6-208" fmla="*/ 0 h 1189836"/>
                <a:gd name="connsiteX7-209" fmla="*/ 1388017 w 1564191"/>
                <a:gd name="connsiteY7-210" fmla="*/ 530857 h 1189836"/>
                <a:gd name="connsiteX8-211" fmla="*/ 1388955 w 1564191"/>
                <a:gd name="connsiteY8-212" fmla="*/ 530862 h 1189836"/>
                <a:gd name="connsiteX9-213" fmla="*/ 1419659 w 1564191"/>
                <a:gd name="connsiteY9-214" fmla="*/ 535648 h 1189836"/>
                <a:gd name="connsiteX10-215" fmla="*/ 939150 w 1564191"/>
                <a:gd name="connsiteY10-216" fmla="*/ 984963 h 1189836"/>
                <a:gd name="connsiteX11-217" fmla="*/ 939150 w 1564191"/>
                <a:gd name="connsiteY11-218" fmla="*/ 985526 h 1189836"/>
                <a:gd name="connsiteX12-219" fmla="*/ 933544 w 1564191"/>
                <a:gd name="connsiteY12-220" fmla="*/ 985526 h 1189836"/>
                <a:gd name="connsiteX13-221" fmla="*/ 931752 w 1564191"/>
                <a:gd name="connsiteY13-222" fmla="*/ 985706 h 1189836"/>
                <a:gd name="connsiteX14-223" fmla="*/ 931752 w 1564191"/>
                <a:gd name="connsiteY14-224" fmla="*/ 985526 h 1189836"/>
                <a:gd name="connsiteX15-225" fmla="*/ 639997 w 1564191"/>
                <a:gd name="connsiteY15-226" fmla="*/ 985526 h 1189836"/>
                <a:gd name="connsiteX16-227" fmla="*/ 639997 w 1564191"/>
                <a:gd name="connsiteY16-228" fmla="*/ 1189836 h 1189836"/>
                <a:gd name="connsiteX0-229" fmla="*/ 639997 w 1564191"/>
                <a:gd name="connsiteY0-230" fmla="*/ 1189836 h 1189836"/>
                <a:gd name="connsiteX1-231" fmla="*/ 0 w 1564191"/>
                <a:gd name="connsiteY1-232" fmla="*/ 781216 h 1189836"/>
                <a:gd name="connsiteX2-233" fmla="*/ 639997 w 1564191"/>
                <a:gd name="connsiteY2-234" fmla="*/ 372596 h 1189836"/>
                <a:gd name="connsiteX3-235" fmla="*/ 639997 w 1564191"/>
                <a:gd name="connsiteY3-236" fmla="*/ 576906 h 1189836"/>
                <a:gd name="connsiteX4-237" fmla="*/ 939150 w 1564191"/>
                <a:gd name="connsiteY4-238" fmla="*/ 576906 h 1189836"/>
                <a:gd name="connsiteX5-239" fmla="*/ 939150 w 1564191"/>
                <a:gd name="connsiteY5-240" fmla="*/ 577238 h 1189836"/>
                <a:gd name="connsiteX6-241" fmla="*/ 1564191 w 1564191"/>
                <a:gd name="connsiteY6-242" fmla="*/ 0 h 1189836"/>
                <a:gd name="connsiteX7-243" fmla="*/ 1388017 w 1564191"/>
                <a:gd name="connsiteY7-244" fmla="*/ 530857 h 1189836"/>
                <a:gd name="connsiteX8-245" fmla="*/ 1419659 w 1564191"/>
                <a:gd name="connsiteY8-246" fmla="*/ 535648 h 1189836"/>
                <a:gd name="connsiteX9-247" fmla="*/ 939150 w 1564191"/>
                <a:gd name="connsiteY9-248" fmla="*/ 984963 h 1189836"/>
                <a:gd name="connsiteX10-249" fmla="*/ 939150 w 1564191"/>
                <a:gd name="connsiteY10-250" fmla="*/ 985526 h 1189836"/>
                <a:gd name="connsiteX11-251" fmla="*/ 933544 w 1564191"/>
                <a:gd name="connsiteY11-252" fmla="*/ 985526 h 1189836"/>
                <a:gd name="connsiteX12-253" fmla="*/ 931752 w 1564191"/>
                <a:gd name="connsiteY12-254" fmla="*/ 985706 h 1189836"/>
                <a:gd name="connsiteX13-255" fmla="*/ 931752 w 1564191"/>
                <a:gd name="connsiteY13-256" fmla="*/ 985526 h 1189836"/>
                <a:gd name="connsiteX14-257" fmla="*/ 639997 w 1564191"/>
                <a:gd name="connsiteY14-258" fmla="*/ 985526 h 1189836"/>
                <a:gd name="connsiteX15-259" fmla="*/ 639997 w 1564191"/>
                <a:gd name="connsiteY15-260" fmla="*/ 1189836 h 1189836"/>
                <a:gd name="connsiteX0-261" fmla="*/ 639997 w 1564191"/>
                <a:gd name="connsiteY0-262" fmla="*/ 1189836 h 1189836"/>
                <a:gd name="connsiteX1-263" fmla="*/ 0 w 1564191"/>
                <a:gd name="connsiteY1-264" fmla="*/ 781216 h 1189836"/>
                <a:gd name="connsiteX2-265" fmla="*/ 639997 w 1564191"/>
                <a:gd name="connsiteY2-266" fmla="*/ 372596 h 1189836"/>
                <a:gd name="connsiteX3-267" fmla="*/ 639997 w 1564191"/>
                <a:gd name="connsiteY3-268" fmla="*/ 576906 h 1189836"/>
                <a:gd name="connsiteX4-269" fmla="*/ 939150 w 1564191"/>
                <a:gd name="connsiteY4-270" fmla="*/ 576906 h 1189836"/>
                <a:gd name="connsiteX5-271" fmla="*/ 939150 w 1564191"/>
                <a:gd name="connsiteY5-272" fmla="*/ 577238 h 1189836"/>
                <a:gd name="connsiteX6-273" fmla="*/ 1564191 w 1564191"/>
                <a:gd name="connsiteY6-274" fmla="*/ 0 h 1189836"/>
                <a:gd name="connsiteX7-275" fmla="*/ 1419659 w 1564191"/>
                <a:gd name="connsiteY7-276" fmla="*/ 535648 h 1189836"/>
                <a:gd name="connsiteX8-277" fmla="*/ 939150 w 1564191"/>
                <a:gd name="connsiteY8-278" fmla="*/ 984963 h 1189836"/>
                <a:gd name="connsiteX9-279" fmla="*/ 939150 w 1564191"/>
                <a:gd name="connsiteY9-280" fmla="*/ 985526 h 1189836"/>
                <a:gd name="connsiteX10-281" fmla="*/ 933544 w 1564191"/>
                <a:gd name="connsiteY10-282" fmla="*/ 985526 h 1189836"/>
                <a:gd name="connsiteX11-283" fmla="*/ 931752 w 1564191"/>
                <a:gd name="connsiteY11-284" fmla="*/ 985706 h 1189836"/>
                <a:gd name="connsiteX12-285" fmla="*/ 931752 w 1564191"/>
                <a:gd name="connsiteY12-286" fmla="*/ 985526 h 1189836"/>
                <a:gd name="connsiteX13-287" fmla="*/ 639997 w 1564191"/>
                <a:gd name="connsiteY13-288" fmla="*/ 985526 h 1189836"/>
                <a:gd name="connsiteX14-289" fmla="*/ 639997 w 1564191"/>
                <a:gd name="connsiteY14-290" fmla="*/ 1189836 h 1189836"/>
                <a:gd name="connsiteX0-291" fmla="*/ 639997 w 1564191"/>
                <a:gd name="connsiteY0-292" fmla="*/ 1189836 h 1189836"/>
                <a:gd name="connsiteX1-293" fmla="*/ 0 w 1564191"/>
                <a:gd name="connsiteY1-294" fmla="*/ 781216 h 1189836"/>
                <a:gd name="connsiteX2-295" fmla="*/ 639997 w 1564191"/>
                <a:gd name="connsiteY2-296" fmla="*/ 372596 h 1189836"/>
                <a:gd name="connsiteX3-297" fmla="*/ 639997 w 1564191"/>
                <a:gd name="connsiteY3-298" fmla="*/ 576906 h 1189836"/>
                <a:gd name="connsiteX4-299" fmla="*/ 939150 w 1564191"/>
                <a:gd name="connsiteY4-300" fmla="*/ 576906 h 1189836"/>
                <a:gd name="connsiteX5-301" fmla="*/ 939150 w 1564191"/>
                <a:gd name="connsiteY5-302" fmla="*/ 577238 h 1189836"/>
                <a:gd name="connsiteX6-303" fmla="*/ 1564191 w 1564191"/>
                <a:gd name="connsiteY6-304" fmla="*/ 0 h 1189836"/>
                <a:gd name="connsiteX7-305" fmla="*/ 1419659 w 1564191"/>
                <a:gd name="connsiteY7-306" fmla="*/ 535648 h 1189836"/>
                <a:gd name="connsiteX8-307" fmla="*/ 939150 w 1564191"/>
                <a:gd name="connsiteY8-308" fmla="*/ 984963 h 1189836"/>
                <a:gd name="connsiteX9-309" fmla="*/ 939150 w 1564191"/>
                <a:gd name="connsiteY9-310" fmla="*/ 985526 h 1189836"/>
                <a:gd name="connsiteX10-311" fmla="*/ 933544 w 1564191"/>
                <a:gd name="connsiteY10-312" fmla="*/ 985526 h 1189836"/>
                <a:gd name="connsiteX11-313" fmla="*/ 931752 w 1564191"/>
                <a:gd name="connsiteY11-314" fmla="*/ 985706 h 1189836"/>
                <a:gd name="connsiteX12-315" fmla="*/ 931752 w 1564191"/>
                <a:gd name="connsiteY12-316" fmla="*/ 985526 h 1189836"/>
                <a:gd name="connsiteX13-317" fmla="*/ 639997 w 1564191"/>
                <a:gd name="connsiteY13-318" fmla="*/ 985526 h 1189836"/>
                <a:gd name="connsiteX14-319" fmla="*/ 639997 w 1564191"/>
                <a:gd name="connsiteY14-320" fmla="*/ 1189836 h 1189836"/>
                <a:gd name="connsiteX0-321" fmla="*/ 639997 w 1938047"/>
                <a:gd name="connsiteY0-322" fmla="*/ 1094586 h 1094586"/>
                <a:gd name="connsiteX1-323" fmla="*/ 0 w 1938047"/>
                <a:gd name="connsiteY1-324" fmla="*/ 685966 h 1094586"/>
                <a:gd name="connsiteX2-325" fmla="*/ 639997 w 1938047"/>
                <a:gd name="connsiteY2-326" fmla="*/ 277346 h 1094586"/>
                <a:gd name="connsiteX3-327" fmla="*/ 639997 w 1938047"/>
                <a:gd name="connsiteY3-328" fmla="*/ 481656 h 1094586"/>
                <a:gd name="connsiteX4-329" fmla="*/ 939150 w 1938047"/>
                <a:gd name="connsiteY4-330" fmla="*/ 481656 h 1094586"/>
                <a:gd name="connsiteX5-331" fmla="*/ 939150 w 1938047"/>
                <a:gd name="connsiteY5-332" fmla="*/ 481988 h 1094586"/>
                <a:gd name="connsiteX6-333" fmla="*/ 1938047 w 1938047"/>
                <a:gd name="connsiteY6-334" fmla="*/ 0 h 1094586"/>
                <a:gd name="connsiteX7-335" fmla="*/ 1419659 w 1938047"/>
                <a:gd name="connsiteY7-336" fmla="*/ 440398 h 1094586"/>
                <a:gd name="connsiteX8-337" fmla="*/ 939150 w 1938047"/>
                <a:gd name="connsiteY8-338" fmla="*/ 889713 h 1094586"/>
                <a:gd name="connsiteX9-339" fmla="*/ 939150 w 1938047"/>
                <a:gd name="connsiteY9-340" fmla="*/ 890276 h 1094586"/>
                <a:gd name="connsiteX10-341" fmla="*/ 933544 w 1938047"/>
                <a:gd name="connsiteY10-342" fmla="*/ 890276 h 1094586"/>
                <a:gd name="connsiteX11-343" fmla="*/ 931752 w 1938047"/>
                <a:gd name="connsiteY11-344" fmla="*/ 890456 h 1094586"/>
                <a:gd name="connsiteX12-345" fmla="*/ 931752 w 1938047"/>
                <a:gd name="connsiteY12-346" fmla="*/ 890276 h 1094586"/>
                <a:gd name="connsiteX13-347" fmla="*/ 639997 w 1938047"/>
                <a:gd name="connsiteY13-348" fmla="*/ 890276 h 1094586"/>
                <a:gd name="connsiteX14-349" fmla="*/ 639997 w 1938047"/>
                <a:gd name="connsiteY14-350" fmla="*/ 1094586 h 1094586"/>
                <a:gd name="connsiteX0-351" fmla="*/ 639997 w 1938047"/>
                <a:gd name="connsiteY0-352" fmla="*/ 1094586 h 1094586"/>
                <a:gd name="connsiteX1-353" fmla="*/ 0 w 1938047"/>
                <a:gd name="connsiteY1-354" fmla="*/ 685966 h 1094586"/>
                <a:gd name="connsiteX2-355" fmla="*/ 639997 w 1938047"/>
                <a:gd name="connsiteY2-356" fmla="*/ 277346 h 1094586"/>
                <a:gd name="connsiteX3-357" fmla="*/ 639997 w 1938047"/>
                <a:gd name="connsiteY3-358" fmla="*/ 481656 h 1094586"/>
                <a:gd name="connsiteX4-359" fmla="*/ 939150 w 1938047"/>
                <a:gd name="connsiteY4-360" fmla="*/ 481656 h 1094586"/>
                <a:gd name="connsiteX5-361" fmla="*/ 939150 w 1938047"/>
                <a:gd name="connsiteY5-362" fmla="*/ 481988 h 1094586"/>
                <a:gd name="connsiteX6-363" fmla="*/ 1938047 w 1938047"/>
                <a:gd name="connsiteY6-364" fmla="*/ 0 h 1094586"/>
                <a:gd name="connsiteX7-365" fmla="*/ 1483952 w 1938047"/>
                <a:gd name="connsiteY7-366" fmla="*/ 502310 h 1094586"/>
                <a:gd name="connsiteX8-367" fmla="*/ 939150 w 1938047"/>
                <a:gd name="connsiteY8-368" fmla="*/ 889713 h 1094586"/>
                <a:gd name="connsiteX9-369" fmla="*/ 939150 w 1938047"/>
                <a:gd name="connsiteY9-370" fmla="*/ 890276 h 1094586"/>
                <a:gd name="connsiteX10-371" fmla="*/ 933544 w 1938047"/>
                <a:gd name="connsiteY10-372" fmla="*/ 890276 h 1094586"/>
                <a:gd name="connsiteX11-373" fmla="*/ 931752 w 1938047"/>
                <a:gd name="connsiteY11-374" fmla="*/ 890456 h 1094586"/>
                <a:gd name="connsiteX12-375" fmla="*/ 931752 w 1938047"/>
                <a:gd name="connsiteY12-376" fmla="*/ 890276 h 1094586"/>
                <a:gd name="connsiteX13-377" fmla="*/ 639997 w 1938047"/>
                <a:gd name="connsiteY13-378" fmla="*/ 890276 h 1094586"/>
                <a:gd name="connsiteX14-379" fmla="*/ 639997 w 1938047"/>
                <a:gd name="connsiteY14-380" fmla="*/ 1094586 h 1094586"/>
                <a:gd name="connsiteX0-381" fmla="*/ 639997 w 1938047"/>
                <a:gd name="connsiteY0-382" fmla="*/ 1094586 h 1094586"/>
                <a:gd name="connsiteX1-383" fmla="*/ 0 w 1938047"/>
                <a:gd name="connsiteY1-384" fmla="*/ 685966 h 1094586"/>
                <a:gd name="connsiteX2-385" fmla="*/ 639997 w 1938047"/>
                <a:gd name="connsiteY2-386" fmla="*/ 277346 h 1094586"/>
                <a:gd name="connsiteX3-387" fmla="*/ 639997 w 1938047"/>
                <a:gd name="connsiteY3-388" fmla="*/ 481656 h 1094586"/>
                <a:gd name="connsiteX4-389" fmla="*/ 939150 w 1938047"/>
                <a:gd name="connsiteY4-390" fmla="*/ 481656 h 1094586"/>
                <a:gd name="connsiteX5-391" fmla="*/ 939150 w 1938047"/>
                <a:gd name="connsiteY5-392" fmla="*/ 481988 h 1094586"/>
                <a:gd name="connsiteX6-393" fmla="*/ 1938047 w 1938047"/>
                <a:gd name="connsiteY6-394" fmla="*/ 0 h 1094586"/>
                <a:gd name="connsiteX7-395" fmla="*/ 1483952 w 1938047"/>
                <a:gd name="connsiteY7-396" fmla="*/ 502310 h 1094586"/>
                <a:gd name="connsiteX8-397" fmla="*/ 939150 w 1938047"/>
                <a:gd name="connsiteY8-398" fmla="*/ 889713 h 1094586"/>
                <a:gd name="connsiteX9-399" fmla="*/ 939150 w 1938047"/>
                <a:gd name="connsiteY9-400" fmla="*/ 890276 h 1094586"/>
                <a:gd name="connsiteX10-401" fmla="*/ 933544 w 1938047"/>
                <a:gd name="connsiteY10-402" fmla="*/ 890276 h 1094586"/>
                <a:gd name="connsiteX11-403" fmla="*/ 931752 w 1938047"/>
                <a:gd name="connsiteY11-404" fmla="*/ 890456 h 1094586"/>
                <a:gd name="connsiteX12-405" fmla="*/ 931752 w 1938047"/>
                <a:gd name="connsiteY12-406" fmla="*/ 890276 h 1094586"/>
                <a:gd name="connsiteX13-407" fmla="*/ 639997 w 1938047"/>
                <a:gd name="connsiteY13-408" fmla="*/ 890276 h 1094586"/>
                <a:gd name="connsiteX14-409" fmla="*/ 639997 w 1938047"/>
                <a:gd name="connsiteY14-410" fmla="*/ 1094586 h 1094586"/>
                <a:gd name="connsiteX0-411" fmla="*/ 639997 w 1938047"/>
                <a:gd name="connsiteY0-412" fmla="*/ 1094586 h 1094586"/>
                <a:gd name="connsiteX1-413" fmla="*/ 0 w 1938047"/>
                <a:gd name="connsiteY1-414" fmla="*/ 685966 h 1094586"/>
                <a:gd name="connsiteX2-415" fmla="*/ 639997 w 1938047"/>
                <a:gd name="connsiteY2-416" fmla="*/ 277346 h 1094586"/>
                <a:gd name="connsiteX3-417" fmla="*/ 639997 w 1938047"/>
                <a:gd name="connsiteY3-418" fmla="*/ 481656 h 1094586"/>
                <a:gd name="connsiteX4-419" fmla="*/ 939150 w 1938047"/>
                <a:gd name="connsiteY4-420" fmla="*/ 481656 h 1094586"/>
                <a:gd name="connsiteX5-421" fmla="*/ 1938047 w 1938047"/>
                <a:gd name="connsiteY5-422" fmla="*/ 0 h 1094586"/>
                <a:gd name="connsiteX6-423" fmla="*/ 1483952 w 1938047"/>
                <a:gd name="connsiteY6-424" fmla="*/ 502310 h 1094586"/>
                <a:gd name="connsiteX7-425" fmla="*/ 939150 w 1938047"/>
                <a:gd name="connsiteY7-426" fmla="*/ 889713 h 1094586"/>
                <a:gd name="connsiteX8-427" fmla="*/ 939150 w 1938047"/>
                <a:gd name="connsiteY8-428" fmla="*/ 890276 h 1094586"/>
                <a:gd name="connsiteX9-429" fmla="*/ 933544 w 1938047"/>
                <a:gd name="connsiteY9-430" fmla="*/ 890276 h 1094586"/>
                <a:gd name="connsiteX10-431" fmla="*/ 931752 w 1938047"/>
                <a:gd name="connsiteY10-432" fmla="*/ 890456 h 1094586"/>
                <a:gd name="connsiteX11-433" fmla="*/ 931752 w 1938047"/>
                <a:gd name="connsiteY11-434" fmla="*/ 890276 h 1094586"/>
                <a:gd name="connsiteX12-435" fmla="*/ 639997 w 1938047"/>
                <a:gd name="connsiteY12-436" fmla="*/ 890276 h 1094586"/>
                <a:gd name="connsiteX13-437" fmla="*/ 639997 w 1938047"/>
                <a:gd name="connsiteY13-438" fmla="*/ 1094586 h 1094586"/>
                <a:gd name="connsiteX0-439" fmla="*/ 639997 w 1938047"/>
                <a:gd name="connsiteY0-440" fmla="*/ 1094586 h 1094586"/>
                <a:gd name="connsiteX1-441" fmla="*/ 0 w 1938047"/>
                <a:gd name="connsiteY1-442" fmla="*/ 685966 h 1094586"/>
                <a:gd name="connsiteX2-443" fmla="*/ 639997 w 1938047"/>
                <a:gd name="connsiteY2-444" fmla="*/ 277346 h 1094586"/>
                <a:gd name="connsiteX3-445" fmla="*/ 639997 w 1938047"/>
                <a:gd name="connsiteY3-446" fmla="*/ 481656 h 1094586"/>
                <a:gd name="connsiteX4-447" fmla="*/ 1938047 w 1938047"/>
                <a:gd name="connsiteY4-448" fmla="*/ 0 h 1094586"/>
                <a:gd name="connsiteX5-449" fmla="*/ 1483952 w 1938047"/>
                <a:gd name="connsiteY5-450" fmla="*/ 502310 h 1094586"/>
                <a:gd name="connsiteX6-451" fmla="*/ 939150 w 1938047"/>
                <a:gd name="connsiteY6-452" fmla="*/ 889713 h 1094586"/>
                <a:gd name="connsiteX7-453" fmla="*/ 939150 w 1938047"/>
                <a:gd name="connsiteY7-454" fmla="*/ 890276 h 1094586"/>
                <a:gd name="connsiteX8-455" fmla="*/ 933544 w 1938047"/>
                <a:gd name="connsiteY8-456" fmla="*/ 890276 h 1094586"/>
                <a:gd name="connsiteX9-457" fmla="*/ 931752 w 1938047"/>
                <a:gd name="connsiteY9-458" fmla="*/ 890456 h 1094586"/>
                <a:gd name="connsiteX10-459" fmla="*/ 931752 w 1938047"/>
                <a:gd name="connsiteY10-460" fmla="*/ 890276 h 1094586"/>
                <a:gd name="connsiteX11-461" fmla="*/ 639997 w 1938047"/>
                <a:gd name="connsiteY11-462" fmla="*/ 890276 h 1094586"/>
                <a:gd name="connsiteX12-463" fmla="*/ 639997 w 1938047"/>
                <a:gd name="connsiteY12-464" fmla="*/ 1094586 h 1094586"/>
                <a:gd name="connsiteX0-465" fmla="*/ 639997 w 1938047"/>
                <a:gd name="connsiteY0-466" fmla="*/ 1094586 h 1094586"/>
                <a:gd name="connsiteX1-467" fmla="*/ 0 w 1938047"/>
                <a:gd name="connsiteY1-468" fmla="*/ 685966 h 1094586"/>
                <a:gd name="connsiteX2-469" fmla="*/ 639997 w 1938047"/>
                <a:gd name="connsiteY2-470" fmla="*/ 277346 h 1094586"/>
                <a:gd name="connsiteX3-471" fmla="*/ 639997 w 1938047"/>
                <a:gd name="connsiteY3-472" fmla="*/ 481656 h 1094586"/>
                <a:gd name="connsiteX4-473" fmla="*/ 1938047 w 1938047"/>
                <a:gd name="connsiteY4-474" fmla="*/ 0 h 1094586"/>
                <a:gd name="connsiteX5-475" fmla="*/ 1483952 w 1938047"/>
                <a:gd name="connsiteY5-476" fmla="*/ 502310 h 1094586"/>
                <a:gd name="connsiteX6-477" fmla="*/ 939150 w 1938047"/>
                <a:gd name="connsiteY6-478" fmla="*/ 889713 h 1094586"/>
                <a:gd name="connsiteX7-479" fmla="*/ 939150 w 1938047"/>
                <a:gd name="connsiteY7-480" fmla="*/ 890276 h 1094586"/>
                <a:gd name="connsiteX8-481" fmla="*/ 933544 w 1938047"/>
                <a:gd name="connsiteY8-482" fmla="*/ 890276 h 1094586"/>
                <a:gd name="connsiteX9-483" fmla="*/ 931752 w 1938047"/>
                <a:gd name="connsiteY9-484" fmla="*/ 890456 h 1094586"/>
                <a:gd name="connsiteX10-485" fmla="*/ 931752 w 1938047"/>
                <a:gd name="connsiteY10-486" fmla="*/ 890276 h 1094586"/>
                <a:gd name="connsiteX11-487" fmla="*/ 639997 w 1938047"/>
                <a:gd name="connsiteY11-488" fmla="*/ 890276 h 1094586"/>
                <a:gd name="connsiteX12-489" fmla="*/ 639997 w 1938047"/>
                <a:gd name="connsiteY12-490" fmla="*/ 1094586 h 1094586"/>
                <a:gd name="connsiteX0-491" fmla="*/ 639997 w 1938047"/>
                <a:gd name="connsiteY0-492" fmla="*/ 1094586 h 1094586"/>
                <a:gd name="connsiteX1-493" fmla="*/ 0 w 1938047"/>
                <a:gd name="connsiteY1-494" fmla="*/ 685966 h 1094586"/>
                <a:gd name="connsiteX2-495" fmla="*/ 639997 w 1938047"/>
                <a:gd name="connsiteY2-496" fmla="*/ 277346 h 1094586"/>
                <a:gd name="connsiteX3-497" fmla="*/ 639997 w 1938047"/>
                <a:gd name="connsiteY3-498" fmla="*/ 481656 h 1094586"/>
                <a:gd name="connsiteX4-499" fmla="*/ 1938047 w 1938047"/>
                <a:gd name="connsiteY4-500" fmla="*/ 0 h 1094586"/>
                <a:gd name="connsiteX5-501" fmla="*/ 1483952 w 1938047"/>
                <a:gd name="connsiteY5-502" fmla="*/ 502310 h 1094586"/>
                <a:gd name="connsiteX6-503" fmla="*/ 939150 w 1938047"/>
                <a:gd name="connsiteY6-504" fmla="*/ 889713 h 1094586"/>
                <a:gd name="connsiteX7-505" fmla="*/ 939150 w 1938047"/>
                <a:gd name="connsiteY7-506" fmla="*/ 890276 h 1094586"/>
                <a:gd name="connsiteX8-507" fmla="*/ 933544 w 1938047"/>
                <a:gd name="connsiteY8-508" fmla="*/ 890276 h 1094586"/>
                <a:gd name="connsiteX9-509" fmla="*/ 931752 w 1938047"/>
                <a:gd name="connsiteY9-510" fmla="*/ 890456 h 1094586"/>
                <a:gd name="connsiteX10-511" fmla="*/ 931752 w 1938047"/>
                <a:gd name="connsiteY10-512" fmla="*/ 890276 h 1094586"/>
                <a:gd name="connsiteX11-513" fmla="*/ 639997 w 1938047"/>
                <a:gd name="connsiteY11-514" fmla="*/ 890276 h 1094586"/>
                <a:gd name="connsiteX12-515" fmla="*/ 639997 w 1938047"/>
                <a:gd name="connsiteY12-516" fmla="*/ 1094586 h 1094586"/>
                <a:gd name="connsiteX0-517" fmla="*/ 639997 w 1860409"/>
                <a:gd name="connsiteY0-518" fmla="*/ 1275741 h 1275741"/>
                <a:gd name="connsiteX1-519" fmla="*/ 0 w 1860409"/>
                <a:gd name="connsiteY1-520" fmla="*/ 867121 h 1275741"/>
                <a:gd name="connsiteX2-521" fmla="*/ 639997 w 1860409"/>
                <a:gd name="connsiteY2-522" fmla="*/ 458501 h 1275741"/>
                <a:gd name="connsiteX3-523" fmla="*/ 639997 w 1860409"/>
                <a:gd name="connsiteY3-524" fmla="*/ 662811 h 1275741"/>
                <a:gd name="connsiteX4-525" fmla="*/ 1860409 w 1860409"/>
                <a:gd name="connsiteY4-526" fmla="*/ 0 h 1275741"/>
                <a:gd name="connsiteX5-527" fmla="*/ 1483952 w 1860409"/>
                <a:gd name="connsiteY5-528" fmla="*/ 683465 h 1275741"/>
                <a:gd name="connsiteX6-529" fmla="*/ 939150 w 1860409"/>
                <a:gd name="connsiteY6-530" fmla="*/ 1070868 h 1275741"/>
                <a:gd name="connsiteX7-531" fmla="*/ 939150 w 1860409"/>
                <a:gd name="connsiteY7-532" fmla="*/ 1071431 h 1275741"/>
                <a:gd name="connsiteX8-533" fmla="*/ 933544 w 1860409"/>
                <a:gd name="connsiteY8-534" fmla="*/ 1071431 h 1275741"/>
                <a:gd name="connsiteX9-535" fmla="*/ 931752 w 1860409"/>
                <a:gd name="connsiteY9-536" fmla="*/ 1071611 h 1275741"/>
                <a:gd name="connsiteX10-537" fmla="*/ 931752 w 1860409"/>
                <a:gd name="connsiteY10-538" fmla="*/ 1071431 h 1275741"/>
                <a:gd name="connsiteX11-539" fmla="*/ 639997 w 1860409"/>
                <a:gd name="connsiteY11-540" fmla="*/ 1071431 h 1275741"/>
                <a:gd name="connsiteX12-541" fmla="*/ 639997 w 1860409"/>
                <a:gd name="connsiteY12-542" fmla="*/ 1275741 h 1275741"/>
                <a:gd name="connsiteX0-543" fmla="*/ 639997 w 1860409"/>
                <a:gd name="connsiteY0-544" fmla="*/ 1275741 h 1275741"/>
                <a:gd name="connsiteX1-545" fmla="*/ 0 w 1860409"/>
                <a:gd name="connsiteY1-546" fmla="*/ 867121 h 1275741"/>
                <a:gd name="connsiteX2-547" fmla="*/ 639997 w 1860409"/>
                <a:gd name="connsiteY2-548" fmla="*/ 458501 h 1275741"/>
                <a:gd name="connsiteX3-549" fmla="*/ 639997 w 1860409"/>
                <a:gd name="connsiteY3-550" fmla="*/ 662811 h 1275741"/>
                <a:gd name="connsiteX4-551" fmla="*/ 1860409 w 1860409"/>
                <a:gd name="connsiteY4-552" fmla="*/ 0 h 1275741"/>
                <a:gd name="connsiteX5-553" fmla="*/ 1483952 w 1860409"/>
                <a:gd name="connsiteY5-554" fmla="*/ 683465 h 1275741"/>
                <a:gd name="connsiteX6-555" fmla="*/ 939150 w 1860409"/>
                <a:gd name="connsiteY6-556" fmla="*/ 1070868 h 1275741"/>
                <a:gd name="connsiteX7-557" fmla="*/ 939150 w 1860409"/>
                <a:gd name="connsiteY7-558" fmla="*/ 1071431 h 1275741"/>
                <a:gd name="connsiteX8-559" fmla="*/ 933544 w 1860409"/>
                <a:gd name="connsiteY8-560" fmla="*/ 1071431 h 1275741"/>
                <a:gd name="connsiteX9-561" fmla="*/ 931752 w 1860409"/>
                <a:gd name="connsiteY9-562" fmla="*/ 1071611 h 1275741"/>
                <a:gd name="connsiteX10-563" fmla="*/ 931752 w 1860409"/>
                <a:gd name="connsiteY10-564" fmla="*/ 1071431 h 1275741"/>
                <a:gd name="connsiteX11-565" fmla="*/ 639997 w 1860409"/>
                <a:gd name="connsiteY11-566" fmla="*/ 1071431 h 1275741"/>
                <a:gd name="connsiteX12-567" fmla="*/ 639997 w 1860409"/>
                <a:gd name="connsiteY12-568" fmla="*/ 1275741 h 1275741"/>
                <a:gd name="connsiteX0-569" fmla="*/ 639997 w 1860409"/>
                <a:gd name="connsiteY0-570" fmla="*/ 1275741 h 1275741"/>
                <a:gd name="connsiteX1-571" fmla="*/ 0 w 1860409"/>
                <a:gd name="connsiteY1-572" fmla="*/ 867121 h 1275741"/>
                <a:gd name="connsiteX2-573" fmla="*/ 639997 w 1860409"/>
                <a:gd name="connsiteY2-574" fmla="*/ 458501 h 1275741"/>
                <a:gd name="connsiteX3-575" fmla="*/ 639997 w 1860409"/>
                <a:gd name="connsiteY3-576" fmla="*/ 662811 h 1275741"/>
                <a:gd name="connsiteX4-577" fmla="*/ 1860409 w 1860409"/>
                <a:gd name="connsiteY4-578" fmla="*/ 0 h 1275741"/>
                <a:gd name="connsiteX5-579" fmla="*/ 1483952 w 1860409"/>
                <a:gd name="connsiteY5-580" fmla="*/ 683465 h 1275741"/>
                <a:gd name="connsiteX6-581" fmla="*/ 939150 w 1860409"/>
                <a:gd name="connsiteY6-582" fmla="*/ 1070868 h 1275741"/>
                <a:gd name="connsiteX7-583" fmla="*/ 939150 w 1860409"/>
                <a:gd name="connsiteY7-584" fmla="*/ 1071431 h 1275741"/>
                <a:gd name="connsiteX8-585" fmla="*/ 933544 w 1860409"/>
                <a:gd name="connsiteY8-586" fmla="*/ 1071431 h 1275741"/>
                <a:gd name="connsiteX9-587" fmla="*/ 931752 w 1860409"/>
                <a:gd name="connsiteY9-588" fmla="*/ 1071611 h 1275741"/>
                <a:gd name="connsiteX10-589" fmla="*/ 931752 w 1860409"/>
                <a:gd name="connsiteY10-590" fmla="*/ 1071431 h 1275741"/>
                <a:gd name="connsiteX11-591" fmla="*/ 639997 w 1860409"/>
                <a:gd name="connsiteY11-592" fmla="*/ 1071431 h 1275741"/>
                <a:gd name="connsiteX12-593" fmla="*/ 639997 w 1860409"/>
                <a:gd name="connsiteY12-594" fmla="*/ 1275741 h 1275741"/>
                <a:gd name="connsiteX0-595" fmla="*/ 639997 w 1860409"/>
                <a:gd name="connsiteY0-596" fmla="*/ 1275741 h 1275741"/>
                <a:gd name="connsiteX1-597" fmla="*/ 0 w 1860409"/>
                <a:gd name="connsiteY1-598" fmla="*/ 867121 h 1275741"/>
                <a:gd name="connsiteX2-599" fmla="*/ 639997 w 1860409"/>
                <a:gd name="connsiteY2-600" fmla="*/ 458501 h 1275741"/>
                <a:gd name="connsiteX3-601" fmla="*/ 639997 w 1860409"/>
                <a:gd name="connsiteY3-602" fmla="*/ 662811 h 1275741"/>
                <a:gd name="connsiteX4-603" fmla="*/ 1860409 w 1860409"/>
                <a:gd name="connsiteY4-604" fmla="*/ 0 h 1275741"/>
                <a:gd name="connsiteX5-605" fmla="*/ 1483952 w 1860409"/>
                <a:gd name="connsiteY5-606" fmla="*/ 683465 h 1275741"/>
                <a:gd name="connsiteX6-607" fmla="*/ 939150 w 1860409"/>
                <a:gd name="connsiteY6-608" fmla="*/ 1070868 h 1275741"/>
                <a:gd name="connsiteX7-609" fmla="*/ 939150 w 1860409"/>
                <a:gd name="connsiteY7-610" fmla="*/ 1071431 h 1275741"/>
                <a:gd name="connsiteX8-611" fmla="*/ 933544 w 1860409"/>
                <a:gd name="connsiteY8-612" fmla="*/ 1071431 h 1275741"/>
                <a:gd name="connsiteX9-613" fmla="*/ 931752 w 1860409"/>
                <a:gd name="connsiteY9-614" fmla="*/ 1071611 h 1275741"/>
                <a:gd name="connsiteX10-615" fmla="*/ 931752 w 1860409"/>
                <a:gd name="connsiteY10-616" fmla="*/ 1071431 h 1275741"/>
                <a:gd name="connsiteX11-617" fmla="*/ 639997 w 1860409"/>
                <a:gd name="connsiteY11-618" fmla="*/ 1071431 h 1275741"/>
                <a:gd name="connsiteX12-619" fmla="*/ 639997 w 1860409"/>
                <a:gd name="connsiteY12-620" fmla="*/ 1275741 h 1275741"/>
                <a:gd name="connsiteX0-621" fmla="*/ 639997 w 1860409"/>
                <a:gd name="connsiteY0-622" fmla="*/ 1275741 h 1275741"/>
                <a:gd name="connsiteX1-623" fmla="*/ 0 w 1860409"/>
                <a:gd name="connsiteY1-624" fmla="*/ 867121 h 1275741"/>
                <a:gd name="connsiteX2-625" fmla="*/ 639997 w 1860409"/>
                <a:gd name="connsiteY2-626" fmla="*/ 458501 h 1275741"/>
                <a:gd name="connsiteX3-627" fmla="*/ 639997 w 1860409"/>
                <a:gd name="connsiteY3-628" fmla="*/ 662811 h 1275741"/>
                <a:gd name="connsiteX4-629" fmla="*/ 1860409 w 1860409"/>
                <a:gd name="connsiteY4-630" fmla="*/ 0 h 1275741"/>
                <a:gd name="connsiteX5-631" fmla="*/ 1483952 w 1860409"/>
                <a:gd name="connsiteY5-632" fmla="*/ 683465 h 1275741"/>
                <a:gd name="connsiteX6-633" fmla="*/ 939150 w 1860409"/>
                <a:gd name="connsiteY6-634" fmla="*/ 1070868 h 1275741"/>
                <a:gd name="connsiteX7-635" fmla="*/ 939150 w 1860409"/>
                <a:gd name="connsiteY7-636" fmla="*/ 1071431 h 1275741"/>
                <a:gd name="connsiteX8-637" fmla="*/ 933544 w 1860409"/>
                <a:gd name="connsiteY8-638" fmla="*/ 1071431 h 1275741"/>
                <a:gd name="connsiteX9-639" fmla="*/ 931752 w 1860409"/>
                <a:gd name="connsiteY9-640" fmla="*/ 1071611 h 1275741"/>
                <a:gd name="connsiteX10-641" fmla="*/ 931752 w 1860409"/>
                <a:gd name="connsiteY10-642" fmla="*/ 1071431 h 1275741"/>
                <a:gd name="connsiteX11-643" fmla="*/ 639997 w 1860409"/>
                <a:gd name="connsiteY11-644" fmla="*/ 1071431 h 1275741"/>
                <a:gd name="connsiteX12-645" fmla="*/ 639997 w 1860409"/>
                <a:gd name="connsiteY12-646" fmla="*/ 1275741 h 1275741"/>
                <a:gd name="connsiteX0-647" fmla="*/ 639997 w 1860409"/>
                <a:gd name="connsiteY0-648" fmla="*/ 1275741 h 1275741"/>
                <a:gd name="connsiteX1-649" fmla="*/ 0 w 1860409"/>
                <a:gd name="connsiteY1-650" fmla="*/ 867121 h 1275741"/>
                <a:gd name="connsiteX2-651" fmla="*/ 639997 w 1860409"/>
                <a:gd name="connsiteY2-652" fmla="*/ 458501 h 1275741"/>
                <a:gd name="connsiteX3-653" fmla="*/ 639997 w 1860409"/>
                <a:gd name="connsiteY3-654" fmla="*/ 662811 h 1275741"/>
                <a:gd name="connsiteX4-655" fmla="*/ 1860409 w 1860409"/>
                <a:gd name="connsiteY4-656" fmla="*/ 0 h 1275741"/>
                <a:gd name="connsiteX5-657" fmla="*/ 1483952 w 1860409"/>
                <a:gd name="connsiteY5-658" fmla="*/ 683465 h 1275741"/>
                <a:gd name="connsiteX6-659" fmla="*/ 939150 w 1860409"/>
                <a:gd name="connsiteY6-660" fmla="*/ 1070868 h 1275741"/>
                <a:gd name="connsiteX7-661" fmla="*/ 939150 w 1860409"/>
                <a:gd name="connsiteY7-662" fmla="*/ 1071431 h 1275741"/>
                <a:gd name="connsiteX8-663" fmla="*/ 933544 w 1860409"/>
                <a:gd name="connsiteY8-664" fmla="*/ 1071431 h 1275741"/>
                <a:gd name="connsiteX9-665" fmla="*/ 931752 w 1860409"/>
                <a:gd name="connsiteY9-666" fmla="*/ 1071611 h 1275741"/>
                <a:gd name="connsiteX10-667" fmla="*/ 931752 w 1860409"/>
                <a:gd name="connsiteY10-668" fmla="*/ 1071431 h 1275741"/>
                <a:gd name="connsiteX11-669" fmla="*/ 639997 w 1860409"/>
                <a:gd name="connsiteY11-670" fmla="*/ 1071431 h 1275741"/>
                <a:gd name="connsiteX12-671" fmla="*/ 639997 w 1860409"/>
                <a:gd name="connsiteY12-672" fmla="*/ 1275741 h 1275741"/>
                <a:gd name="connsiteX0-673" fmla="*/ 639997 w 1860409"/>
                <a:gd name="connsiteY0-674" fmla="*/ 1275741 h 1275741"/>
                <a:gd name="connsiteX1-675" fmla="*/ 0 w 1860409"/>
                <a:gd name="connsiteY1-676" fmla="*/ 867121 h 1275741"/>
                <a:gd name="connsiteX2-677" fmla="*/ 639997 w 1860409"/>
                <a:gd name="connsiteY2-678" fmla="*/ 458501 h 1275741"/>
                <a:gd name="connsiteX3-679" fmla="*/ 639997 w 1860409"/>
                <a:gd name="connsiteY3-680" fmla="*/ 662811 h 1275741"/>
                <a:gd name="connsiteX4-681" fmla="*/ 1860409 w 1860409"/>
                <a:gd name="connsiteY4-682" fmla="*/ 0 h 1275741"/>
                <a:gd name="connsiteX5-683" fmla="*/ 1483952 w 1860409"/>
                <a:gd name="connsiteY5-684" fmla="*/ 683465 h 1275741"/>
                <a:gd name="connsiteX6-685" fmla="*/ 939150 w 1860409"/>
                <a:gd name="connsiteY6-686" fmla="*/ 1070868 h 1275741"/>
                <a:gd name="connsiteX7-687" fmla="*/ 939150 w 1860409"/>
                <a:gd name="connsiteY7-688" fmla="*/ 1071431 h 1275741"/>
                <a:gd name="connsiteX8-689" fmla="*/ 933544 w 1860409"/>
                <a:gd name="connsiteY8-690" fmla="*/ 1071431 h 1275741"/>
                <a:gd name="connsiteX9-691" fmla="*/ 931752 w 1860409"/>
                <a:gd name="connsiteY9-692" fmla="*/ 1071611 h 1275741"/>
                <a:gd name="connsiteX10-693" fmla="*/ 931752 w 1860409"/>
                <a:gd name="connsiteY10-694" fmla="*/ 1071431 h 1275741"/>
                <a:gd name="connsiteX11-695" fmla="*/ 639997 w 1860409"/>
                <a:gd name="connsiteY11-696" fmla="*/ 1071431 h 1275741"/>
                <a:gd name="connsiteX12-697" fmla="*/ 639997 w 1860409"/>
                <a:gd name="connsiteY12-698" fmla="*/ 1275741 h 1275741"/>
                <a:gd name="connsiteX0-699" fmla="*/ 639997 w 1860409"/>
                <a:gd name="connsiteY0-700" fmla="*/ 1275741 h 1275741"/>
                <a:gd name="connsiteX1-701" fmla="*/ 0 w 1860409"/>
                <a:gd name="connsiteY1-702" fmla="*/ 867121 h 1275741"/>
                <a:gd name="connsiteX2-703" fmla="*/ 639997 w 1860409"/>
                <a:gd name="connsiteY2-704" fmla="*/ 458501 h 1275741"/>
                <a:gd name="connsiteX3-705" fmla="*/ 639997 w 1860409"/>
                <a:gd name="connsiteY3-706" fmla="*/ 662811 h 1275741"/>
                <a:gd name="connsiteX4-707" fmla="*/ 1860409 w 1860409"/>
                <a:gd name="connsiteY4-708" fmla="*/ 0 h 1275741"/>
                <a:gd name="connsiteX5-709" fmla="*/ 1639227 w 1860409"/>
                <a:gd name="connsiteY5-710" fmla="*/ 717971 h 1275741"/>
                <a:gd name="connsiteX6-711" fmla="*/ 939150 w 1860409"/>
                <a:gd name="connsiteY6-712" fmla="*/ 1070868 h 1275741"/>
                <a:gd name="connsiteX7-713" fmla="*/ 939150 w 1860409"/>
                <a:gd name="connsiteY7-714" fmla="*/ 1071431 h 1275741"/>
                <a:gd name="connsiteX8-715" fmla="*/ 933544 w 1860409"/>
                <a:gd name="connsiteY8-716" fmla="*/ 1071431 h 1275741"/>
                <a:gd name="connsiteX9-717" fmla="*/ 931752 w 1860409"/>
                <a:gd name="connsiteY9-718" fmla="*/ 1071611 h 1275741"/>
                <a:gd name="connsiteX10-719" fmla="*/ 931752 w 1860409"/>
                <a:gd name="connsiteY10-720" fmla="*/ 1071431 h 1275741"/>
                <a:gd name="connsiteX11-721" fmla="*/ 639997 w 1860409"/>
                <a:gd name="connsiteY11-722" fmla="*/ 1071431 h 1275741"/>
                <a:gd name="connsiteX12-723" fmla="*/ 639997 w 1860409"/>
                <a:gd name="connsiteY12-724" fmla="*/ 1275741 h 1275741"/>
                <a:gd name="connsiteX0-725" fmla="*/ 639997 w 1860409"/>
                <a:gd name="connsiteY0-726" fmla="*/ 1275741 h 1275741"/>
                <a:gd name="connsiteX1-727" fmla="*/ 0 w 1860409"/>
                <a:gd name="connsiteY1-728" fmla="*/ 867121 h 1275741"/>
                <a:gd name="connsiteX2-729" fmla="*/ 639997 w 1860409"/>
                <a:gd name="connsiteY2-730" fmla="*/ 458501 h 1275741"/>
                <a:gd name="connsiteX3-731" fmla="*/ 639997 w 1860409"/>
                <a:gd name="connsiteY3-732" fmla="*/ 662811 h 1275741"/>
                <a:gd name="connsiteX4-733" fmla="*/ 1860409 w 1860409"/>
                <a:gd name="connsiteY4-734" fmla="*/ 0 h 1275741"/>
                <a:gd name="connsiteX5-735" fmla="*/ 1639227 w 1860409"/>
                <a:gd name="connsiteY5-736" fmla="*/ 717971 h 1275741"/>
                <a:gd name="connsiteX6-737" fmla="*/ 939150 w 1860409"/>
                <a:gd name="connsiteY6-738" fmla="*/ 1070868 h 1275741"/>
                <a:gd name="connsiteX7-739" fmla="*/ 939150 w 1860409"/>
                <a:gd name="connsiteY7-740" fmla="*/ 1071431 h 1275741"/>
                <a:gd name="connsiteX8-741" fmla="*/ 933544 w 1860409"/>
                <a:gd name="connsiteY8-742" fmla="*/ 1071431 h 1275741"/>
                <a:gd name="connsiteX9-743" fmla="*/ 931752 w 1860409"/>
                <a:gd name="connsiteY9-744" fmla="*/ 1071611 h 1275741"/>
                <a:gd name="connsiteX10-745" fmla="*/ 931752 w 1860409"/>
                <a:gd name="connsiteY10-746" fmla="*/ 1071431 h 1275741"/>
                <a:gd name="connsiteX11-747" fmla="*/ 639997 w 1860409"/>
                <a:gd name="connsiteY11-748" fmla="*/ 1071431 h 1275741"/>
                <a:gd name="connsiteX12-749" fmla="*/ 639997 w 1860409"/>
                <a:gd name="connsiteY12-750" fmla="*/ 1275741 h 1275741"/>
                <a:gd name="connsiteX0-751" fmla="*/ 639997 w 1860409"/>
                <a:gd name="connsiteY0-752" fmla="*/ 1275741 h 1275741"/>
                <a:gd name="connsiteX1-753" fmla="*/ 0 w 1860409"/>
                <a:gd name="connsiteY1-754" fmla="*/ 867121 h 1275741"/>
                <a:gd name="connsiteX2-755" fmla="*/ 639997 w 1860409"/>
                <a:gd name="connsiteY2-756" fmla="*/ 458501 h 1275741"/>
                <a:gd name="connsiteX3-757" fmla="*/ 639997 w 1860409"/>
                <a:gd name="connsiteY3-758" fmla="*/ 662811 h 1275741"/>
                <a:gd name="connsiteX4-759" fmla="*/ 1860409 w 1860409"/>
                <a:gd name="connsiteY4-760" fmla="*/ 0 h 1275741"/>
                <a:gd name="connsiteX5-761" fmla="*/ 1690986 w 1860409"/>
                <a:gd name="connsiteY5-762" fmla="*/ 700718 h 1275741"/>
                <a:gd name="connsiteX6-763" fmla="*/ 939150 w 1860409"/>
                <a:gd name="connsiteY6-764" fmla="*/ 1070868 h 1275741"/>
                <a:gd name="connsiteX7-765" fmla="*/ 939150 w 1860409"/>
                <a:gd name="connsiteY7-766" fmla="*/ 1071431 h 1275741"/>
                <a:gd name="connsiteX8-767" fmla="*/ 933544 w 1860409"/>
                <a:gd name="connsiteY8-768" fmla="*/ 1071431 h 1275741"/>
                <a:gd name="connsiteX9-769" fmla="*/ 931752 w 1860409"/>
                <a:gd name="connsiteY9-770" fmla="*/ 1071611 h 1275741"/>
                <a:gd name="connsiteX10-771" fmla="*/ 931752 w 1860409"/>
                <a:gd name="connsiteY10-772" fmla="*/ 1071431 h 1275741"/>
                <a:gd name="connsiteX11-773" fmla="*/ 639997 w 1860409"/>
                <a:gd name="connsiteY11-774" fmla="*/ 1071431 h 1275741"/>
                <a:gd name="connsiteX12-775" fmla="*/ 639997 w 1860409"/>
                <a:gd name="connsiteY12-776" fmla="*/ 1275741 h 1275741"/>
                <a:gd name="connsiteX0-777" fmla="*/ 639997 w 1860409"/>
                <a:gd name="connsiteY0-778" fmla="*/ 1275741 h 1275741"/>
                <a:gd name="connsiteX1-779" fmla="*/ 0 w 1860409"/>
                <a:gd name="connsiteY1-780" fmla="*/ 867121 h 1275741"/>
                <a:gd name="connsiteX2-781" fmla="*/ 639997 w 1860409"/>
                <a:gd name="connsiteY2-782" fmla="*/ 458501 h 1275741"/>
                <a:gd name="connsiteX3-783" fmla="*/ 639997 w 1860409"/>
                <a:gd name="connsiteY3-784" fmla="*/ 662811 h 1275741"/>
                <a:gd name="connsiteX4-785" fmla="*/ 1860409 w 1860409"/>
                <a:gd name="connsiteY4-786" fmla="*/ 0 h 1275741"/>
                <a:gd name="connsiteX5-787" fmla="*/ 1690986 w 1860409"/>
                <a:gd name="connsiteY5-788" fmla="*/ 700718 h 1275741"/>
                <a:gd name="connsiteX6-789" fmla="*/ 939150 w 1860409"/>
                <a:gd name="connsiteY6-790" fmla="*/ 1070868 h 1275741"/>
                <a:gd name="connsiteX7-791" fmla="*/ 939150 w 1860409"/>
                <a:gd name="connsiteY7-792" fmla="*/ 1071431 h 1275741"/>
                <a:gd name="connsiteX8-793" fmla="*/ 933544 w 1860409"/>
                <a:gd name="connsiteY8-794" fmla="*/ 1071431 h 1275741"/>
                <a:gd name="connsiteX9-795" fmla="*/ 931752 w 1860409"/>
                <a:gd name="connsiteY9-796" fmla="*/ 1071611 h 1275741"/>
                <a:gd name="connsiteX10-797" fmla="*/ 931752 w 1860409"/>
                <a:gd name="connsiteY10-798" fmla="*/ 1071431 h 1275741"/>
                <a:gd name="connsiteX11-799" fmla="*/ 639997 w 1860409"/>
                <a:gd name="connsiteY11-800" fmla="*/ 1071431 h 1275741"/>
                <a:gd name="connsiteX12-801" fmla="*/ 639997 w 1860409"/>
                <a:gd name="connsiteY12-802" fmla="*/ 1275741 h 1275741"/>
                <a:gd name="connsiteX0-803" fmla="*/ 639997 w 1860409"/>
                <a:gd name="connsiteY0-804" fmla="*/ 1275741 h 1275741"/>
                <a:gd name="connsiteX1-805" fmla="*/ 0 w 1860409"/>
                <a:gd name="connsiteY1-806" fmla="*/ 867121 h 1275741"/>
                <a:gd name="connsiteX2-807" fmla="*/ 639997 w 1860409"/>
                <a:gd name="connsiteY2-808" fmla="*/ 458501 h 1275741"/>
                <a:gd name="connsiteX3-809" fmla="*/ 639997 w 1860409"/>
                <a:gd name="connsiteY3-810" fmla="*/ 662811 h 1275741"/>
                <a:gd name="connsiteX4-811" fmla="*/ 1860409 w 1860409"/>
                <a:gd name="connsiteY4-812" fmla="*/ 0 h 1275741"/>
                <a:gd name="connsiteX5-813" fmla="*/ 1690986 w 1860409"/>
                <a:gd name="connsiteY5-814" fmla="*/ 700718 h 1275741"/>
                <a:gd name="connsiteX6-815" fmla="*/ 939150 w 1860409"/>
                <a:gd name="connsiteY6-816" fmla="*/ 1070868 h 1275741"/>
                <a:gd name="connsiteX7-817" fmla="*/ 939150 w 1860409"/>
                <a:gd name="connsiteY7-818" fmla="*/ 1071431 h 1275741"/>
                <a:gd name="connsiteX8-819" fmla="*/ 933544 w 1860409"/>
                <a:gd name="connsiteY8-820" fmla="*/ 1071431 h 1275741"/>
                <a:gd name="connsiteX9-821" fmla="*/ 931752 w 1860409"/>
                <a:gd name="connsiteY9-822" fmla="*/ 1071611 h 1275741"/>
                <a:gd name="connsiteX10-823" fmla="*/ 931752 w 1860409"/>
                <a:gd name="connsiteY10-824" fmla="*/ 1071431 h 1275741"/>
                <a:gd name="connsiteX11-825" fmla="*/ 639997 w 1860409"/>
                <a:gd name="connsiteY11-826" fmla="*/ 1071431 h 1275741"/>
                <a:gd name="connsiteX12-827" fmla="*/ 639997 w 1860409"/>
                <a:gd name="connsiteY12-828" fmla="*/ 1275741 h 1275741"/>
                <a:gd name="connsiteX0-829" fmla="*/ 639997 w 1860409"/>
                <a:gd name="connsiteY0-830" fmla="*/ 1275741 h 1275741"/>
                <a:gd name="connsiteX1-831" fmla="*/ 0 w 1860409"/>
                <a:gd name="connsiteY1-832" fmla="*/ 867121 h 1275741"/>
                <a:gd name="connsiteX2-833" fmla="*/ 639997 w 1860409"/>
                <a:gd name="connsiteY2-834" fmla="*/ 458501 h 1275741"/>
                <a:gd name="connsiteX3-835" fmla="*/ 639997 w 1860409"/>
                <a:gd name="connsiteY3-836" fmla="*/ 662811 h 1275741"/>
                <a:gd name="connsiteX4-837" fmla="*/ 1860409 w 1860409"/>
                <a:gd name="connsiteY4-838" fmla="*/ 0 h 1275741"/>
                <a:gd name="connsiteX5-839" fmla="*/ 1690986 w 1860409"/>
                <a:gd name="connsiteY5-840" fmla="*/ 700718 h 1275741"/>
                <a:gd name="connsiteX6-841" fmla="*/ 939150 w 1860409"/>
                <a:gd name="connsiteY6-842" fmla="*/ 1070868 h 1275741"/>
                <a:gd name="connsiteX7-843" fmla="*/ 939150 w 1860409"/>
                <a:gd name="connsiteY7-844" fmla="*/ 1071431 h 1275741"/>
                <a:gd name="connsiteX8-845" fmla="*/ 933544 w 1860409"/>
                <a:gd name="connsiteY8-846" fmla="*/ 1071431 h 1275741"/>
                <a:gd name="connsiteX9-847" fmla="*/ 931752 w 1860409"/>
                <a:gd name="connsiteY9-848" fmla="*/ 1071611 h 1275741"/>
                <a:gd name="connsiteX10-849" fmla="*/ 931752 w 1860409"/>
                <a:gd name="connsiteY10-850" fmla="*/ 1071431 h 1275741"/>
                <a:gd name="connsiteX11-851" fmla="*/ 639997 w 1860409"/>
                <a:gd name="connsiteY11-852" fmla="*/ 1071431 h 1275741"/>
                <a:gd name="connsiteX12-853" fmla="*/ 639997 w 1860409"/>
                <a:gd name="connsiteY12-854" fmla="*/ 1275741 h 1275741"/>
                <a:gd name="connsiteX0-855" fmla="*/ 639997 w 1860409"/>
                <a:gd name="connsiteY0-856" fmla="*/ 1275741 h 1275741"/>
                <a:gd name="connsiteX1-857" fmla="*/ 0 w 1860409"/>
                <a:gd name="connsiteY1-858" fmla="*/ 867121 h 1275741"/>
                <a:gd name="connsiteX2-859" fmla="*/ 639997 w 1860409"/>
                <a:gd name="connsiteY2-860" fmla="*/ 458501 h 1275741"/>
                <a:gd name="connsiteX3-861" fmla="*/ 639997 w 1860409"/>
                <a:gd name="connsiteY3-862" fmla="*/ 662811 h 1275741"/>
                <a:gd name="connsiteX4-863" fmla="*/ 1860409 w 1860409"/>
                <a:gd name="connsiteY4-864" fmla="*/ 0 h 1275741"/>
                <a:gd name="connsiteX5-865" fmla="*/ 1690986 w 1860409"/>
                <a:gd name="connsiteY5-866" fmla="*/ 700718 h 1275741"/>
                <a:gd name="connsiteX6-867" fmla="*/ 939150 w 1860409"/>
                <a:gd name="connsiteY6-868" fmla="*/ 1070868 h 1275741"/>
                <a:gd name="connsiteX7-869" fmla="*/ 939150 w 1860409"/>
                <a:gd name="connsiteY7-870" fmla="*/ 1071431 h 1275741"/>
                <a:gd name="connsiteX8-871" fmla="*/ 933544 w 1860409"/>
                <a:gd name="connsiteY8-872" fmla="*/ 1071431 h 1275741"/>
                <a:gd name="connsiteX9-873" fmla="*/ 931752 w 1860409"/>
                <a:gd name="connsiteY9-874" fmla="*/ 1071611 h 1275741"/>
                <a:gd name="connsiteX10-875" fmla="*/ 931752 w 1860409"/>
                <a:gd name="connsiteY10-876" fmla="*/ 1071431 h 1275741"/>
                <a:gd name="connsiteX11-877" fmla="*/ 639997 w 1860409"/>
                <a:gd name="connsiteY11-878" fmla="*/ 1071431 h 1275741"/>
                <a:gd name="connsiteX12-879" fmla="*/ 639997 w 1860409"/>
                <a:gd name="connsiteY12-880" fmla="*/ 1275741 h 1275741"/>
                <a:gd name="connsiteX0-881" fmla="*/ 639997 w 1860409"/>
                <a:gd name="connsiteY0-882" fmla="*/ 1275741 h 1275741"/>
                <a:gd name="connsiteX1-883" fmla="*/ 0 w 1860409"/>
                <a:gd name="connsiteY1-884" fmla="*/ 867121 h 1275741"/>
                <a:gd name="connsiteX2-885" fmla="*/ 639997 w 1860409"/>
                <a:gd name="connsiteY2-886" fmla="*/ 458501 h 1275741"/>
                <a:gd name="connsiteX3-887" fmla="*/ 639997 w 1860409"/>
                <a:gd name="connsiteY3-888" fmla="*/ 662811 h 1275741"/>
                <a:gd name="connsiteX4-889" fmla="*/ 1860409 w 1860409"/>
                <a:gd name="connsiteY4-890" fmla="*/ 0 h 1275741"/>
                <a:gd name="connsiteX5-891" fmla="*/ 1690986 w 1860409"/>
                <a:gd name="connsiteY5-892" fmla="*/ 700718 h 1275741"/>
                <a:gd name="connsiteX6-893" fmla="*/ 939150 w 1860409"/>
                <a:gd name="connsiteY6-894" fmla="*/ 1070868 h 1275741"/>
                <a:gd name="connsiteX7-895" fmla="*/ 939150 w 1860409"/>
                <a:gd name="connsiteY7-896" fmla="*/ 1071431 h 1275741"/>
                <a:gd name="connsiteX8-897" fmla="*/ 933544 w 1860409"/>
                <a:gd name="connsiteY8-898" fmla="*/ 1071431 h 1275741"/>
                <a:gd name="connsiteX9-899" fmla="*/ 931752 w 1860409"/>
                <a:gd name="connsiteY9-900" fmla="*/ 1071611 h 1275741"/>
                <a:gd name="connsiteX10-901" fmla="*/ 931752 w 1860409"/>
                <a:gd name="connsiteY10-902" fmla="*/ 1071431 h 1275741"/>
                <a:gd name="connsiteX11-903" fmla="*/ 639997 w 1860409"/>
                <a:gd name="connsiteY11-904" fmla="*/ 1071431 h 1275741"/>
                <a:gd name="connsiteX12-905" fmla="*/ 639997 w 1860409"/>
                <a:gd name="connsiteY12-906" fmla="*/ 1275741 h 1275741"/>
                <a:gd name="connsiteX0-907" fmla="*/ 639997 w 1860974"/>
                <a:gd name="connsiteY0-908" fmla="*/ 1275741 h 1275741"/>
                <a:gd name="connsiteX1-909" fmla="*/ 0 w 1860974"/>
                <a:gd name="connsiteY1-910" fmla="*/ 867121 h 1275741"/>
                <a:gd name="connsiteX2-911" fmla="*/ 639997 w 1860974"/>
                <a:gd name="connsiteY2-912" fmla="*/ 458501 h 1275741"/>
                <a:gd name="connsiteX3-913" fmla="*/ 639997 w 1860974"/>
                <a:gd name="connsiteY3-914" fmla="*/ 662811 h 1275741"/>
                <a:gd name="connsiteX4-915" fmla="*/ 1860409 w 1860974"/>
                <a:gd name="connsiteY4-916" fmla="*/ 0 h 1275741"/>
                <a:gd name="connsiteX5-917" fmla="*/ 1690986 w 1860974"/>
                <a:gd name="connsiteY5-918" fmla="*/ 700718 h 1275741"/>
                <a:gd name="connsiteX6-919" fmla="*/ 939150 w 1860974"/>
                <a:gd name="connsiteY6-920" fmla="*/ 1070868 h 1275741"/>
                <a:gd name="connsiteX7-921" fmla="*/ 939150 w 1860974"/>
                <a:gd name="connsiteY7-922" fmla="*/ 1071431 h 1275741"/>
                <a:gd name="connsiteX8-923" fmla="*/ 933544 w 1860974"/>
                <a:gd name="connsiteY8-924" fmla="*/ 1071431 h 1275741"/>
                <a:gd name="connsiteX9-925" fmla="*/ 931752 w 1860974"/>
                <a:gd name="connsiteY9-926" fmla="*/ 1071611 h 1275741"/>
                <a:gd name="connsiteX10-927" fmla="*/ 931752 w 1860974"/>
                <a:gd name="connsiteY10-928" fmla="*/ 1071431 h 1275741"/>
                <a:gd name="connsiteX11-929" fmla="*/ 639997 w 1860974"/>
                <a:gd name="connsiteY11-930" fmla="*/ 1071431 h 1275741"/>
                <a:gd name="connsiteX12-931" fmla="*/ 639997 w 1860974"/>
                <a:gd name="connsiteY12-932" fmla="*/ 1275741 h 1275741"/>
                <a:gd name="connsiteX0-933" fmla="*/ 657407 w 1878384"/>
                <a:gd name="connsiteY0-934" fmla="*/ 1275741 h 1275741"/>
                <a:gd name="connsiteX1-935" fmla="*/ 0 w 1878384"/>
                <a:gd name="connsiteY1-936" fmla="*/ 806186 h 1275741"/>
                <a:gd name="connsiteX2-937" fmla="*/ 657407 w 1878384"/>
                <a:gd name="connsiteY2-938" fmla="*/ 458501 h 1275741"/>
                <a:gd name="connsiteX3-939" fmla="*/ 657407 w 1878384"/>
                <a:gd name="connsiteY3-940" fmla="*/ 662811 h 1275741"/>
                <a:gd name="connsiteX4-941" fmla="*/ 1877819 w 1878384"/>
                <a:gd name="connsiteY4-942" fmla="*/ 0 h 1275741"/>
                <a:gd name="connsiteX5-943" fmla="*/ 1708396 w 1878384"/>
                <a:gd name="connsiteY5-944" fmla="*/ 700718 h 1275741"/>
                <a:gd name="connsiteX6-945" fmla="*/ 956560 w 1878384"/>
                <a:gd name="connsiteY6-946" fmla="*/ 1070868 h 1275741"/>
                <a:gd name="connsiteX7-947" fmla="*/ 956560 w 1878384"/>
                <a:gd name="connsiteY7-948" fmla="*/ 1071431 h 1275741"/>
                <a:gd name="connsiteX8-949" fmla="*/ 950954 w 1878384"/>
                <a:gd name="connsiteY8-950" fmla="*/ 1071431 h 1275741"/>
                <a:gd name="connsiteX9-951" fmla="*/ 949162 w 1878384"/>
                <a:gd name="connsiteY9-952" fmla="*/ 1071611 h 1275741"/>
                <a:gd name="connsiteX10-953" fmla="*/ 949162 w 1878384"/>
                <a:gd name="connsiteY10-954" fmla="*/ 1071431 h 1275741"/>
                <a:gd name="connsiteX11-955" fmla="*/ 657407 w 1878384"/>
                <a:gd name="connsiteY11-956" fmla="*/ 1071431 h 1275741"/>
                <a:gd name="connsiteX12-957" fmla="*/ 657407 w 1878384"/>
                <a:gd name="connsiteY12-958" fmla="*/ 1275741 h 1275741"/>
                <a:gd name="connsiteX0-959" fmla="*/ 648701 w 1869678"/>
                <a:gd name="connsiteY0-960" fmla="*/ 1275741 h 1275741"/>
                <a:gd name="connsiteX1-961" fmla="*/ 0 w 1869678"/>
                <a:gd name="connsiteY1-962" fmla="*/ 745250 h 1275741"/>
                <a:gd name="connsiteX2-963" fmla="*/ 648701 w 1869678"/>
                <a:gd name="connsiteY2-964" fmla="*/ 458501 h 1275741"/>
                <a:gd name="connsiteX3-965" fmla="*/ 648701 w 1869678"/>
                <a:gd name="connsiteY3-966" fmla="*/ 662811 h 1275741"/>
                <a:gd name="connsiteX4-967" fmla="*/ 1869113 w 1869678"/>
                <a:gd name="connsiteY4-968" fmla="*/ 0 h 1275741"/>
                <a:gd name="connsiteX5-969" fmla="*/ 1699690 w 1869678"/>
                <a:gd name="connsiteY5-970" fmla="*/ 700718 h 1275741"/>
                <a:gd name="connsiteX6-971" fmla="*/ 947854 w 1869678"/>
                <a:gd name="connsiteY6-972" fmla="*/ 1070868 h 1275741"/>
                <a:gd name="connsiteX7-973" fmla="*/ 947854 w 1869678"/>
                <a:gd name="connsiteY7-974" fmla="*/ 1071431 h 1275741"/>
                <a:gd name="connsiteX8-975" fmla="*/ 942248 w 1869678"/>
                <a:gd name="connsiteY8-976" fmla="*/ 1071431 h 1275741"/>
                <a:gd name="connsiteX9-977" fmla="*/ 940456 w 1869678"/>
                <a:gd name="connsiteY9-978" fmla="*/ 1071611 h 1275741"/>
                <a:gd name="connsiteX10-979" fmla="*/ 940456 w 1869678"/>
                <a:gd name="connsiteY10-980" fmla="*/ 1071431 h 1275741"/>
                <a:gd name="connsiteX11-981" fmla="*/ 648701 w 1869678"/>
                <a:gd name="connsiteY11-982" fmla="*/ 1071431 h 1275741"/>
                <a:gd name="connsiteX12-983" fmla="*/ 648701 w 1869678"/>
                <a:gd name="connsiteY12-984" fmla="*/ 1275741 h 1275741"/>
                <a:gd name="connsiteX0-985" fmla="*/ 648701 w 1869678"/>
                <a:gd name="connsiteY0-986" fmla="*/ 1275741 h 1275741"/>
                <a:gd name="connsiteX1-987" fmla="*/ 0 w 1869678"/>
                <a:gd name="connsiteY1-988" fmla="*/ 745250 h 1275741"/>
                <a:gd name="connsiteX2-989" fmla="*/ 692227 w 1869678"/>
                <a:gd name="connsiteY2-990" fmla="*/ 467206 h 1275741"/>
                <a:gd name="connsiteX3-991" fmla="*/ 648701 w 1869678"/>
                <a:gd name="connsiteY3-992" fmla="*/ 662811 h 1275741"/>
                <a:gd name="connsiteX4-993" fmla="*/ 1869113 w 1869678"/>
                <a:gd name="connsiteY4-994" fmla="*/ 0 h 1275741"/>
                <a:gd name="connsiteX5-995" fmla="*/ 1699690 w 1869678"/>
                <a:gd name="connsiteY5-996" fmla="*/ 700718 h 1275741"/>
                <a:gd name="connsiteX6-997" fmla="*/ 947854 w 1869678"/>
                <a:gd name="connsiteY6-998" fmla="*/ 1070868 h 1275741"/>
                <a:gd name="connsiteX7-999" fmla="*/ 947854 w 1869678"/>
                <a:gd name="connsiteY7-1000" fmla="*/ 1071431 h 1275741"/>
                <a:gd name="connsiteX8-1001" fmla="*/ 942248 w 1869678"/>
                <a:gd name="connsiteY8-1002" fmla="*/ 1071431 h 1275741"/>
                <a:gd name="connsiteX9-1003" fmla="*/ 940456 w 1869678"/>
                <a:gd name="connsiteY9-1004" fmla="*/ 1071611 h 1275741"/>
                <a:gd name="connsiteX10-1005" fmla="*/ 940456 w 1869678"/>
                <a:gd name="connsiteY10-1006" fmla="*/ 1071431 h 1275741"/>
                <a:gd name="connsiteX11-1007" fmla="*/ 648701 w 1869678"/>
                <a:gd name="connsiteY11-1008" fmla="*/ 1071431 h 1275741"/>
                <a:gd name="connsiteX12-1009" fmla="*/ 648701 w 1869678"/>
                <a:gd name="connsiteY12-1010" fmla="*/ 1275741 h 12757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</a:cxnLst>
              <a:rect l="l" t="t" r="r" b="b"/>
              <a:pathLst>
                <a:path w="1869678" h="1275741">
                  <a:moveTo>
                    <a:pt x="648701" y="1275741"/>
                  </a:moveTo>
                  <a:lnTo>
                    <a:pt x="0" y="745250"/>
                  </a:lnTo>
                  <a:lnTo>
                    <a:pt x="692227" y="467206"/>
                  </a:lnTo>
                  <a:lnTo>
                    <a:pt x="648701" y="662811"/>
                  </a:lnTo>
                  <a:cubicBezTo>
                    <a:pt x="1357429" y="830061"/>
                    <a:pt x="1695222" y="453850"/>
                    <a:pt x="1869113" y="0"/>
                  </a:cubicBezTo>
                  <a:cubicBezTo>
                    <a:pt x="1874698" y="336676"/>
                    <a:pt x="1840380" y="504920"/>
                    <a:pt x="1699690" y="700718"/>
                  </a:cubicBezTo>
                  <a:cubicBezTo>
                    <a:pt x="1447095" y="992167"/>
                    <a:pt x="1195243" y="1067624"/>
                    <a:pt x="947854" y="1070868"/>
                  </a:cubicBezTo>
                  <a:lnTo>
                    <a:pt x="947854" y="1071431"/>
                  </a:lnTo>
                  <a:lnTo>
                    <a:pt x="942248" y="1071431"/>
                  </a:lnTo>
                  <a:cubicBezTo>
                    <a:pt x="941652" y="1071610"/>
                    <a:pt x="941054" y="1071611"/>
                    <a:pt x="940456" y="1071611"/>
                  </a:cubicBezTo>
                  <a:lnTo>
                    <a:pt x="940456" y="1071431"/>
                  </a:lnTo>
                  <a:lnTo>
                    <a:pt x="648701" y="1071431"/>
                  </a:lnTo>
                  <a:lnTo>
                    <a:pt x="648701" y="127574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130275" y="1630587"/>
            <a:ext cx="3192722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WHO YOU KNOW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0275" y="4793061"/>
            <a:ext cx="319272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HOW YOU SHOW RESPECT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293" y="1821659"/>
            <a:ext cx="3496933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anose="020B0604020202020204" pitchFamily="34" charset="0"/>
              </a:rPr>
              <a:t>WHO YOU 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003" y="5205771"/>
            <a:ext cx="3496933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AS WHAT YOU DO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01266" y="2734749"/>
            <a:ext cx="27825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latin typeface="Aptos" panose="020B0004020202020204" pitchFamily="34" charset="0"/>
            </a:endParaRPr>
          </a:p>
          <a:p>
            <a:pPr algn="ctr"/>
            <a:r>
              <a:rPr lang="en-US" sz="3600" b="1" dirty="0">
                <a:latin typeface="Aptos" panose="020B0004020202020204" pitchFamily="34" charset="0"/>
              </a:rPr>
              <a:t>OFTEN MATTERS AS MUCH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8" grpId="0" build="allAtOnce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136476" y="4324350"/>
            <a:ext cx="9436149" cy="2533649"/>
          </a:xfrm>
          <a:prstGeom prst="roundRect">
            <a:avLst>
              <a:gd name="adj" fmla="val 0"/>
            </a:avLst>
          </a:prstGeom>
          <a:solidFill>
            <a:srgbClr val="00717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500" b="1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ko-KR" altLang="en-US" sz="115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 rot="19876956">
            <a:off x="9102653" y="1657251"/>
            <a:ext cx="2782625" cy="3032832"/>
            <a:chOff x="395536" y="1793041"/>
            <a:chExt cx="3170093" cy="3929395"/>
          </a:xfrm>
          <a:solidFill>
            <a:schemeClr val="accent1"/>
          </a:solidFill>
        </p:grpSpPr>
        <p:sp>
          <p:nvSpPr>
            <p:cNvPr id="4" name="Freeform 20"/>
            <p:cNvSpPr/>
            <p:nvPr/>
          </p:nvSpPr>
          <p:spPr>
            <a:xfrm rot="1800000" flipH="1">
              <a:off x="705002" y="1793041"/>
              <a:ext cx="2860627" cy="3411190"/>
            </a:xfrm>
            <a:custGeom>
              <a:avLst/>
              <a:gdLst>
                <a:gd name="connsiteX0" fmla="*/ 2332439 w 2860627"/>
                <a:gd name="connsiteY0" fmla="*/ 109484 h 3334674"/>
                <a:gd name="connsiteX1" fmla="*/ 1509012 w 2860627"/>
                <a:gd name="connsiteY1" fmla="*/ 0 h 3334674"/>
                <a:gd name="connsiteX2" fmla="*/ 364700 w 2860627"/>
                <a:gd name="connsiteY2" fmla="*/ 1279977 h 3334674"/>
                <a:gd name="connsiteX3" fmla="*/ 160 w 2860627"/>
                <a:gd name="connsiteY3" fmla="*/ 1755003 h 3334674"/>
                <a:gd name="connsiteX4" fmla="*/ 286853 w 2860627"/>
                <a:gd name="connsiteY4" fmla="*/ 1930370 h 3334674"/>
                <a:gd name="connsiteX5" fmla="*/ 207417 w 2860627"/>
                <a:gd name="connsiteY5" fmla="*/ 2111278 h 3334674"/>
                <a:gd name="connsiteX6" fmla="*/ 287242 w 2860627"/>
                <a:gd name="connsiteY6" fmla="*/ 2167898 h 3334674"/>
                <a:gd name="connsiteX7" fmla="*/ 256972 w 2860627"/>
                <a:gd name="connsiteY7" fmla="*/ 2262662 h 3334674"/>
                <a:gd name="connsiteX8" fmla="*/ 368654 w 2860627"/>
                <a:gd name="connsiteY8" fmla="*/ 2376290 h 3334674"/>
                <a:gd name="connsiteX9" fmla="*/ 465657 w 2860627"/>
                <a:gd name="connsiteY9" fmla="*/ 2793853 h 3334674"/>
                <a:gd name="connsiteX10" fmla="*/ 1108723 w 2860627"/>
                <a:gd name="connsiteY10" fmla="*/ 2720803 h 3334674"/>
                <a:gd name="connsiteX11" fmla="*/ 1313164 w 2860627"/>
                <a:gd name="connsiteY11" fmla="*/ 3300023 h 3334674"/>
                <a:gd name="connsiteX12" fmla="*/ 1936108 w 2860627"/>
                <a:gd name="connsiteY12" fmla="*/ 3321065 h 3334674"/>
                <a:gd name="connsiteX13" fmla="*/ 1882503 w 2860627"/>
                <a:gd name="connsiteY13" fmla="*/ 1973867 h 3334674"/>
                <a:gd name="connsiteX14" fmla="*/ 1315566 w 2860627"/>
                <a:gd name="connsiteY14" fmla="*/ 1469419 h 3334674"/>
                <a:gd name="connsiteX15" fmla="*/ 1294771 w 2860627"/>
                <a:gd name="connsiteY15" fmla="*/ 1450917 h 3334674"/>
                <a:gd name="connsiteX16" fmla="*/ 1253957 w 2860627"/>
                <a:gd name="connsiteY16" fmla="*/ 1414601 h 3334674"/>
                <a:gd name="connsiteX17" fmla="*/ 1259713 w 2860627"/>
                <a:gd name="connsiteY17" fmla="*/ 1414265 h 3334674"/>
                <a:gd name="connsiteX18" fmla="*/ 1156260 w 2860627"/>
                <a:gd name="connsiteY18" fmla="*/ 686769 h 3334674"/>
                <a:gd name="connsiteX19" fmla="*/ 2022208 w 2860627"/>
                <a:gd name="connsiteY19" fmla="*/ 483047 h 3334674"/>
                <a:gd name="connsiteX20" fmla="*/ 2336014 w 2860627"/>
                <a:gd name="connsiteY20" fmla="*/ 897827 h 3334674"/>
                <a:gd name="connsiteX21" fmla="*/ 2860627 w 2860627"/>
                <a:gd name="connsiteY21" fmla="*/ 876952 h 3334674"/>
                <a:gd name="connsiteX22" fmla="*/ 2332439 w 2860627"/>
                <a:gd name="connsiteY22" fmla="*/ 109484 h 3334674"/>
                <a:gd name="connsiteX0-1" fmla="*/ 2332439 w 2860627"/>
                <a:gd name="connsiteY0-2" fmla="*/ 176751 h 3401941"/>
                <a:gd name="connsiteX1-3" fmla="*/ 1525852 w 2860627"/>
                <a:gd name="connsiteY1-4" fmla="*/ 0 h 3401941"/>
                <a:gd name="connsiteX2-5" fmla="*/ 364700 w 2860627"/>
                <a:gd name="connsiteY2-6" fmla="*/ 1347244 h 3401941"/>
                <a:gd name="connsiteX3-7" fmla="*/ 160 w 2860627"/>
                <a:gd name="connsiteY3-8" fmla="*/ 1822270 h 3401941"/>
                <a:gd name="connsiteX4-9" fmla="*/ 286853 w 2860627"/>
                <a:gd name="connsiteY4-10" fmla="*/ 1997637 h 3401941"/>
                <a:gd name="connsiteX5-11" fmla="*/ 207417 w 2860627"/>
                <a:gd name="connsiteY5-12" fmla="*/ 2178545 h 3401941"/>
                <a:gd name="connsiteX6-13" fmla="*/ 287242 w 2860627"/>
                <a:gd name="connsiteY6-14" fmla="*/ 2235165 h 3401941"/>
                <a:gd name="connsiteX7-15" fmla="*/ 256972 w 2860627"/>
                <a:gd name="connsiteY7-16" fmla="*/ 2329929 h 3401941"/>
                <a:gd name="connsiteX8-17" fmla="*/ 368654 w 2860627"/>
                <a:gd name="connsiteY8-18" fmla="*/ 2443557 h 3401941"/>
                <a:gd name="connsiteX9-19" fmla="*/ 465657 w 2860627"/>
                <a:gd name="connsiteY9-20" fmla="*/ 2861120 h 3401941"/>
                <a:gd name="connsiteX10-21" fmla="*/ 1108723 w 2860627"/>
                <a:gd name="connsiteY10-22" fmla="*/ 2788070 h 3401941"/>
                <a:gd name="connsiteX11-23" fmla="*/ 1313164 w 2860627"/>
                <a:gd name="connsiteY11-24" fmla="*/ 3367290 h 3401941"/>
                <a:gd name="connsiteX12-25" fmla="*/ 1936108 w 2860627"/>
                <a:gd name="connsiteY12-26" fmla="*/ 3388332 h 3401941"/>
                <a:gd name="connsiteX13-27" fmla="*/ 1882503 w 2860627"/>
                <a:gd name="connsiteY13-28" fmla="*/ 2041134 h 3401941"/>
                <a:gd name="connsiteX14-29" fmla="*/ 1315566 w 2860627"/>
                <a:gd name="connsiteY14-30" fmla="*/ 1536686 h 3401941"/>
                <a:gd name="connsiteX15-31" fmla="*/ 1294771 w 2860627"/>
                <a:gd name="connsiteY15-32" fmla="*/ 1518184 h 3401941"/>
                <a:gd name="connsiteX16-33" fmla="*/ 1253957 w 2860627"/>
                <a:gd name="connsiteY16-34" fmla="*/ 1481868 h 3401941"/>
                <a:gd name="connsiteX17-35" fmla="*/ 1259713 w 2860627"/>
                <a:gd name="connsiteY17-36" fmla="*/ 1481532 h 3401941"/>
                <a:gd name="connsiteX18-37" fmla="*/ 1156260 w 2860627"/>
                <a:gd name="connsiteY18-38" fmla="*/ 754036 h 3401941"/>
                <a:gd name="connsiteX19-39" fmla="*/ 2022208 w 2860627"/>
                <a:gd name="connsiteY19-40" fmla="*/ 550314 h 3401941"/>
                <a:gd name="connsiteX20-41" fmla="*/ 2336014 w 2860627"/>
                <a:gd name="connsiteY20-42" fmla="*/ 965094 h 3401941"/>
                <a:gd name="connsiteX21-43" fmla="*/ 2860627 w 2860627"/>
                <a:gd name="connsiteY21-44" fmla="*/ 944219 h 3401941"/>
                <a:gd name="connsiteX22-45" fmla="*/ 2332439 w 2860627"/>
                <a:gd name="connsiteY22-46" fmla="*/ 176751 h 3401941"/>
                <a:gd name="connsiteX0-47" fmla="*/ 2332439 w 2860627"/>
                <a:gd name="connsiteY0-48" fmla="*/ 186000 h 3411190"/>
                <a:gd name="connsiteX1-49" fmla="*/ 1525852 w 2860627"/>
                <a:gd name="connsiteY1-50" fmla="*/ 9249 h 3411190"/>
                <a:gd name="connsiteX2-51" fmla="*/ 364700 w 2860627"/>
                <a:gd name="connsiteY2-52" fmla="*/ 1356493 h 3411190"/>
                <a:gd name="connsiteX3-53" fmla="*/ 160 w 2860627"/>
                <a:gd name="connsiteY3-54" fmla="*/ 1831519 h 3411190"/>
                <a:gd name="connsiteX4-55" fmla="*/ 286853 w 2860627"/>
                <a:gd name="connsiteY4-56" fmla="*/ 2006886 h 3411190"/>
                <a:gd name="connsiteX5-57" fmla="*/ 207417 w 2860627"/>
                <a:gd name="connsiteY5-58" fmla="*/ 2187794 h 3411190"/>
                <a:gd name="connsiteX6-59" fmla="*/ 287242 w 2860627"/>
                <a:gd name="connsiteY6-60" fmla="*/ 2244414 h 3411190"/>
                <a:gd name="connsiteX7-61" fmla="*/ 256972 w 2860627"/>
                <a:gd name="connsiteY7-62" fmla="*/ 2339178 h 3411190"/>
                <a:gd name="connsiteX8-63" fmla="*/ 368654 w 2860627"/>
                <a:gd name="connsiteY8-64" fmla="*/ 2452806 h 3411190"/>
                <a:gd name="connsiteX9-65" fmla="*/ 465657 w 2860627"/>
                <a:gd name="connsiteY9-66" fmla="*/ 2870369 h 3411190"/>
                <a:gd name="connsiteX10-67" fmla="*/ 1108723 w 2860627"/>
                <a:gd name="connsiteY10-68" fmla="*/ 2797319 h 3411190"/>
                <a:gd name="connsiteX11-69" fmla="*/ 1313164 w 2860627"/>
                <a:gd name="connsiteY11-70" fmla="*/ 3376539 h 3411190"/>
                <a:gd name="connsiteX12-71" fmla="*/ 1936108 w 2860627"/>
                <a:gd name="connsiteY12-72" fmla="*/ 3397581 h 3411190"/>
                <a:gd name="connsiteX13-73" fmla="*/ 1882503 w 2860627"/>
                <a:gd name="connsiteY13-74" fmla="*/ 2050383 h 3411190"/>
                <a:gd name="connsiteX14-75" fmla="*/ 1315566 w 2860627"/>
                <a:gd name="connsiteY14-76" fmla="*/ 1545935 h 3411190"/>
                <a:gd name="connsiteX15-77" fmla="*/ 1294771 w 2860627"/>
                <a:gd name="connsiteY15-78" fmla="*/ 1527433 h 3411190"/>
                <a:gd name="connsiteX16-79" fmla="*/ 1253957 w 2860627"/>
                <a:gd name="connsiteY16-80" fmla="*/ 1491117 h 3411190"/>
                <a:gd name="connsiteX17-81" fmla="*/ 1259713 w 2860627"/>
                <a:gd name="connsiteY17-82" fmla="*/ 1490781 h 3411190"/>
                <a:gd name="connsiteX18-83" fmla="*/ 1156260 w 2860627"/>
                <a:gd name="connsiteY18-84" fmla="*/ 763285 h 3411190"/>
                <a:gd name="connsiteX19-85" fmla="*/ 2022208 w 2860627"/>
                <a:gd name="connsiteY19-86" fmla="*/ 559563 h 3411190"/>
                <a:gd name="connsiteX20-87" fmla="*/ 2336014 w 2860627"/>
                <a:gd name="connsiteY20-88" fmla="*/ 974343 h 3411190"/>
                <a:gd name="connsiteX21-89" fmla="*/ 2860627 w 2860627"/>
                <a:gd name="connsiteY21-90" fmla="*/ 953468 h 3411190"/>
                <a:gd name="connsiteX22-91" fmla="*/ 2332439 w 2860627"/>
                <a:gd name="connsiteY22-92" fmla="*/ 186000 h 3411190"/>
                <a:gd name="connsiteX0-93" fmla="*/ 2332439 w 2860627"/>
                <a:gd name="connsiteY0-94" fmla="*/ 186000 h 3411190"/>
                <a:gd name="connsiteX1-95" fmla="*/ 1525852 w 2860627"/>
                <a:gd name="connsiteY1-96" fmla="*/ 9249 h 3411190"/>
                <a:gd name="connsiteX2-97" fmla="*/ 364700 w 2860627"/>
                <a:gd name="connsiteY2-98" fmla="*/ 1356493 h 3411190"/>
                <a:gd name="connsiteX3-99" fmla="*/ 160 w 2860627"/>
                <a:gd name="connsiteY3-100" fmla="*/ 1831519 h 3411190"/>
                <a:gd name="connsiteX4-101" fmla="*/ 286853 w 2860627"/>
                <a:gd name="connsiteY4-102" fmla="*/ 2006886 h 3411190"/>
                <a:gd name="connsiteX5-103" fmla="*/ 207417 w 2860627"/>
                <a:gd name="connsiteY5-104" fmla="*/ 2187794 h 3411190"/>
                <a:gd name="connsiteX6-105" fmla="*/ 287242 w 2860627"/>
                <a:gd name="connsiteY6-106" fmla="*/ 2244414 h 3411190"/>
                <a:gd name="connsiteX7-107" fmla="*/ 256972 w 2860627"/>
                <a:gd name="connsiteY7-108" fmla="*/ 2339178 h 3411190"/>
                <a:gd name="connsiteX8-109" fmla="*/ 368654 w 2860627"/>
                <a:gd name="connsiteY8-110" fmla="*/ 2452806 h 3411190"/>
                <a:gd name="connsiteX9-111" fmla="*/ 465657 w 2860627"/>
                <a:gd name="connsiteY9-112" fmla="*/ 2870369 h 3411190"/>
                <a:gd name="connsiteX10-113" fmla="*/ 1108723 w 2860627"/>
                <a:gd name="connsiteY10-114" fmla="*/ 2797319 h 3411190"/>
                <a:gd name="connsiteX11-115" fmla="*/ 1313164 w 2860627"/>
                <a:gd name="connsiteY11-116" fmla="*/ 3376539 h 3411190"/>
                <a:gd name="connsiteX12-117" fmla="*/ 1936108 w 2860627"/>
                <a:gd name="connsiteY12-118" fmla="*/ 3397581 h 3411190"/>
                <a:gd name="connsiteX13-119" fmla="*/ 1882503 w 2860627"/>
                <a:gd name="connsiteY13-120" fmla="*/ 2050383 h 3411190"/>
                <a:gd name="connsiteX14-121" fmla="*/ 1315566 w 2860627"/>
                <a:gd name="connsiteY14-122" fmla="*/ 1545935 h 3411190"/>
                <a:gd name="connsiteX15-123" fmla="*/ 1253957 w 2860627"/>
                <a:gd name="connsiteY15-124" fmla="*/ 1491117 h 3411190"/>
                <a:gd name="connsiteX16-125" fmla="*/ 1259713 w 2860627"/>
                <a:gd name="connsiteY16-126" fmla="*/ 1490781 h 3411190"/>
                <a:gd name="connsiteX17-127" fmla="*/ 1156260 w 2860627"/>
                <a:gd name="connsiteY17-128" fmla="*/ 763285 h 3411190"/>
                <a:gd name="connsiteX18-129" fmla="*/ 2022208 w 2860627"/>
                <a:gd name="connsiteY18-130" fmla="*/ 559563 h 3411190"/>
                <a:gd name="connsiteX19-131" fmla="*/ 2336014 w 2860627"/>
                <a:gd name="connsiteY19-132" fmla="*/ 974343 h 3411190"/>
                <a:gd name="connsiteX20-133" fmla="*/ 2860627 w 2860627"/>
                <a:gd name="connsiteY20-134" fmla="*/ 953468 h 3411190"/>
                <a:gd name="connsiteX21-135" fmla="*/ 2332439 w 2860627"/>
                <a:gd name="connsiteY21-136" fmla="*/ 186000 h 3411190"/>
                <a:gd name="connsiteX0-137" fmla="*/ 2332439 w 2860627"/>
                <a:gd name="connsiteY0-138" fmla="*/ 186000 h 3411190"/>
                <a:gd name="connsiteX1-139" fmla="*/ 1525852 w 2860627"/>
                <a:gd name="connsiteY1-140" fmla="*/ 9249 h 3411190"/>
                <a:gd name="connsiteX2-141" fmla="*/ 364700 w 2860627"/>
                <a:gd name="connsiteY2-142" fmla="*/ 1356493 h 3411190"/>
                <a:gd name="connsiteX3-143" fmla="*/ 160 w 2860627"/>
                <a:gd name="connsiteY3-144" fmla="*/ 1831519 h 3411190"/>
                <a:gd name="connsiteX4-145" fmla="*/ 286853 w 2860627"/>
                <a:gd name="connsiteY4-146" fmla="*/ 2006886 h 3411190"/>
                <a:gd name="connsiteX5-147" fmla="*/ 207417 w 2860627"/>
                <a:gd name="connsiteY5-148" fmla="*/ 2187794 h 3411190"/>
                <a:gd name="connsiteX6-149" fmla="*/ 287242 w 2860627"/>
                <a:gd name="connsiteY6-150" fmla="*/ 2244414 h 3411190"/>
                <a:gd name="connsiteX7-151" fmla="*/ 256972 w 2860627"/>
                <a:gd name="connsiteY7-152" fmla="*/ 2339178 h 3411190"/>
                <a:gd name="connsiteX8-153" fmla="*/ 368654 w 2860627"/>
                <a:gd name="connsiteY8-154" fmla="*/ 2452806 h 3411190"/>
                <a:gd name="connsiteX9-155" fmla="*/ 465657 w 2860627"/>
                <a:gd name="connsiteY9-156" fmla="*/ 2870369 h 3411190"/>
                <a:gd name="connsiteX10-157" fmla="*/ 1108723 w 2860627"/>
                <a:gd name="connsiteY10-158" fmla="*/ 2797319 h 3411190"/>
                <a:gd name="connsiteX11-159" fmla="*/ 1313164 w 2860627"/>
                <a:gd name="connsiteY11-160" fmla="*/ 3376539 h 3411190"/>
                <a:gd name="connsiteX12-161" fmla="*/ 1936108 w 2860627"/>
                <a:gd name="connsiteY12-162" fmla="*/ 3397581 h 3411190"/>
                <a:gd name="connsiteX13-163" fmla="*/ 1882503 w 2860627"/>
                <a:gd name="connsiteY13-164" fmla="*/ 2050383 h 3411190"/>
                <a:gd name="connsiteX14-165" fmla="*/ 1253957 w 2860627"/>
                <a:gd name="connsiteY14-166" fmla="*/ 1491117 h 3411190"/>
                <a:gd name="connsiteX15-167" fmla="*/ 1259713 w 2860627"/>
                <a:gd name="connsiteY15-168" fmla="*/ 1490781 h 3411190"/>
                <a:gd name="connsiteX16-169" fmla="*/ 1156260 w 2860627"/>
                <a:gd name="connsiteY16-170" fmla="*/ 763285 h 3411190"/>
                <a:gd name="connsiteX17-171" fmla="*/ 2022208 w 2860627"/>
                <a:gd name="connsiteY17-172" fmla="*/ 559563 h 3411190"/>
                <a:gd name="connsiteX18-173" fmla="*/ 2336014 w 2860627"/>
                <a:gd name="connsiteY18-174" fmla="*/ 974343 h 3411190"/>
                <a:gd name="connsiteX19-175" fmla="*/ 2860627 w 2860627"/>
                <a:gd name="connsiteY19-176" fmla="*/ 953468 h 3411190"/>
                <a:gd name="connsiteX20-177" fmla="*/ 2332439 w 2860627"/>
                <a:gd name="connsiteY20-178" fmla="*/ 186000 h 3411190"/>
                <a:gd name="connsiteX0-179" fmla="*/ 2332439 w 2860627"/>
                <a:gd name="connsiteY0-180" fmla="*/ 186000 h 3411190"/>
                <a:gd name="connsiteX1-181" fmla="*/ 1525852 w 2860627"/>
                <a:gd name="connsiteY1-182" fmla="*/ 9249 h 3411190"/>
                <a:gd name="connsiteX2-183" fmla="*/ 364700 w 2860627"/>
                <a:gd name="connsiteY2-184" fmla="*/ 1356493 h 3411190"/>
                <a:gd name="connsiteX3-185" fmla="*/ 160 w 2860627"/>
                <a:gd name="connsiteY3-186" fmla="*/ 1831519 h 3411190"/>
                <a:gd name="connsiteX4-187" fmla="*/ 286853 w 2860627"/>
                <a:gd name="connsiteY4-188" fmla="*/ 2006886 h 3411190"/>
                <a:gd name="connsiteX5-189" fmla="*/ 207417 w 2860627"/>
                <a:gd name="connsiteY5-190" fmla="*/ 2187794 h 3411190"/>
                <a:gd name="connsiteX6-191" fmla="*/ 287242 w 2860627"/>
                <a:gd name="connsiteY6-192" fmla="*/ 2244414 h 3411190"/>
                <a:gd name="connsiteX7-193" fmla="*/ 256972 w 2860627"/>
                <a:gd name="connsiteY7-194" fmla="*/ 2339178 h 3411190"/>
                <a:gd name="connsiteX8-195" fmla="*/ 368654 w 2860627"/>
                <a:gd name="connsiteY8-196" fmla="*/ 2452806 h 3411190"/>
                <a:gd name="connsiteX9-197" fmla="*/ 465657 w 2860627"/>
                <a:gd name="connsiteY9-198" fmla="*/ 2870369 h 3411190"/>
                <a:gd name="connsiteX10-199" fmla="*/ 1108723 w 2860627"/>
                <a:gd name="connsiteY10-200" fmla="*/ 2797319 h 3411190"/>
                <a:gd name="connsiteX11-201" fmla="*/ 1313164 w 2860627"/>
                <a:gd name="connsiteY11-202" fmla="*/ 3376539 h 3411190"/>
                <a:gd name="connsiteX12-203" fmla="*/ 1936108 w 2860627"/>
                <a:gd name="connsiteY12-204" fmla="*/ 3397581 h 3411190"/>
                <a:gd name="connsiteX13-205" fmla="*/ 1862177 w 2860627"/>
                <a:gd name="connsiteY13-206" fmla="*/ 2104638 h 3411190"/>
                <a:gd name="connsiteX14-207" fmla="*/ 1253957 w 2860627"/>
                <a:gd name="connsiteY14-208" fmla="*/ 1491117 h 3411190"/>
                <a:gd name="connsiteX15-209" fmla="*/ 1259713 w 2860627"/>
                <a:gd name="connsiteY15-210" fmla="*/ 1490781 h 3411190"/>
                <a:gd name="connsiteX16-211" fmla="*/ 1156260 w 2860627"/>
                <a:gd name="connsiteY16-212" fmla="*/ 763285 h 3411190"/>
                <a:gd name="connsiteX17-213" fmla="*/ 2022208 w 2860627"/>
                <a:gd name="connsiteY17-214" fmla="*/ 559563 h 3411190"/>
                <a:gd name="connsiteX18-215" fmla="*/ 2336014 w 2860627"/>
                <a:gd name="connsiteY18-216" fmla="*/ 974343 h 3411190"/>
                <a:gd name="connsiteX19-217" fmla="*/ 2860627 w 2860627"/>
                <a:gd name="connsiteY19-218" fmla="*/ 953468 h 3411190"/>
                <a:gd name="connsiteX20-219" fmla="*/ 2332439 w 2860627"/>
                <a:gd name="connsiteY20-220" fmla="*/ 186000 h 3411190"/>
                <a:gd name="connsiteX0-221" fmla="*/ 2332439 w 2860627"/>
                <a:gd name="connsiteY0-222" fmla="*/ 186000 h 3411190"/>
                <a:gd name="connsiteX1-223" fmla="*/ 1525852 w 2860627"/>
                <a:gd name="connsiteY1-224" fmla="*/ 9249 h 3411190"/>
                <a:gd name="connsiteX2-225" fmla="*/ 364700 w 2860627"/>
                <a:gd name="connsiteY2-226" fmla="*/ 1356493 h 3411190"/>
                <a:gd name="connsiteX3-227" fmla="*/ 160 w 2860627"/>
                <a:gd name="connsiteY3-228" fmla="*/ 1831519 h 3411190"/>
                <a:gd name="connsiteX4-229" fmla="*/ 286853 w 2860627"/>
                <a:gd name="connsiteY4-230" fmla="*/ 2006886 h 3411190"/>
                <a:gd name="connsiteX5-231" fmla="*/ 207417 w 2860627"/>
                <a:gd name="connsiteY5-232" fmla="*/ 2187794 h 3411190"/>
                <a:gd name="connsiteX6-233" fmla="*/ 287242 w 2860627"/>
                <a:gd name="connsiteY6-234" fmla="*/ 2244414 h 3411190"/>
                <a:gd name="connsiteX7-235" fmla="*/ 256972 w 2860627"/>
                <a:gd name="connsiteY7-236" fmla="*/ 2339178 h 3411190"/>
                <a:gd name="connsiteX8-237" fmla="*/ 368654 w 2860627"/>
                <a:gd name="connsiteY8-238" fmla="*/ 2452806 h 3411190"/>
                <a:gd name="connsiteX9-239" fmla="*/ 465657 w 2860627"/>
                <a:gd name="connsiteY9-240" fmla="*/ 2870369 h 3411190"/>
                <a:gd name="connsiteX10-241" fmla="*/ 1108723 w 2860627"/>
                <a:gd name="connsiteY10-242" fmla="*/ 2797319 h 3411190"/>
                <a:gd name="connsiteX11-243" fmla="*/ 1313164 w 2860627"/>
                <a:gd name="connsiteY11-244" fmla="*/ 3376539 h 3411190"/>
                <a:gd name="connsiteX12-245" fmla="*/ 1936108 w 2860627"/>
                <a:gd name="connsiteY12-246" fmla="*/ 3397581 h 3411190"/>
                <a:gd name="connsiteX13-247" fmla="*/ 1862177 w 2860627"/>
                <a:gd name="connsiteY13-248" fmla="*/ 2104638 h 3411190"/>
                <a:gd name="connsiteX14-249" fmla="*/ 1253957 w 2860627"/>
                <a:gd name="connsiteY14-250" fmla="*/ 1491117 h 3411190"/>
                <a:gd name="connsiteX15-251" fmla="*/ 1259713 w 2860627"/>
                <a:gd name="connsiteY15-252" fmla="*/ 1490781 h 3411190"/>
                <a:gd name="connsiteX16-253" fmla="*/ 1156260 w 2860627"/>
                <a:gd name="connsiteY16-254" fmla="*/ 763285 h 3411190"/>
                <a:gd name="connsiteX17-255" fmla="*/ 2022208 w 2860627"/>
                <a:gd name="connsiteY17-256" fmla="*/ 559563 h 3411190"/>
                <a:gd name="connsiteX18-257" fmla="*/ 2336014 w 2860627"/>
                <a:gd name="connsiteY18-258" fmla="*/ 974343 h 3411190"/>
                <a:gd name="connsiteX19-259" fmla="*/ 2860627 w 2860627"/>
                <a:gd name="connsiteY19-260" fmla="*/ 953468 h 3411190"/>
                <a:gd name="connsiteX20-261" fmla="*/ 2332439 w 2860627"/>
                <a:gd name="connsiteY20-262" fmla="*/ 186000 h 3411190"/>
                <a:gd name="connsiteX0-263" fmla="*/ 2332439 w 2860627"/>
                <a:gd name="connsiteY0-264" fmla="*/ 186000 h 3411190"/>
                <a:gd name="connsiteX1-265" fmla="*/ 1525852 w 2860627"/>
                <a:gd name="connsiteY1-266" fmla="*/ 9249 h 3411190"/>
                <a:gd name="connsiteX2-267" fmla="*/ 364700 w 2860627"/>
                <a:gd name="connsiteY2-268" fmla="*/ 1356493 h 3411190"/>
                <a:gd name="connsiteX3-269" fmla="*/ 160 w 2860627"/>
                <a:gd name="connsiteY3-270" fmla="*/ 1831519 h 3411190"/>
                <a:gd name="connsiteX4-271" fmla="*/ 286853 w 2860627"/>
                <a:gd name="connsiteY4-272" fmla="*/ 2006886 h 3411190"/>
                <a:gd name="connsiteX5-273" fmla="*/ 207417 w 2860627"/>
                <a:gd name="connsiteY5-274" fmla="*/ 2187794 h 3411190"/>
                <a:gd name="connsiteX6-275" fmla="*/ 287242 w 2860627"/>
                <a:gd name="connsiteY6-276" fmla="*/ 2244414 h 3411190"/>
                <a:gd name="connsiteX7-277" fmla="*/ 256972 w 2860627"/>
                <a:gd name="connsiteY7-278" fmla="*/ 2339178 h 3411190"/>
                <a:gd name="connsiteX8-279" fmla="*/ 368654 w 2860627"/>
                <a:gd name="connsiteY8-280" fmla="*/ 2452806 h 3411190"/>
                <a:gd name="connsiteX9-281" fmla="*/ 465657 w 2860627"/>
                <a:gd name="connsiteY9-282" fmla="*/ 2870369 h 3411190"/>
                <a:gd name="connsiteX10-283" fmla="*/ 1108723 w 2860627"/>
                <a:gd name="connsiteY10-284" fmla="*/ 2797319 h 3411190"/>
                <a:gd name="connsiteX11-285" fmla="*/ 1313164 w 2860627"/>
                <a:gd name="connsiteY11-286" fmla="*/ 3376539 h 3411190"/>
                <a:gd name="connsiteX12-287" fmla="*/ 1936108 w 2860627"/>
                <a:gd name="connsiteY12-288" fmla="*/ 3397581 h 3411190"/>
                <a:gd name="connsiteX13-289" fmla="*/ 1828840 w 2860627"/>
                <a:gd name="connsiteY13-290" fmla="*/ 2162380 h 3411190"/>
                <a:gd name="connsiteX14-291" fmla="*/ 1253957 w 2860627"/>
                <a:gd name="connsiteY14-292" fmla="*/ 1491117 h 3411190"/>
                <a:gd name="connsiteX15-293" fmla="*/ 1259713 w 2860627"/>
                <a:gd name="connsiteY15-294" fmla="*/ 1490781 h 3411190"/>
                <a:gd name="connsiteX16-295" fmla="*/ 1156260 w 2860627"/>
                <a:gd name="connsiteY16-296" fmla="*/ 763285 h 3411190"/>
                <a:gd name="connsiteX17-297" fmla="*/ 2022208 w 2860627"/>
                <a:gd name="connsiteY17-298" fmla="*/ 559563 h 3411190"/>
                <a:gd name="connsiteX18-299" fmla="*/ 2336014 w 2860627"/>
                <a:gd name="connsiteY18-300" fmla="*/ 974343 h 3411190"/>
                <a:gd name="connsiteX19-301" fmla="*/ 2860627 w 2860627"/>
                <a:gd name="connsiteY19-302" fmla="*/ 953468 h 3411190"/>
                <a:gd name="connsiteX20-303" fmla="*/ 2332439 w 2860627"/>
                <a:gd name="connsiteY20-304" fmla="*/ 186000 h 3411190"/>
                <a:gd name="connsiteX0-305" fmla="*/ 2332439 w 2860627"/>
                <a:gd name="connsiteY0-306" fmla="*/ 186000 h 3411190"/>
                <a:gd name="connsiteX1-307" fmla="*/ 1525852 w 2860627"/>
                <a:gd name="connsiteY1-308" fmla="*/ 9249 h 3411190"/>
                <a:gd name="connsiteX2-309" fmla="*/ 364700 w 2860627"/>
                <a:gd name="connsiteY2-310" fmla="*/ 1356493 h 3411190"/>
                <a:gd name="connsiteX3-311" fmla="*/ 160 w 2860627"/>
                <a:gd name="connsiteY3-312" fmla="*/ 1831519 h 3411190"/>
                <a:gd name="connsiteX4-313" fmla="*/ 286853 w 2860627"/>
                <a:gd name="connsiteY4-314" fmla="*/ 2006886 h 3411190"/>
                <a:gd name="connsiteX5-315" fmla="*/ 207417 w 2860627"/>
                <a:gd name="connsiteY5-316" fmla="*/ 2187794 h 3411190"/>
                <a:gd name="connsiteX6-317" fmla="*/ 287242 w 2860627"/>
                <a:gd name="connsiteY6-318" fmla="*/ 2244414 h 3411190"/>
                <a:gd name="connsiteX7-319" fmla="*/ 256972 w 2860627"/>
                <a:gd name="connsiteY7-320" fmla="*/ 2339178 h 3411190"/>
                <a:gd name="connsiteX8-321" fmla="*/ 368654 w 2860627"/>
                <a:gd name="connsiteY8-322" fmla="*/ 2452806 h 3411190"/>
                <a:gd name="connsiteX9-323" fmla="*/ 465657 w 2860627"/>
                <a:gd name="connsiteY9-324" fmla="*/ 2870369 h 3411190"/>
                <a:gd name="connsiteX10-325" fmla="*/ 1108723 w 2860627"/>
                <a:gd name="connsiteY10-326" fmla="*/ 2797319 h 3411190"/>
                <a:gd name="connsiteX11-327" fmla="*/ 1313164 w 2860627"/>
                <a:gd name="connsiteY11-328" fmla="*/ 3376539 h 3411190"/>
                <a:gd name="connsiteX12-329" fmla="*/ 1936108 w 2860627"/>
                <a:gd name="connsiteY12-330" fmla="*/ 3397581 h 3411190"/>
                <a:gd name="connsiteX13-331" fmla="*/ 1828840 w 2860627"/>
                <a:gd name="connsiteY13-332" fmla="*/ 2162380 h 3411190"/>
                <a:gd name="connsiteX14-333" fmla="*/ 1253957 w 2860627"/>
                <a:gd name="connsiteY14-334" fmla="*/ 1491117 h 3411190"/>
                <a:gd name="connsiteX15-335" fmla="*/ 1259713 w 2860627"/>
                <a:gd name="connsiteY15-336" fmla="*/ 1490781 h 3411190"/>
                <a:gd name="connsiteX16-337" fmla="*/ 1156260 w 2860627"/>
                <a:gd name="connsiteY16-338" fmla="*/ 763285 h 3411190"/>
                <a:gd name="connsiteX17-339" fmla="*/ 2022208 w 2860627"/>
                <a:gd name="connsiteY17-340" fmla="*/ 559563 h 3411190"/>
                <a:gd name="connsiteX18-341" fmla="*/ 2336014 w 2860627"/>
                <a:gd name="connsiteY18-342" fmla="*/ 974343 h 3411190"/>
                <a:gd name="connsiteX19-343" fmla="*/ 2860627 w 2860627"/>
                <a:gd name="connsiteY19-344" fmla="*/ 953468 h 3411190"/>
                <a:gd name="connsiteX20-345" fmla="*/ 2332439 w 2860627"/>
                <a:gd name="connsiteY20-346" fmla="*/ 186000 h 3411190"/>
                <a:gd name="connsiteX0-347" fmla="*/ 2332439 w 2860627"/>
                <a:gd name="connsiteY0-348" fmla="*/ 186000 h 3411190"/>
                <a:gd name="connsiteX1-349" fmla="*/ 1525852 w 2860627"/>
                <a:gd name="connsiteY1-350" fmla="*/ 9249 h 3411190"/>
                <a:gd name="connsiteX2-351" fmla="*/ 364700 w 2860627"/>
                <a:gd name="connsiteY2-352" fmla="*/ 1356493 h 3411190"/>
                <a:gd name="connsiteX3-353" fmla="*/ 160 w 2860627"/>
                <a:gd name="connsiteY3-354" fmla="*/ 1831519 h 3411190"/>
                <a:gd name="connsiteX4-355" fmla="*/ 286853 w 2860627"/>
                <a:gd name="connsiteY4-356" fmla="*/ 2006886 h 3411190"/>
                <a:gd name="connsiteX5-357" fmla="*/ 207417 w 2860627"/>
                <a:gd name="connsiteY5-358" fmla="*/ 2187794 h 3411190"/>
                <a:gd name="connsiteX6-359" fmla="*/ 287242 w 2860627"/>
                <a:gd name="connsiteY6-360" fmla="*/ 2244414 h 3411190"/>
                <a:gd name="connsiteX7-361" fmla="*/ 256972 w 2860627"/>
                <a:gd name="connsiteY7-362" fmla="*/ 2339178 h 3411190"/>
                <a:gd name="connsiteX8-363" fmla="*/ 368654 w 2860627"/>
                <a:gd name="connsiteY8-364" fmla="*/ 2452806 h 3411190"/>
                <a:gd name="connsiteX9-365" fmla="*/ 465657 w 2860627"/>
                <a:gd name="connsiteY9-366" fmla="*/ 2870369 h 3411190"/>
                <a:gd name="connsiteX10-367" fmla="*/ 1108723 w 2860627"/>
                <a:gd name="connsiteY10-368" fmla="*/ 2797319 h 3411190"/>
                <a:gd name="connsiteX11-369" fmla="*/ 1313164 w 2860627"/>
                <a:gd name="connsiteY11-370" fmla="*/ 3376539 h 3411190"/>
                <a:gd name="connsiteX12-371" fmla="*/ 1936108 w 2860627"/>
                <a:gd name="connsiteY12-372" fmla="*/ 3397581 h 3411190"/>
                <a:gd name="connsiteX13-373" fmla="*/ 1828840 w 2860627"/>
                <a:gd name="connsiteY13-374" fmla="*/ 2162380 h 3411190"/>
                <a:gd name="connsiteX14-375" fmla="*/ 1253957 w 2860627"/>
                <a:gd name="connsiteY14-376" fmla="*/ 1491117 h 3411190"/>
                <a:gd name="connsiteX15-377" fmla="*/ 1259713 w 2860627"/>
                <a:gd name="connsiteY15-378" fmla="*/ 1490781 h 3411190"/>
                <a:gd name="connsiteX16-379" fmla="*/ 1156260 w 2860627"/>
                <a:gd name="connsiteY16-380" fmla="*/ 763285 h 3411190"/>
                <a:gd name="connsiteX17-381" fmla="*/ 2022208 w 2860627"/>
                <a:gd name="connsiteY17-382" fmla="*/ 559563 h 3411190"/>
                <a:gd name="connsiteX18-383" fmla="*/ 2336014 w 2860627"/>
                <a:gd name="connsiteY18-384" fmla="*/ 974343 h 3411190"/>
                <a:gd name="connsiteX19-385" fmla="*/ 2860627 w 2860627"/>
                <a:gd name="connsiteY19-386" fmla="*/ 953468 h 3411190"/>
                <a:gd name="connsiteX20-387" fmla="*/ 2332439 w 2860627"/>
                <a:gd name="connsiteY20-388" fmla="*/ 186000 h 3411190"/>
                <a:gd name="connsiteX0-389" fmla="*/ 2332439 w 2860627"/>
                <a:gd name="connsiteY0-390" fmla="*/ 186000 h 3411190"/>
                <a:gd name="connsiteX1-391" fmla="*/ 1525852 w 2860627"/>
                <a:gd name="connsiteY1-392" fmla="*/ 9249 h 3411190"/>
                <a:gd name="connsiteX2-393" fmla="*/ 364700 w 2860627"/>
                <a:gd name="connsiteY2-394" fmla="*/ 1356493 h 3411190"/>
                <a:gd name="connsiteX3-395" fmla="*/ 160 w 2860627"/>
                <a:gd name="connsiteY3-396" fmla="*/ 1831519 h 3411190"/>
                <a:gd name="connsiteX4-397" fmla="*/ 286853 w 2860627"/>
                <a:gd name="connsiteY4-398" fmla="*/ 2006886 h 3411190"/>
                <a:gd name="connsiteX5-399" fmla="*/ 207417 w 2860627"/>
                <a:gd name="connsiteY5-400" fmla="*/ 2187794 h 3411190"/>
                <a:gd name="connsiteX6-401" fmla="*/ 287242 w 2860627"/>
                <a:gd name="connsiteY6-402" fmla="*/ 2244414 h 3411190"/>
                <a:gd name="connsiteX7-403" fmla="*/ 256972 w 2860627"/>
                <a:gd name="connsiteY7-404" fmla="*/ 2339178 h 3411190"/>
                <a:gd name="connsiteX8-405" fmla="*/ 368654 w 2860627"/>
                <a:gd name="connsiteY8-406" fmla="*/ 2452806 h 3411190"/>
                <a:gd name="connsiteX9-407" fmla="*/ 465657 w 2860627"/>
                <a:gd name="connsiteY9-408" fmla="*/ 2870369 h 3411190"/>
                <a:gd name="connsiteX10-409" fmla="*/ 1108723 w 2860627"/>
                <a:gd name="connsiteY10-410" fmla="*/ 2797319 h 3411190"/>
                <a:gd name="connsiteX11-411" fmla="*/ 1313164 w 2860627"/>
                <a:gd name="connsiteY11-412" fmla="*/ 3376539 h 3411190"/>
                <a:gd name="connsiteX12-413" fmla="*/ 1936108 w 2860627"/>
                <a:gd name="connsiteY12-414" fmla="*/ 3397581 h 3411190"/>
                <a:gd name="connsiteX13-415" fmla="*/ 1886582 w 2860627"/>
                <a:gd name="connsiteY13-416" fmla="*/ 2195718 h 3411190"/>
                <a:gd name="connsiteX14-417" fmla="*/ 1253957 w 2860627"/>
                <a:gd name="connsiteY14-418" fmla="*/ 1491117 h 3411190"/>
                <a:gd name="connsiteX15-419" fmla="*/ 1259713 w 2860627"/>
                <a:gd name="connsiteY15-420" fmla="*/ 1490781 h 3411190"/>
                <a:gd name="connsiteX16-421" fmla="*/ 1156260 w 2860627"/>
                <a:gd name="connsiteY16-422" fmla="*/ 763285 h 3411190"/>
                <a:gd name="connsiteX17-423" fmla="*/ 2022208 w 2860627"/>
                <a:gd name="connsiteY17-424" fmla="*/ 559563 h 3411190"/>
                <a:gd name="connsiteX18-425" fmla="*/ 2336014 w 2860627"/>
                <a:gd name="connsiteY18-426" fmla="*/ 974343 h 3411190"/>
                <a:gd name="connsiteX19-427" fmla="*/ 2860627 w 2860627"/>
                <a:gd name="connsiteY19-428" fmla="*/ 953468 h 3411190"/>
                <a:gd name="connsiteX20-429" fmla="*/ 2332439 w 2860627"/>
                <a:gd name="connsiteY20-430" fmla="*/ 186000 h 3411190"/>
                <a:gd name="connsiteX0-431" fmla="*/ 2332439 w 2860627"/>
                <a:gd name="connsiteY0-432" fmla="*/ 186000 h 3411190"/>
                <a:gd name="connsiteX1-433" fmla="*/ 1525852 w 2860627"/>
                <a:gd name="connsiteY1-434" fmla="*/ 9249 h 3411190"/>
                <a:gd name="connsiteX2-435" fmla="*/ 364700 w 2860627"/>
                <a:gd name="connsiteY2-436" fmla="*/ 1356493 h 3411190"/>
                <a:gd name="connsiteX3-437" fmla="*/ 160 w 2860627"/>
                <a:gd name="connsiteY3-438" fmla="*/ 1831519 h 3411190"/>
                <a:gd name="connsiteX4-439" fmla="*/ 286853 w 2860627"/>
                <a:gd name="connsiteY4-440" fmla="*/ 2006886 h 3411190"/>
                <a:gd name="connsiteX5-441" fmla="*/ 207417 w 2860627"/>
                <a:gd name="connsiteY5-442" fmla="*/ 2187794 h 3411190"/>
                <a:gd name="connsiteX6-443" fmla="*/ 287242 w 2860627"/>
                <a:gd name="connsiteY6-444" fmla="*/ 2244414 h 3411190"/>
                <a:gd name="connsiteX7-445" fmla="*/ 256972 w 2860627"/>
                <a:gd name="connsiteY7-446" fmla="*/ 2339178 h 3411190"/>
                <a:gd name="connsiteX8-447" fmla="*/ 368654 w 2860627"/>
                <a:gd name="connsiteY8-448" fmla="*/ 2452806 h 3411190"/>
                <a:gd name="connsiteX9-449" fmla="*/ 465657 w 2860627"/>
                <a:gd name="connsiteY9-450" fmla="*/ 2870369 h 3411190"/>
                <a:gd name="connsiteX10-451" fmla="*/ 1108723 w 2860627"/>
                <a:gd name="connsiteY10-452" fmla="*/ 2797319 h 3411190"/>
                <a:gd name="connsiteX11-453" fmla="*/ 1313164 w 2860627"/>
                <a:gd name="connsiteY11-454" fmla="*/ 3376539 h 3411190"/>
                <a:gd name="connsiteX12-455" fmla="*/ 1936108 w 2860627"/>
                <a:gd name="connsiteY12-456" fmla="*/ 3397581 h 3411190"/>
                <a:gd name="connsiteX13-457" fmla="*/ 1886582 w 2860627"/>
                <a:gd name="connsiteY13-458" fmla="*/ 2195718 h 3411190"/>
                <a:gd name="connsiteX14-459" fmla="*/ 1253957 w 2860627"/>
                <a:gd name="connsiteY14-460" fmla="*/ 1491117 h 3411190"/>
                <a:gd name="connsiteX15-461" fmla="*/ 1259713 w 2860627"/>
                <a:gd name="connsiteY15-462" fmla="*/ 1490781 h 3411190"/>
                <a:gd name="connsiteX16-463" fmla="*/ 1156260 w 2860627"/>
                <a:gd name="connsiteY16-464" fmla="*/ 763285 h 3411190"/>
                <a:gd name="connsiteX17-465" fmla="*/ 2022208 w 2860627"/>
                <a:gd name="connsiteY17-466" fmla="*/ 559563 h 3411190"/>
                <a:gd name="connsiteX18-467" fmla="*/ 2336014 w 2860627"/>
                <a:gd name="connsiteY18-468" fmla="*/ 974343 h 3411190"/>
                <a:gd name="connsiteX19-469" fmla="*/ 2860627 w 2860627"/>
                <a:gd name="connsiteY19-470" fmla="*/ 953468 h 3411190"/>
                <a:gd name="connsiteX20-471" fmla="*/ 2332439 w 2860627"/>
                <a:gd name="connsiteY20-472" fmla="*/ 186000 h 341119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</a:cxnLst>
              <a:rect l="l" t="t" r="r" b="b"/>
              <a:pathLst>
                <a:path w="2860627" h="3411190">
                  <a:moveTo>
                    <a:pt x="2332439" y="186000"/>
                  </a:moveTo>
                  <a:cubicBezTo>
                    <a:pt x="2114028" y="67375"/>
                    <a:pt x="1894506" y="-31252"/>
                    <a:pt x="1525852" y="9249"/>
                  </a:cubicBezTo>
                  <a:cubicBezTo>
                    <a:pt x="735732" y="27225"/>
                    <a:pt x="265149" y="734924"/>
                    <a:pt x="364700" y="1356493"/>
                  </a:cubicBezTo>
                  <a:cubicBezTo>
                    <a:pt x="243187" y="1514835"/>
                    <a:pt x="-7219" y="1802068"/>
                    <a:pt x="160" y="1831519"/>
                  </a:cubicBezTo>
                  <a:cubicBezTo>
                    <a:pt x="17130" y="1925603"/>
                    <a:pt x="185001" y="1956813"/>
                    <a:pt x="286853" y="2006886"/>
                  </a:cubicBezTo>
                  <a:cubicBezTo>
                    <a:pt x="253040" y="2069284"/>
                    <a:pt x="200362" y="2166263"/>
                    <a:pt x="207417" y="2187794"/>
                  </a:cubicBezTo>
                  <a:cubicBezTo>
                    <a:pt x="222499" y="2208763"/>
                    <a:pt x="256442" y="2226588"/>
                    <a:pt x="287242" y="2244414"/>
                  </a:cubicBezTo>
                  <a:cubicBezTo>
                    <a:pt x="277153" y="2276002"/>
                    <a:pt x="241912" y="2313878"/>
                    <a:pt x="256972" y="2339178"/>
                  </a:cubicBezTo>
                  <a:cubicBezTo>
                    <a:pt x="285816" y="2378102"/>
                    <a:pt x="349241" y="2404451"/>
                    <a:pt x="368654" y="2452806"/>
                  </a:cubicBezTo>
                  <a:cubicBezTo>
                    <a:pt x="412514" y="2527024"/>
                    <a:pt x="255179" y="2774145"/>
                    <a:pt x="465657" y="2870369"/>
                  </a:cubicBezTo>
                  <a:cubicBezTo>
                    <a:pt x="653816" y="2944521"/>
                    <a:pt x="911133" y="2842626"/>
                    <a:pt x="1108723" y="2797319"/>
                  </a:cubicBezTo>
                  <a:cubicBezTo>
                    <a:pt x="1261750" y="2755661"/>
                    <a:pt x="1267023" y="3179274"/>
                    <a:pt x="1313164" y="3376539"/>
                  </a:cubicBezTo>
                  <a:cubicBezTo>
                    <a:pt x="1541931" y="3416747"/>
                    <a:pt x="1746247" y="3419423"/>
                    <a:pt x="1936108" y="3397581"/>
                  </a:cubicBezTo>
                  <a:cubicBezTo>
                    <a:pt x="1911464" y="2966600"/>
                    <a:pt x="1933512" y="2397598"/>
                    <a:pt x="1886582" y="2195718"/>
                  </a:cubicBezTo>
                  <a:cubicBezTo>
                    <a:pt x="1843777" y="1980896"/>
                    <a:pt x="1445585" y="1714871"/>
                    <a:pt x="1253957" y="1491117"/>
                  </a:cubicBezTo>
                  <a:lnTo>
                    <a:pt x="1259713" y="1490781"/>
                  </a:lnTo>
                  <a:cubicBezTo>
                    <a:pt x="1069359" y="1294123"/>
                    <a:pt x="1020028" y="999248"/>
                    <a:pt x="1156260" y="763285"/>
                  </a:cubicBezTo>
                  <a:cubicBezTo>
                    <a:pt x="1324542" y="471813"/>
                    <a:pt x="1712240" y="380603"/>
                    <a:pt x="2022208" y="559563"/>
                  </a:cubicBezTo>
                  <a:cubicBezTo>
                    <a:pt x="2187368" y="654919"/>
                    <a:pt x="2297137" y="807738"/>
                    <a:pt x="2336014" y="974343"/>
                  </a:cubicBezTo>
                  <a:lnTo>
                    <a:pt x="2860627" y="953468"/>
                  </a:lnTo>
                  <a:cubicBezTo>
                    <a:pt x="2773794" y="641332"/>
                    <a:pt x="2600917" y="331818"/>
                    <a:pt x="2332439" y="18600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" name="Oval 7"/>
            <p:cNvSpPr/>
            <p:nvPr/>
          </p:nvSpPr>
          <p:spPr>
            <a:xfrm>
              <a:off x="395536" y="4869725"/>
              <a:ext cx="852711" cy="8527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Green Theme">
      <a:dk1>
        <a:srgbClr val="1B5251"/>
      </a:dk1>
      <a:lt1>
        <a:sysClr val="window" lastClr="FFFFFF"/>
      </a:lt1>
      <a:dk2>
        <a:srgbClr val="257171"/>
      </a:dk2>
      <a:lt2>
        <a:srgbClr val="E7E6E6"/>
      </a:lt2>
      <a:accent1>
        <a:srgbClr val="38AEAB"/>
      </a:accent1>
      <a:accent2>
        <a:srgbClr val="2E8E8C"/>
      </a:accent2>
      <a:accent3>
        <a:srgbClr val="236E6C"/>
      </a:accent3>
      <a:accent4>
        <a:srgbClr val="2F9391"/>
      </a:accent4>
      <a:accent5>
        <a:srgbClr val="257171"/>
      </a:accent5>
      <a:accent6>
        <a:srgbClr val="1B5251"/>
      </a:accent6>
      <a:hlink>
        <a:srgbClr val="1B5251"/>
      </a:hlink>
      <a:folHlink>
        <a:srgbClr val="257171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Green Theme">
      <a:dk1>
        <a:srgbClr val="1B5251"/>
      </a:dk1>
      <a:lt1>
        <a:sysClr val="window" lastClr="FFFFFF"/>
      </a:lt1>
      <a:dk2>
        <a:srgbClr val="257171"/>
      </a:dk2>
      <a:lt2>
        <a:srgbClr val="E7E6E6"/>
      </a:lt2>
      <a:accent1>
        <a:srgbClr val="38AEAB"/>
      </a:accent1>
      <a:accent2>
        <a:srgbClr val="2E8E8C"/>
      </a:accent2>
      <a:accent3>
        <a:srgbClr val="236E6C"/>
      </a:accent3>
      <a:accent4>
        <a:srgbClr val="2F9391"/>
      </a:accent4>
      <a:accent5>
        <a:srgbClr val="257171"/>
      </a:accent5>
      <a:accent6>
        <a:srgbClr val="1B5251"/>
      </a:accent6>
      <a:hlink>
        <a:srgbClr val="1B5251"/>
      </a:hlink>
      <a:folHlink>
        <a:srgbClr val="257171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1545</Words>
  <Application>Microsoft Office PowerPoint</Application>
  <PresentationFormat>Widescreen</PresentationFormat>
  <Paragraphs>292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Ofunneka Okonkwoabutu</cp:lastModifiedBy>
  <cp:revision>77</cp:revision>
  <dcterms:created xsi:type="dcterms:W3CDTF">2020-01-20T05:08:00Z</dcterms:created>
  <dcterms:modified xsi:type="dcterms:W3CDTF">2026-03-27T12:02:32Z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B74F37D9F5CF4FD99B00A745DF88173D_12</vt:lpwstr>
  </property>
  <property fmtid="{D5CDD505-2E9C-101B-9397-08002B2CF9AE}" pid="3" name="KSOProductBuildVer">
    <vt:lpwstr>1033-12.1.0.25242</vt:lpwstr>
  </property>
</Properties>
</file>