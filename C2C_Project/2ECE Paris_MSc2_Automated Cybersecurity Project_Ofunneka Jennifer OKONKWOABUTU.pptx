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1" r:id="rId2"/>
    <p:sldMasterId id="2147483671" r:id="rId3"/>
  </p:sldMasterIdLst>
  <p:notesMasterIdLst>
    <p:notesMasterId r:id="rId18"/>
  </p:notesMasterIdLst>
  <p:handoutMasterIdLst>
    <p:handoutMasterId r:id="rId19"/>
  </p:handoutMasterIdLst>
  <p:sldIdLst>
    <p:sldId id="256" r:id="rId4"/>
    <p:sldId id="347" r:id="rId5"/>
    <p:sldId id="359" r:id="rId6"/>
    <p:sldId id="298" r:id="rId7"/>
    <p:sldId id="337" r:id="rId8"/>
    <p:sldId id="311" r:id="rId9"/>
    <p:sldId id="370" r:id="rId10"/>
    <p:sldId id="372" r:id="rId11"/>
    <p:sldId id="324" r:id="rId12"/>
    <p:sldId id="371" r:id="rId13"/>
    <p:sldId id="322" r:id="rId14"/>
    <p:sldId id="334" r:id="rId15"/>
    <p:sldId id="373" r:id="rId16"/>
    <p:sldId id="3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79"/>
    <a:srgbClr val="FFFFFF"/>
    <a:srgbClr val="48979B"/>
    <a:srgbClr val="38AEAB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57" autoAdjust="0"/>
  </p:normalViewPr>
  <p:slideViewPr>
    <p:cSldViewPr snapToGrid="0" showGuides="1">
      <p:cViewPr varScale="1">
        <p:scale>
          <a:sx n="97" d="100"/>
          <a:sy n="97" d="100"/>
        </p:scale>
        <p:origin x="111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D8835-CAEA-486E-861F-D3DF5A0B24C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094F9-D37F-469D-9542-C1BBBA287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C8093-6027-4039-94BE-CE713013101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F1279-6CE4-4169-83D3-4483097B69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B0D67-CB1B-A488-CB70-3570C4FEB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06DF2-6E02-8548-726E-8BAD9D578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2FD0A-5E50-8EA6-FE6A-0EFF4E17C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 1: Managing a Team Decision</a:t>
            </a:r>
            <a:br>
              <a:rPr lang="en-US" dirty="0"/>
            </a:br>
            <a:r>
              <a:rPr lang="en-US" b="1" dirty="0"/>
              <a:t>What happens:</a:t>
            </a:r>
            <a:br>
              <a:rPr lang="en-US" dirty="0"/>
            </a:br>
            <a:r>
              <a:rPr lang="en-US" dirty="0"/>
              <a:t>You present a plan in a meeting → everyone agrees → execution is weak or delayed</a:t>
            </a:r>
          </a:p>
          <a:p>
            <a:r>
              <a:rPr lang="en-US" b="1" dirty="0"/>
              <a:t>What’s really happening:</a:t>
            </a:r>
            <a:endParaRPr lang="en-US" dirty="0"/>
          </a:p>
          <a:p>
            <a:r>
              <a:rPr lang="en-US" dirty="0"/>
              <a:t>Respect → no one openly disagrees</a:t>
            </a:r>
          </a:p>
          <a:p>
            <a:r>
              <a:rPr lang="en-US" dirty="0"/>
              <a:t>Ambition → people may not fully buy in</a:t>
            </a:r>
          </a:p>
          <a:p>
            <a:r>
              <a:rPr lang="en-US" dirty="0"/>
              <a:t>Hidden concerns remain unspoken</a:t>
            </a:r>
          </a:p>
          <a:p>
            <a:r>
              <a:rPr lang="en-US" b="1" dirty="0"/>
              <a:t>Risk:</a:t>
            </a:r>
            <a:endParaRPr lang="en-US" dirty="0"/>
          </a:p>
          <a:p>
            <a:r>
              <a:rPr lang="en-US" dirty="0"/>
              <a:t>False alignment → poor execution</a:t>
            </a:r>
            <a:br>
              <a:rPr lang="en-US" dirty="0"/>
            </a:br>
            <a:r>
              <a:rPr lang="en-US" dirty="0"/>
              <a:t>Misreading the culture leads to silent resistance, not open failure</a:t>
            </a:r>
          </a:p>
          <a:p>
            <a:endParaRPr lang="en-US" dirty="0"/>
          </a:p>
          <a:p>
            <a:r>
              <a:rPr lang="en-US" b="1" dirty="0"/>
              <a:t>What to do:</a:t>
            </a:r>
            <a:endParaRPr lang="en-US" dirty="0"/>
          </a:p>
          <a:p>
            <a:r>
              <a:rPr lang="en-US" dirty="0"/>
              <a:t>Follow up informally</a:t>
            </a:r>
          </a:p>
          <a:p>
            <a:r>
              <a:rPr lang="en-US" dirty="0"/>
              <a:t>Ask indirect questions</a:t>
            </a:r>
          </a:p>
          <a:p>
            <a:r>
              <a:rPr lang="en-US" dirty="0"/>
              <a:t>Involve key influencers before final decisions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b="1" dirty="0"/>
              <a:t>Situation 2: Negotiating with a Local Partner</a:t>
            </a:r>
          </a:p>
          <a:p>
            <a:r>
              <a:rPr lang="en-US" b="1" dirty="0"/>
              <a:t>What happens:</a:t>
            </a:r>
            <a:br>
              <a:rPr lang="en-US" dirty="0"/>
            </a:br>
            <a:r>
              <a:rPr lang="en-US" dirty="0"/>
              <a:t>You push for a quick, efficient deal → partner becomes slow or disengaged</a:t>
            </a:r>
          </a:p>
          <a:p>
            <a:r>
              <a:rPr lang="en-US" b="1" dirty="0"/>
              <a:t>What’s really happening:</a:t>
            </a:r>
            <a:endParaRPr lang="en-US" dirty="0"/>
          </a:p>
          <a:p>
            <a:r>
              <a:rPr lang="en-US" dirty="0"/>
              <a:t>Relationship not yet established</a:t>
            </a:r>
          </a:p>
          <a:p>
            <a:r>
              <a:rPr lang="en-US" dirty="0"/>
              <a:t>Pressure is perceived as disrespect or distrust</a:t>
            </a:r>
          </a:p>
          <a:p>
            <a:r>
              <a:rPr lang="en-US" b="1" dirty="0"/>
              <a:t>Risk:</a:t>
            </a:r>
            <a:endParaRPr lang="en-US" dirty="0"/>
          </a:p>
          <a:p>
            <a:r>
              <a:rPr lang="en-US" dirty="0"/>
              <a:t>Deal stalls or fails despite good terms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r>
              <a:rPr lang="en-US" dirty="0"/>
              <a:t>Invest time in relationship first</a:t>
            </a:r>
          </a:p>
          <a:p>
            <a:r>
              <a:rPr lang="en-US" dirty="0"/>
              <a:t>Allow negotiation to evolve gradually</a:t>
            </a:r>
          </a:p>
          <a:p>
            <a:r>
              <a:rPr lang="en-US" dirty="0"/>
              <a:t>Show patience and respect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Failure is rarely loud — it is </a:t>
            </a:r>
            <a:r>
              <a:rPr lang="en-US" b="1" dirty="0"/>
              <a:t>quiet, gradual, and relational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FBED0-124D-5E7B-C4BD-7B3848FC9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90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 1: Managing a Team Decision</a:t>
            </a:r>
            <a:br>
              <a:rPr lang="en-US" dirty="0"/>
            </a:br>
            <a:r>
              <a:rPr lang="en-US" b="1" dirty="0"/>
              <a:t>What happens:</a:t>
            </a:r>
            <a:br>
              <a:rPr lang="en-US" dirty="0"/>
            </a:br>
            <a:r>
              <a:rPr lang="en-US" dirty="0"/>
              <a:t>You present a plan in a meeting → everyone agrees → execution is weak or delayed</a:t>
            </a:r>
          </a:p>
          <a:p>
            <a:r>
              <a:rPr lang="en-US" b="1" dirty="0"/>
              <a:t>What’s really happening:</a:t>
            </a:r>
            <a:endParaRPr lang="en-US" dirty="0"/>
          </a:p>
          <a:p>
            <a:r>
              <a:rPr lang="en-US" dirty="0"/>
              <a:t>Respect → no one openly disagrees</a:t>
            </a:r>
          </a:p>
          <a:p>
            <a:r>
              <a:rPr lang="en-US" dirty="0"/>
              <a:t>Ambition → people may not fully buy in</a:t>
            </a:r>
          </a:p>
          <a:p>
            <a:r>
              <a:rPr lang="en-US" dirty="0"/>
              <a:t>Hidden concerns remain unspoken</a:t>
            </a:r>
          </a:p>
          <a:p>
            <a:r>
              <a:rPr lang="en-US" b="1" dirty="0"/>
              <a:t>Risk:</a:t>
            </a:r>
            <a:endParaRPr lang="en-US" dirty="0"/>
          </a:p>
          <a:p>
            <a:r>
              <a:rPr lang="en-US" dirty="0"/>
              <a:t>False alignment → poor execution</a:t>
            </a:r>
            <a:br>
              <a:rPr lang="en-US" dirty="0"/>
            </a:br>
            <a:r>
              <a:rPr lang="en-US" dirty="0"/>
              <a:t>Misreading the culture leads to silent resistance, not open failure</a:t>
            </a:r>
          </a:p>
          <a:p>
            <a:endParaRPr lang="en-US" dirty="0"/>
          </a:p>
          <a:p>
            <a:r>
              <a:rPr lang="en-US" b="1" dirty="0"/>
              <a:t>What to do:</a:t>
            </a:r>
            <a:endParaRPr lang="en-US" dirty="0"/>
          </a:p>
          <a:p>
            <a:r>
              <a:rPr lang="en-US" dirty="0"/>
              <a:t>Follow up informally</a:t>
            </a:r>
          </a:p>
          <a:p>
            <a:r>
              <a:rPr lang="en-US" dirty="0"/>
              <a:t>Ask indirect questions</a:t>
            </a:r>
          </a:p>
          <a:p>
            <a:r>
              <a:rPr lang="en-US" dirty="0"/>
              <a:t>Involve key influencers before final decisions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b="1" dirty="0"/>
              <a:t>Situation 2: Negotiating with a Local Partner</a:t>
            </a:r>
          </a:p>
          <a:p>
            <a:r>
              <a:rPr lang="en-US" b="1" dirty="0"/>
              <a:t>What happens:</a:t>
            </a:r>
            <a:br>
              <a:rPr lang="en-US" dirty="0"/>
            </a:br>
            <a:r>
              <a:rPr lang="en-US" dirty="0"/>
              <a:t>You push for a quick, efficient deal → partner becomes slow or disengaged</a:t>
            </a:r>
          </a:p>
          <a:p>
            <a:r>
              <a:rPr lang="en-US" b="1" dirty="0"/>
              <a:t>What’s really happening:</a:t>
            </a:r>
            <a:endParaRPr lang="en-US" dirty="0"/>
          </a:p>
          <a:p>
            <a:r>
              <a:rPr lang="en-US" dirty="0"/>
              <a:t>Relationship not yet established</a:t>
            </a:r>
          </a:p>
          <a:p>
            <a:r>
              <a:rPr lang="en-US" dirty="0"/>
              <a:t>Pressure is perceived as disrespect or distrust</a:t>
            </a:r>
          </a:p>
          <a:p>
            <a:r>
              <a:rPr lang="en-US" b="1" dirty="0"/>
              <a:t>Risk:</a:t>
            </a:r>
            <a:endParaRPr lang="en-US" dirty="0"/>
          </a:p>
          <a:p>
            <a:r>
              <a:rPr lang="en-US" dirty="0"/>
              <a:t>Deal stalls or fails despite good terms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r>
              <a:rPr lang="en-US" dirty="0"/>
              <a:t>Invest time in relationship first</a:t>
            </a:r>
          </a:p>
          <a:p>
            <a:r>
              <a:rPr lang="en-US" dirty="0"/>
              <a:t>Allow negotiation to evolve gradually</a:t>
            </a:r>
          </a:p>
          <a:p>
            <a:r>
              <a:rPr lang="en-US" dirty="0"/>
              <a:t>Show patience and respect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Failure is rarely loud — it is </a:t>
            </a:r>
            <a:r>
              <a:rPr lang="en-US" b="1" dirty="0"/>
              <a:t>quiet, gradual, and relational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southeastern - Igbo professional context,</a:t>
            </a:r>
            <a:br>
              <a:rPr lang="en-US" dirty="0"/>
            </a:br>
            <a:r>
              <a:rPr lang="en-US" b="1" dirty="0"/>
              <a:t>who you are, who you know, and how you show respect often matters as much as what you do.</a:t>
            </a:r>
            <a:endParaRPr lang="en-US" dirty="0"/>
          </a:p>
          <a:p>
            <a:r>
              <a:rPr lang="en-US" dirty="0"/>
              <a:t>People may respect your title —</a:t>
            </a:r>
            <a:br>
              <a:rPr lang="en-US" dirty="0"/>
            </a:br>
            <a:r>
              <a:rPr lang="en-US" dirty="0"/>
              <a:t>but they follow your </a:t>
            </a:r>
            <a:r>
              <a:rPr lang="en-US" b="1" dirty="0"/>
              <a:t>character, your fairness, and your ability to understand them</a:t>
            </a:r>
            <a:r>
              <a:rPr lang="en-US" dirty="0"/>
              <a:t>.</a:t>
            </a:r>
          </a:p>
          <a:p>
            <a:r>
              <a:rPr lang="en-US" dirty="0"/>
              <a:t>In this environment, influence does not come from formal authority alone,</a:t>
            </a:r>
            <a:br>
              <a:rPr lang="en-US" dirty="0"/>
            </a:br>
            <a:r>
              <a:rPr lang="en-US" dirty="0"/>
              <a:t>but from your ability to </a:t>
            </a:r>
            <a:r>
              <a:rPr lang="en-US" b="1" dirty="0"/>
              <a:t>build trust, navigate relationships, and manage ambition</a:t>
            </a:r>
            <a:r>
              <a:rPr lang="en-US" dirty="0"/>
              <a:t>.</a:t>
            </a:r>
          </a:p>
          <a:p>
            <a:r>
              <a:rPr lang="en-US" dirty="0"/>
              <a:t>If you get the culture right, execution becomes easy.</a:t>
            </a:r>
            <a:br>
              <a:rPr lang="en-US" dirty="0"/>
            </a:br>
            <a:r>
              <a:rPr lang="en-US" dirty="0"/>
              <a:t>If you get it wrong, even the best strategy will fail quietly.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00072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Picture Placeholder 2"/>
          <p:cNvSpPr>
            <a:spLocks noGrp="1"/>
          </p:cNvSpPr>
          <p:nvPr>
            <p:ph type="pic" idx="23" hasCustomPrompt="1"/>
          </p:nvPr>
        </p:nvSpPr>
        <p:spPr>
          <a:xfrm>
            <a:off x="5002832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7997604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Picture Placeholder 2"/>
          <p:cNvSpPr>
            <a:spLocks noGrp="1"/>
          </p:cNvSpPr>
          <p:nvPr>
            <p:ph type="pic" idx="24" hasCustomPrompt="1"/>
          </p:nvPr>
        </p:nvSpPr>
        <p:spPr>
          <a:xfrm>
            <a:off x="8800364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200072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Picture Placeholder 2"/>
          <p:cNvSpPr>
            <a:spLocks noGrp="1"/>
          </p:cNvSpPr>
          <p:nvPr>
            <p:ph type="pic" idx="25" hasCustomPrompt="1"/>
          </p:nvPr>
        </p:nvSpPr>
        <p:spPr>
          <a:xfrm>
            <a:off x="5002832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7997604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Picture Placeholder 2"/>
          <p:cNvSpPr>
            <a:spLocks noGrp="1"/>
          </p:cNvSpPr>
          <p:nvPr>
            <p:ph type="pic" idx="26" hasCustomPrompt="1"/>
          </p:nvPr>
        </p:nvSpPr>
        <p:spPr>
          <a:xfrm>
            <a:off x="8800364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icture Placeholder 162"/>
          <p:cNvSpPr>
            <a:spLocks noGrp="1"/>
          </p:cNvSpPr>
          <p:nvPr>
            <p:ph type="pic" idx="23" hasCustomPrompt="1"/>
          </p:nvPr>
        </p:nvSpPr>
        <p:spPr>
          <a:xfrm>
            <a:off x="1" y="2"/>
            <a:ext cx="12191999" cy="6877477"/>
          </a:xfrm>
          <a:custGeom>
            <a:avLst/>
            <a:gdLst>
              <a:gd name="connsiteX0" fmla="*/ 11053396 w 12191999"/>
              <a:gd name="connsiteY0" fmla="*/ 5847975 h 6877477"/>
              <a:gd name="connsiteX1" fmla="*/ 12034143 w 12191999"/>
              <a:gd name="connsiteY1" fmla="*/ 6828722 h 6877477"/>
              <a:gd name="connsiteX2" fmla="*/ 11985388 w 12191999"/>
              <a:gd name="connsiteY2" fmla="*/ 6877477 h 6877477"/>
              <a:gd name="connsiteX3" fmla="*/ 10121403 w 12191999"/>
              <a:gd name="connsiteY3" fmla="*/ 6877477 h 6877477"/>
              <a:gd name="connsiteX4" fmla="*/ 10072648 w 12191999"/>
              <a:gd name="connsiteY4" fmla="*/ 6828722 h 6877477"/>
              <a:gd name="connsiteX5" fmla="*/ 12182376 w 12191999"/>
              <a:gd name="connsiteY5" fmla="*/ 4716808 h 6877477"/>
              <a:gd name="connsiteX6" fmla="*/ 12191999 w 12191999"/>
              <a:gd name="connsiteY6" fmla="*/ 4726431 h 6877477"/>
              <a:gd name="connsiteX7" fmla="*/ 12191999 w 12191999"/>
              <a:gd name="connsiteY7" fmla="*/ 6668679 h 6877477"/>
              <a:gd name="connsiteX8" fmla="*/ 12182376 w 12191999"/>
              <a:gd name="connsiteY8" fmla="*/ 6678302 h 6877477"/>
              <a:gd name="connsiteX9" fmla="*/ 11201628 w 12191999"/>
              <a:gd name="connsiteY9" fmla="*/ 5697555 h 6877477"/>
              <a:gd name="connsiteX10" fmla="*/ 9949130 w 12191999"/>
              <a:gd name="connsiteY10" fmla="*/ 4716808 h 6877477"/>
              <a:gd name="connsiteX11" fmla="*/ 10929877 w 12191999"/>
              <a:gd name="connsiteY11" fmla="*/ 5697555 h 6877477"/>
              <a:gd name="connsiteX12" fmla="*/ 9949130 w 12191999"/>
              <a:gd name="connsiteY12" fmla="*/ 6678302 h 6877477"/>
              <a:gd name="connsiteX13" fmla="*/ 8968382 w 12191999"/>
              <a:gd name="connsiteY13" fmla="*/ 5697555 h 6877477"/>
              <a:gd name="connsiteX14" fmla="*/ 11053396 w 12191999"/>
              <a:gd name="connsiteY14" fmla="*/ 3580491 h 6877477"/>
              <a:gd name="connsiteX15" fmla="*/ 12034143 w 12191999"/>
              <a:gd name="connsiteY15" fmla="*/ 4561237 h 6877477"/>
              <a:gd name="connsiteX16" fmla="*/ 11053396 w 12191999"/>
              <a:gd name="connsiteY16" fmla="*/ 5541984 h 6877477"/>
              <a:gd name="connsiteX17" fmla="*/ 10072648 w 12191999"/>
              <a:gd name="connsiteY17" fmla="*/ 4561237 h 6877477"/>
              <a:gd name="connsiteX18" fmla="*/ 8844864 w 12191999"/>
              <a:gd name="connsiteY18" fmla="*/ 3580491 h 6877477"/>
              <a:gd name="connsiteX19" fmla="*/ 9825611 w 12191999"/>
              <a:gd name="connsiteY19" fmla="*/ 4561237 h 6877477"/>
              <a:gd name="connsiteX20" fmla="*/ 8844864 w 12191999"/>
              <a:gd name="connsiteY20" fmla="*/ 5541984 h 6877477"/>
              <a:gd name="connsiteX21" fmla="*/ 7864116 w 12191999"/>
              <a:gd name="connsiteY21" fmla="*/ 4561237 h 6877477"/>
              <a:gd name="connsiteX22" fmla="*/ 10739 w 12191999"/>
              <a:gd name="connsiteY22" fmla="*/ 3580491 h 6877477"/>
              <a:gd name="connsiteX23" fmla="*/ 991485 w 12191999"/>
              <a:gd name="connsiteY23" fmla="*/ 4561237 h 6877477"/>
              <a:gd name="connsiteX24" fmla="*/ 10739 w 12191999"/>
              <a:gd name="connsiteY24" fmla="*/ 5541984 h 6877477"/>
              <a:gd name="connsiteX25" fmla="*/ 0 w 12191999"/>
              <a:gd name="connsiteY25" fmla="*/ 5531245 h 6877477"/>
              <a:gd name="connsiteX26" fmla="*/ 0 w 12191999"/>
              <a:gd name="connsiteY26" fmla="*/ 3591230 h 6877477"/>
              <a:gd name="connsiteX27" fmla="*/ 1115005 w 12191999"/>
              <a:gd name="connsiteY27" fmla="*/ 2448297 h 6877477"/>
              <a:gd name="connsiteX28" fmla="*/ 2095752 w 12191999"/>
              <a:gd name="connsiteY28" fmla="*/ 3429042 h 6877477"/>
              <a:gd name="connsiteX29" fmla="*/ 1115005 w 12191999"/>
              <a:gd name="connsiteY29" fmla="*/ 4409788 h 6877477"/>
              <a:gd name="connsiteX30" fmla="*/ 134258 w 12191999"/>
              <a:gd name="connsiteY30" fmla="*/ 3429042 h 6877477"/>
              <a:gd name="connsiteX31" fmla="*/ 12182376 w 12191999"/>
              <a:gd name="connsiteY31" fmla="*/ 2448295 h 6877477"/>
              <a:gd name="connsiteX32" fmla="*/ 12191999 w 12191999"/>
              <a:gd name="connsiteY32" fmla="*/ 2457918 h 6877477"/>
              <a:gd name="connsiteX33" fmla="*/ 12191999 w 12191999"/>
              <a:gd name="connsiteY33" fmla="*/ 4400165 h 6877477"/>
              <a:gd name="connsiteX34" fmla="*/ 12182376 w 12191999"/>
              <a:gd name="connsiteY34" fmla="*/ 4409788 h 6877477"/>
              <a:gd name="connsiteX35" fmla="*/ 11201628 w 12191999"/>
              <a:gd name="connsiteY35" fmla="*/ 3429042 h 6877477"/>
              <a:gd name="connsiteX36" fmla="*/ 9949130 w 12191999"/>
              <a:gd name="connsiteY36" fmla="*/ 2448295 h 6877477"/>
              <a:gd name="connsiteX37" fmla="*/ 10929877 w 12191999"/>
              <a:gd name="connsiteY37" fmla="*/ 3429042 h 6877477"/>
              <a:gd name="connsiteX38" fmla="*/ 9949130 w 12191999"/>
              <a:gd name="connsiteY38" fmla="*/ 4409788 h 6877477"/>
              <a:gd name="connsiteX39" fmla="*/ 8968382 w 12191999"/>
              <a:gd name="connsiteY39" fmla="*/ 3429042 h 6877477"/>
              <a:gd name="connsiteX40" fmla="*/ 7740598 w 12191999"/>
              <a:gd name="connsiteY40" fmla="*/ 2448295 h 6877477"/>
              <a:gd name="connsiteX41" fmla="*/ 8721345 w 12191999"/>
              <a:gd name="connsiteY41" fmla="*/ 3429042 h 6877477"/>
              <a:gd name="connsiteX42" fmla="*/ 7740598 w 12191999"/>
              <a:gd name="connsiteY42" fmla="*/ 4409788 h 6877477"/>
              <a:gd name="connsiteX43" fmla="*/ 6759852 w 12191999"/>
              <a:gd name="connsiteY43" fmla="*/ 3429042 h 6877477"/>
              <a:gd name="connsiteX44" fmla="*/ 11053396 w 12191999"/>
              <a:gd name="connsiteY44" fmla="*/ 1313009 h 6877477"/>
              <a:gd name="connsiteX45" fmla="*/ 12034143 w 12191999"/>
              <a:gd name="connsiteY45" fmla="*/ 2293756 h 6877477"/>
              <a:gd name="connsiteX46" fmla="*/ 11053396 w 12191999"/>
              <a:gd name="connsiteY46" fmla="*/ 3274502 h 6877477"/>
              <a:gd name="connsiteX47" fmla="*/ 10072648 w 12191999"/>
              <a:gd name="connsiteY47" fmla="*/ 2293756 h 6877477"/>
              <a:gd name="connsiteX48" fmla="*/ 8844864 w 12191999"/>
              <a:gd name="connsiteY48" fmla="*/ 1313009 h 6877477"/>
              <a:gd name="connsiteX49" fmla="*/ 9825611 w 12191999"/>
              <a:gd name="connsiteY49" fmla="*/ 2293756 h 6877477"/>
              <a:gd name="connsiteX50" fmla="*/ 8844864 w 12191999"/>
              <a:gd name="connsiteY50" fmla="*/ 3274503 h 6877477"/>
              <a:gd name="connsiteX51" fmla="*/ 7864116 w 12191999"/>
              <a:gd name="connsiteY51" fmla="*/ 2293756 h 6877477"/>
              <a:gd name="connsiteX52" fmla="*/ 6636337 w 12191999"/>
              <a:gd name="connsiteY52" fmla="*/ 1313009 h 6877477"/>
              <a:gd name="connsiteX53" fmla="*/ 7617079 w 12191999"/>
              <a:gd name="connsiteY53" fmla="*/ 2293756 h 6877477"/>
              <a:gd name="connsiteX54" fmla="*/ 6636337 w 12191999"/>
              <a:gd name="connsiteY54" fmla="*/ 3274503 h 6877477"/>
              <a:gd name="connsiteX55" fmla="*/ 5655588 w 12191999"/>
              <a:gd name="connsiteY55" fmla="*/ 2293756 h 6877477"/>
              <a:gd name="connsiteX56" fmla="*/ 2219273 w 12191999"/>
              <a:gd name="connsiteY56" fmla="*/ 1313009 h 6877477"/>
              <a:gd name="connsiteX57" fmla="*/ 3200020 w 12191999"/>
              <a:gd name="connsiteY57" fmla="*/ 2293756 h 6877477"/>
              <a:gd name="connsiteX58" fmla="*/ 2219273 w 12191999"/>
              <a:gd name="connsiteY58" fmla="*/ 3274503 h 6877477"/>
              <a:gd name="connsiteX59" fmla="*/ 1238524 w 12191999"/>
              <a:gd name="connsiteY59" fmla="*/ 2293756 h 6877477"/>
              <a:gd name="connsiteX60" fmla="*/ 10741 w 12191999"/>
              <a:gd name="connsiteY60" fmla="*/ 1313009 h 6877477"/>
              <a:gd name="connsiteX61" fmla="*/ 991488 w 12191999"/>
              <a:gd name="connsiteY61" fmla="*/ 2293756 h 6877477"/>
              <a:gd name="connsiteX62" fmla="*/ 10741 w 12191999"/>
              <a:gd name="connsiteY62" fmla="*/ 3274503 h 6877477"/>
              <a:gd name="connsiteX63" fmla="*/ 0 w 12191999"/>
              <a:gd name="connsiteY63" fmla="*/ 3263761 h 6877477"/>
              <a:gd name="connsiteX64" fmla="*/ 0 w 12191999"/>
              <a:gd name="connsiteY64" fmla="*/ 1323750 h 6877477"/>
              <a:gd name="connsiteX65" fmla="*/ 7740598 w 12191999"/>
              <a:gd name="connsiteY65" fmla="*/ 179783 h 6877477"/>
              <a:gd name="connsiteX66" fmla="*/ 8721345 w 12191999"/>
              <a:gd name="connsiteY66" fmla="*/ 1160530 h 6877477"/>
              <a:gd name="connsiteX67" fmla="*/ 7740598 w 12191999"/>
              <a:gd name="connsiteY67" fmla="*/ 2141277 h 6877477"/>
              <a:gd name="connsiteX68" fmla="*/ 6759852 w 12191999"/>
              <a:gd name="connsiteY68" fmla="*/ 1160530 h 6877477"/>
              <a:gd name="connsiteX69" fmla="*/ 5532073 w 12191999"/>
              <a:gd name="connsiteY69" fmla="*/ 179783 h 6877477"/>
              <a:gd name="connsiteX70" fmla="*/ 6512819 w 12191999"/>
              <a:gd name="connsiteY70" fmla="*/ 1160530 h 6877477"/>
              <a:gd name="connsiteX71" fmla="*/ 5532073 w 12191999"/>
              <a:gd name="connsiteY71" fmla="*/ 2141277 h 6877477"/>
              <a:gd name="connsiteX72" fmla="*/ 4551324 w 12191999"/>
              <a:gd name="connsiteY72" fmla="*/ 1160530 h 6877477"/>
              <a:gd name="connsiteX73" fmla="*/ 3323540 w 12191999"/>
              <a:gd name="connsiteY73" fmla="*/ 179783 h 6877477"/>
              <a:gd name="connsiteX74" fmla="*/ 4304287 w 12191999"/>
              <a:gd name="connsiteY74" fmla="*/ 1160530 h 6877477"/>
              <a:gd name="connsiteX75" fmla="*/ 3323540 w 12191999"/>
              <a:gd name="connsiteY75" fmla="*/ 2141277 h 6877477"/>
              <a:gd name="connsiteX76" fmla="*/ 2342792 w 12191999"/>
              <a:gd name="connsiteY76" fmla="*/ 1160530 h 6877477"/>
              <a:gd name="connsiteX77" fmla="*/ 1115008 w 12191999"/>
              <a:gd name="connsiteY77" fmla="*/ 179783 h 6877477"/>
              <a:gd name="connsiteX78" fmla="*/ 2095755 w 12191999"/>
              <a:gd name="connsiteY78" fmla="*/ 1160530 h 6877477"/>
              <a:gd name="connsiteX79" fmla="*/ 1115008 w 12191999"/>
              <a:gd name="connsiteY79" fmla="*/ 2141277 h 6877477"/>
              <a:gd name="connsiteX80" fmla="*/ 134260 w 12191999"/>
              <a:gd name="connsiteY80" fmla="*/ 1160530 h 6877477"/>
              <a:gd name="connsiteX81" fmla="*/ 12182376 w 12191999"/>
              <a:gd name="connsiteY81" fmla="*/ 179782 h 6877477"/>
              <a:gd name="connsiteX82" fmla="*/ 12191999 w 12191999"/>
              <a:gd name="connsiteY82" fmla="*/ 189405 h 6877477"/>
              <a:gd name="connsiteX83" fmla="*/ 12191999 w 12191999"/>
              <a:gd name="connsiteY83" fmla="*/ 2131652 h 6877477"/>
              <a:gd name="connsiteX84" fmla="*/ 12182376 w 12191999"/>
              <a:gd name="connsiteY84" fmla="*/ 2141275 h 6877477"/>
              <a:gd name="connsiteX85" fmla="*/ 11201628 w 12191999"/>
              <a:gd name="connsiteY85" fmla="*/ 1160529 h 6877477"/>
              <a:gd name="connsiteX86" fmla="*/ 9949130 w 12191999"/>
              <a:gd name="connsiteY86" fmla="*/ 179782 h 6877477"/>
              <a:gd name="connsiteX87" fmla="*/ 10929877 w 12191999"/>
              <a:gd name="connsiteY87" fmla="*/ 1160530 h 6877477"/>
              <a:gd name="connsiteX88" fmla="*/ 9949130 w 12191999"/>
              <a:gd name="connsiteY88" fmla="*/ 2141275 h 6877477"/>
              <a:gd name="connsiteX89" fmla="*/ 8968382 w 12191999"/>
              <a:gd name="connsiteY89" fmla="*/ 1160530 h 6877477"/>
              <a:gd name="connsiteX90" fmla="*/ 10098921 w 12191999"/>
              <a:gd name="connsiteY90" fmla="*/ 0 h 6877477"/>
              <a:gd name="connsiteX91" fmla="*/ 12007870 w 12191999"/>
              <a:gd name="connsiteY91" fmla="*/ 0 h 6877477"/>
              <a:gd name="connsiteX92" fmla="*/ 12034143 w 12191999"/>
              <a:gd name="connsiteY92" fmla="*/ 26273 h 6877477"/>
              <a:gd name="connsiteX93" fmla="*/ 11053396 w 12191999"/>
              <a:gd name="connsiteY93" fmla="*/ 1007020 h 6877477"/>
              <a:gd name="connsiteX94" fmla="*/ 10072648 w 12191999"/>
              <a:gd name="connsiteY94" fmla="*/ 26273 h 6877477"/>
              <a:gd name="connsiteX95" fmla="*/ 7890389 w 12191999"/>
              <a:gd name="connsiteY95" fmla="*/ 0 h 6877477"/>
              <a:gd name="connsiteX96" fmla="*/ 9799338 w 12191999"/>
              <a:gd name="connsiteY96" fmla="*/ 0 h 6877477"/>
              <a:gd name="connsiteX97" fmla="*/ 9825611 w 12191999"/>
              <a:gd name="connsiteY97" fmla="*/ 26273 h 6877477"/>
              <a:gd name="connsiteX98" fmla="*/ 8844864 w 12191999"/>
              <a:gd name="connsiteY98" fmla="*/ 1007020 h 6877477"/>
              <a:gd name="connsiteX99" fmla="*/ 7864116 w 12191999"/>
              <a:gd name="connsiteY99" fmla="*/ 26273 h 6877477"/>
              <a:gd name="connsiteX100" fmla="*/ 5681864 w 12191999"/>
              <a:gd name="connsiteY100" fmla="*/ 0 h 6877477"/>
              <a:gd name="connsiteX101" fmla="*/ 7590806 w 12191999"/>
              <a:gd name="connsiteY101" fmla="*/ 0 h 6877477"/>
              <a:gd name="connsiteX102" fmla="*/ 7617079 w 12191999"/>
              <a:gd name="connsiteY102" fmla="*/ 26273 h 6877477"/>
              <a:gd name="connsiteX103" fmla="*/ 6636339 w 12191999"/>
              <a:gd name="connsiteY103" fmla="*/ 1007020 h 6877477"/>
              <a:gd name="connsiteX104" fmla="*/ 5655591 w 12191999"/>
              <a:gd name="connsiteY104" fmla="*/ 26273 h 6877477"/>
              <a:gd name="connsiteX105" fmla="*/ 3473334 w 12191999"/>
              <a:gd name="connsiteY105" fmla="*/ 0 h 6877477"/>
              <a:gd name="connsiteX106" fmla="*/ 5382281 w 12191999"/>
              <a:gd name="connsiteY106" fmla="*/ 0 h 6877477"/>
              <a:gd name="connsiteX107" fmla="*/ 5408554 w 12191999"/>
              <a:gd name="connsiteY107" fmla="*/ 26274 h 6877477"/>
              <a:gd name="connsiteX108" fmla="*/ 4427806 w 12191999"/>
              <a:gd name="connsiteY108" fmla="*/ 1007020 h 6877477"/>
              <a:gd name="connsiteX109" fmla="*/ 3447060 w 12191999"/>
              <a:gd name="connsiteY109" fmla="*/ 26274 h 6877477"/>
              <a:gd name="connsiteX110" fmla="*/ 1264801 w 12191999"/>
              <a:gd name="connsiteY110" fmla="*/ 0 h 6877477"/>
              <a:gd name="connsiteX111" fmla="*/ 3173749 w 12191999"/>
              <a:gd name="connsiteY111" fmla="*/ 0 h 6877477"/>
              <a:gd name="connsiteX112" fmla="*/ 3200023 w 12191999"/>
              <a:gd name="connsiteY112" fmla="*/ 26274 h 6877477"/>
              <a:gd name="connsiteX113" fmla="*/ 2219276 w 12191999"/>
              <a:gd name="connsiteY113" fmla="*/ 1007020 h 6877477"/>
              <a:gd name="connsiteX114" fmla="*/ 1238527 w 12191999"/>
              <a:gd name="connsiteY114" fmla="*/ 26274 h 6877477"/>
              <a:gd name="connsiteX115" fmla="*/ 0 w 12191999"/>
              <a:gd name="connsiteY115" fmla="*/ 0 h 6877477"/>
              <a:gd name="connsiteX116" fmla="*/ 965216 w 12191999"/>
              <a:gd name="connsiteY116" fmla="*/ 0 h 6877477"/>
              <a:gd name="connsiteX117" fmla="*/ 991490 w 12191999"/>
              <a:gd name="connsiteY117" fmla="*/ 26274 h 6877477"/>
              <a:gd name="connsiteX118" fmla="*/ 10744 w 12191999"/>
              <a:gd name="connsiteY118" fmla="*/ 1007021 h 6877477"/>
              <a:gd name="connsiteX119" fmla="*/ 0 w 12191999"/>
              <a:gd name="connsiteY119" fmla="*/ 996277 h 687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2191999" h="6877477">
                <a:moveTo>
                  <a:pt x="11053396" y="5847975"/>
                </a:moveTo>
                <a:lnTo>
                  <a:pt x="12034143" y="6828722"/>
                </a:lnTo>
                <a:lnTo>
                  <a:pt x="11985388" y="6877477"/>
                </a:lnTo>
                <a:lnTo>
                  <a:pt x="10121403" y="6877477"/>
                </a:lnTo>
                <a:lnTo>
                  <a:pt x="10072648" y="6828722"/>
                </a:lnTo>
                <a:close/>
                <a:moveTo>
                  <a:pt x="12182376" y="4716808"/>
                </a:moveTo>
                <a:lnTo>
                  <a:pt x="12191999" y="4726431"/>
                </a:lnTo>
                <a:lnTo>
                  <a:pt x="12191999" y="6668679"/>
                </a:lnTo>
                <a:lnTo>
                  <a:pt x="12182376" y="6678302"/>
                </a:lnTo>
                <a:lnTo>
                  <a:pt x="11201628" y="5697555"/>
                </a:lnTo>
                <a:close/>
                <a:moveTo>
                  <a:pt x="9949130" y="4716808"/>
                </a:moveTo>
                <a:lnTo>
                  <a:pt x="10929877" y="5697555"/>
                </a:lnTo>
                <a:lnTo>
                  <a:pt x="9949130" y="6678302"/>
                </a:lnTo>
                <a:lnTo>
                  <a:pt x="8968382" y="5697555"/>
                </a:lnTo>
                <a:close/>
                <a:moveTo>
                  <a:pt x="11053396" y="3580491"/>
                </a:moveTo>
                <a:lnTo>
                  <a:pt x="12034143" y="4561237"/>
                </a:lnTo>
                <a:lnTo>
                  <a:pt x="11053396" y="5541984"/>
                </a:lnTo>
                <a:lnTo>
                  <a:pt x="10072648" y="4561237"/>
                </a:lnTo>
                <a:close/>
                <a:moveTo>
                  <a:pt x="8844864" y="3580491"/>
                </a:moveTo>
                <a:lnTo>
                  <a:pt x="9825611" y="4561237"/>
                </a:lnTo>
                <a:lnTo>
                  <a:pt x="8844864" y="5541984"/>
                </a:lnTo>
                <a:lnTo>
                  <a:pt x="7864116" y="4561237"/>
                </a:lnTo>
                <a:close/>
                <a:moveTo>
                  <a:pt x="10739" y="3580491"/>
                </a:moveTo>
                <a:lnTo>
                  <a:pt x="991485" y="4561237"/>
                </a:lnTo>
                <a:lnTo>
                  <a:pt x="10739" y="5541984"/>
                </a:lnTo>
                <a:lnTo>
                  <a:pt x="0" y="5531245"/>
                </a:lnTo>
                <a:lnTo>
                  <a:pt x="0" y="3591230"/>
                </a:lnTo>
                <a:close/>
                <a:moveTo>
                  <a:pt x="1115005" y="2448297"/>
                </a:moveTo>
                <a:lnTo>
                  <a:pt x="2095752" y="3429042"/>
                </a:lnTo>
                <a:lnTo>
                  <a:pt x="1115005" y="4409788"/>
                </a:lnTo>
                <a:lnTo>
                  <a:pt x="134258" y="3429042"/>
                </a:lnTo>
                <a:close/>
                <a:moveTo>
                  <a:pt x="12182376" y="2448295"/>
                </a:moveTo>
                <a:lnTo>
                  <a:pt x="12191999" y="2457918"/>
                </a:lnTo>
                <a:lnTo>
                  <a:pt x="12191999" y="4400165"/>
                </a:lnTo>
                <a:lnTo>
                  <a:pt x="12182376" y="4409788"/>
                </a:lnTo>
                <a:lnTo>
                  <a:pt x="11201628" y="3429042"/>
                </a:lnTo>
                <a:close/>
                <a:moveTo>
                  <a:pt x="9949130" y="2448295"/>
                </a:moveTo>
                <a:lnTo>
                  <a:pt x="10929877" y="3429042"/>
                </a:lnTo>
                <a:lnTo>
                  <a:pt x="9949130" y="4409788"/>
                </a:lnTo>
                <a:lnTo>
                  <a:pt x="8968382" y="3429042"/>
                </a:lnTo>
                <a:close/>
                <a:moveTo>
                  <a:pt x="7740598" y="2448295"/>
                </a:moveTo>
                <a:lnTo>
                  <a:pt x="8721345" y="3429042"/>
                </a:lnTo>
                <a:lnTo>
                  <a:pt x="7740598" y="4409788"/>
                </a:lnTo>
                <a:lnTo>
                  <a:pt x="6759852" y="3429042"/>
                </a:lnTo>
                <a:close/>
                <a:moveTo>
                  <a:pt x="11053396" y="1313009"/>
                </a:moveTo>
                <a:lnTo>
                  <a:pt x="12034143" y="2293756"/>
                </a:lnTo>
                <a:lnTo>
                  <a:pt x="11053396" y="3274502"/>
                </a:lnTo>
                <a:lnTo>
                  <a:pt x="10072648" y="2293756"/>
                </a:lnTo>
                <a:close/>
                <a:moveTo>
                  <a:pt x="8844864" y="1313009"/>
                </a:moveTo>
                <a:lnTo>
                  <a:pt x="9825611" y="2293756"/>
                </a:lnTo>
                <a:lnTo>
                  <a:pt x="8844864" y="3274503"/>
                </a:lnTo>
                <a:lnTo>
                  <a:pt x="7864116" y="2293756"/>
                </a:lnTo>
                <a:close/>
                <a:moveTo>
                  <a:pt x="6636337" y="1313009"/>
                </a:moveTo>
                <a:lnTo>
                  <a:pt x="7617079" y="2293756"/>
                </a:lnTo>
                <a:lnTo>
                  <a:pt x="6636337" y="3274503"/>
                </a:lnTo>
                <a:lnTo>
                  <a:pt x="5655588" y="2293756"/>
                </a:lnTo>
                <a:close/>
                <a:moveTo>
                  <a:pt x="2219273" y="1313009"/>
                </a:moveTo>
                <a:lnTo>
                  <a:pt x="3200020" y="2293756"/>
                </a:lnTo>
                <a:lnTo>
                  <a:pt x="2219273" y="3274503"/>
                </a:lnTo>
                <a:lnTo>
                  <a:pt x="1238524" y="2293756"/>
                </a:lnTo>
                <a:close/>
                <a:moveTo>
                  <a:pt x="10741" y="1313009"/>
                </a:moveTo>
                <a:lnTo>
                  <a:pt x="991488" y="2293756"/>
                </a:lnTo>
                <a:lnTo>
                  <a:pt x="10741" y="3274503"/>
                </a:lnTo>
                <a:lnTo>
                  <a:pt x="0" y="3263761"/>
                </a:lnTo>
                <a:lnTo>
                  <a:pt x="0" y="1323750"/>
                </a:lnTo>
                <a:close/>
                <a:moveTo>
                  <a:pt x="7740598" y="179783"/>
                </a:moveTo>
                <a:lnTo>
                  <a:pt x="8721345" y="1160530"/>
                </a:lnTo>
                <a:lnTo>
                  <a:pt x="7740598" y="2141277"/>
                </a:lnTo>
                <a:lnTo>
                  <a:pt x="6759852" y="1160530"/>
                </a:lnTo>
                <a:close/>
                <a:moveTo>
                  <a:pt x="5532073" y="179783"/>
                </a:moveTo>
                <a:lnTo>
                  <a:pt x="6512819" y="1160530"/>
                </a:lnTo>
                <a:lnTo>
                  <a:pt x="5532073" y="2141277"/>
                </a:lnTo>
                <a:lnTo>
                  <a:pt x="4551324" y="1160530"/>
                </a:lnTo>
                <a:close/>
                <a:moveTo>
                  <a:pt x="3323540" y="179783"/>
                </a:moveTo>
                <a:lnTo>
                  <a:pt x="4304287" y="1160530"/>
                </a:lnTo>
                <a:lnTo>
                  <a:pt x="3323540" y="2141277"/>
                </a:lnTo>
                <a:lnTo>
                  <a:pt x="2342792" y="1160530"/>
                </a:lnTo>
                <a:close/>
                <a:moveTo>
                  <a:pt x="1115008" y="179783"/>
                </a:moveTo>
                <a:lnTo>
                  <a:pt x="2095755" y="1160530"/>
                </a:lnTo>
                <a:lnTo>
                  <a:pt x="1115008" y="2141277"/>
                </a:lnTo>
                <a:lnTo>
                  <a:pt x="134260" y="1160530"/>
                </a:lnTo>
                <a:close/>
                <a:moveTo>
                  <a:pt x="12182376" y="179782"/>
                </a:moveTo>
                <a:lnTo>
                  <a:pt x="12191999" y="189405"/>
                </a:lnTo>
                <a:lnTo>
                  <a:pt x="12191999" y="2131652"/>
                </a:lnTo>
                <a:lnTo>
                  <a:pt x="12182376" y="2141275"/>
                </a:lnTo>
                <a:lnTo>
                  <a:pt x="11201628" y="1160529"/>
                </a:lnTo>
                <a:close/>
                <a:moveTo>
                  <a:pt x="9949130" y="179782"/>
                </a:moveTo>
                <a:lnTo>
                  <a:pt x="10929877" y="1160530"/>
                </a:lnTo>
                <a:lnTo>
                  <a:pt x="9949130" y="2141275"/>
                </a:lnTo>
                <a:lnTo>
                  <a:pt x="8968382" y="1160530"/>
                </a:lnTo>
                <a:close/>
                <a:moveTo>
                  <a:pt x="10098921" y="0"/>
                </a:moveTo>
                <a:lnTo>
                  <a:pt x="12007870" y="0"/>
                </a:lnTo>
                <a:lnTo>
                  <a:pt x="12034143" y="26273"/>
                </a:lnTo>
                <a:lnTo>
                  <a:pt x="11053396" y="1007020"/>
                </a:lnTo>
                <a:lnTo>
                  <a:pt x="10072648" y="26273"/>
                </a:lnTo>
                <a:close/>
                <a:moveTo>
                  <a:pt x="7890389" y="0"/>
                </a:moveTo>
                <a:lnTo>
                  <a:pt x="9799338" y="0"/>
                </a:lnTo>
                <a:lnTo>
                  <a:pt x="9825611" y="26273"/>
                </a:lnTo>
                <a:lnTo>
                  <a:pt x="8844864" y="1007020"/>
                </a:lnTo>
                <a:lnTo>
                  <a:pt x="7864116" y="26273"/>
                </a:lnTo>
                <a:close/>
                <a:moveTo>
                  <a:pt x="5681864" y="0"/>
                </a:moveTo>
                <a:lnTo>
                  <a:pt x="7590806" y="0"/>
                </a:lnTo>
                <a:lnTo>
                  <a:pt x="7617079" y="26273"/>
                </a:lnTo>
                <a:lnTo>
                  <a:pt x="6636339" y="1007020"/>
                </a:lnTo>
                <a:lnTo>
                  <a:pt x="5655591" y="26273"/>
                </a:lnTo>
                <a:close/>
                <a:moveTo>
                  <a:pt x="3473334" y="0"/>
                </a:moveTo>
                <a:lnTo>
                  <a:pt x="5382281" y="0"/>
                </a:lnTo>
                <a:lnTo>
                  <a:pt x="5408554" y="26274"/>
                </a:lnTo>
                <a:lnTo>
                  <a:pt x="4427806" y="1007020"/>
                </a:lnTo>
                <a:lnTo>
                  <a:pt x="3447060" y="26274"/>
                </a:lnTo>
                <a:close/>
                <a:moveTo>
                  <a:pt x="1264801" y="0"/>
                </a:moveTo>
                <a:lnTo>
                  <a:pt x="3173749" y="0"/>
                </a:lnTo>
                <a:lnTo>
                  <a:pt x="3200023" y="26274"/>
                </a:lnTo>
                <a:lnTo>
                  <a:pt x="2219276" y="1007020"/>
                </a:lnTo>
                <a:lnTo>
                  <a:pt x="1238527" y="26274"/>
                </a:lnTo>
                <a:close/>
                <a:moveTo>
                  <a:pt x="0" y="0"/>
                </a:moveTo>
                <a:lnTo>
                  <a:pt x="965216" y="0"/>
                </a:lnTo>
                <a:lnTo>
                  <a:pt x="991490" y="26274"/>
                </a:lnTo>
                <a:lnTo>
                  <a:pt x="10744" y="1007021"/>
                </a:lnTo>
                <a:lnTo>
                  <a:pt x="0" y="9962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/>
          <p:cNvSpPr/>
          <p:nvPr userDrawn="1"/>
        </p:nvSpPr>
        <p:spPr>
          <a:xfrm>
            <a:off x="6842775" y="17770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/>
          <p:cNvSpPr/>
          <p:nvPr userDrawn="1"/>
        </p:nvSpPr>
        <p:spPr>
          <a:xfrm>
            <a:off x="777225" y="17572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그림 개체 틀 6"/>
          <p:cNvSpPr>
            <a:spLocks noGrp="1"/>
          </p:cNvSpPr>
          <p:nvPr>
            <p:ph type="pic" sz="quarter" idx="11" hasCustomPrompt="1"/>
          </p:nvPr>
        </p:nvSpPr>
        <p:spPr>
          <a:xfrm>
            <a:off x="995958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5" name="그림 개체 틀 6"/>
          <p:cNvSpPr>
            <a:spLocks noGrp="1"/>
          </p:cNvSpPr>
          <p:nvPr>
            <p:ph type="pic" sz="quarter" idx="12" hasCustomPrompt="1"/>
          </p:nvPr>
        </p:nvSpPr>
        <p:spPr>
          <a:xfrm>
            <a:off x="6624043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74066"/>
            <a:ext cx="11704301" cy="5909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 userDrawn="1"/>
        </p:nvSpPr>
        <p:spPr>
          <a:xfrm>
            <a:off x="6096000" y="837246"/>
            <a:ext cx="6096000" cy="2591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 userDrawn="1"/>
        </p:nvGrpSpPr>
        <p:grpSpPr>
          <a:xfrm>
            <a:off x="1058291" y="3689597"/>
            <a:ext cx="2892793" cy="3168403"/>
            <a:chOff x="1058291" y="3689597"/>
            <a:chExt cx="2892793" cy="3168403"/>
          </a:xfrm>
        </p:grpSpPr>
        <p:sp>
          <p:nvSpPr>
            <p:cNvPr id="54" name="Freeform: Shape 53"/>
            <p:cNvSpPr/>
            <p:nvPr userDrawn="1"/>
          </p:nvSpPr>
          <p:spPr>
            <a:xfrm>
              <a:off x="1062769" y="3689597"/>
              <a:ext cx="2885112" cy="3168403"/>
            </a:xfrm>
            <a:custGeom>
              <a:avLst/>
              <a:gdLst>
                <a:gd name="connsiteX0" fmla="*/ 380827 w 2885112"/>
                <a:gd name="connsiteY0" fmla="*/ 0 h 3168403"/>
                <a:gd name="connsiteX1" fmla="*/ 2504286 w 2885112"/>
                <a:gd name="connsiteY1" fmla="*/ 0 h 3168403"/>
                <a:gd name="connsiteX2" fmla="*/ 2885112 w 2885112"/>
                <a:gd name="connsiteY2" fmla="*/ 376422 h 3168403"/>
                <a:gd name="connsiteX3" fmla="*/ 2885112 w 2885112"/>
                <a:gd name="connsiteY3" fmla="*/ 3168403 h 3168403"/>
                <a:gd name="connsiteX4" fmla="*/ 0 w 2885112"/>
                <a:gd name="connsiteY4" fmla="*/ 3168403 h 3168403"/>
                <a:gd name="connsiteX5" fmla="*/ 0 w 2885112"/>
                <a:gd name="connsiteY5" fmla="*/ 376422 h 3168403"/>
                <a:gd name="connsiteX6" fmla="*/ 380827 w 2885112"/>
                <a:gd name="connsiteY6" fmla="*/ 0 h 316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5112" h="3168403">
                  <a:moveTo>
                    <a:pt x="380827" y="0"/>
                  </a:moveTo>
                  <a:lnTo>
                    <a:pt x="2504286" y="0"/>
                  </a:lnTo>
                  <a:cubicBezTo>
                    <a:pt x="2714606" y="0"/>
                    <a:pt x="2885112" y="168534"/>
                    <a:pt x="2885112" y="376422"/>
                  </a:cubicBezTo>
                  <a:lnTo>
                    <a:pt x="2885112" y="3168403"/>
                  </a:lnTo>
                  <a:lnTo>
                    <a:pt x="0" y="3168403"/>
                  </a:lnTo>
                  <a:lnTo>
                    <a:pt x="0" y="376422"/>
                  </a:lnTo>
                  <a:cubicBezTo>
                    <a:pt x="57" y="168534"/>
                    <a:pt x="170506" y="0"/>
                    <a:pt x="380827" y="0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/>
            <p:cNvSpPr/>
            <p:nvPr userDrawn="1"/>
          </p:nvSpPr>
          <p:spPr>
            <a:xfrm>
              <a:off x="1101424" y="3719878"/>
              <a:ext cx="2807801" cy="3138121"/>
            </a:xfrm>
            <a:custGeom>
              <a:avLst/>
              <a:gdLst>
                <a:gd name="connsiteX0" fmla="*/ 379798 w 2807801"/>
                <a:gd name="connsiteY0" fmla="*/ 0 h 3138121"/>
                <a:gd name="connsiteX1" fmla="*/ 2428003 w 2807801"/>
                <a:gd name="connsiteY1" fmla="*/ 0 h 3138121"/>
                <a:gd name="connsiteX2" fmla="*/ 2807801 w 2807801"/>
                <a:gd name="connsiteY2" fmla="*/ 376422 h 3138121"/>
                <a:gd name="connsiteX3" fmla="*/ 2807801 w 2807801"/>
                <a:gd name="connsiteY3" fmla="*/ 3138121 h 3138121"/>
                <a:gd name="connsiteX4" fmla="*/ 0 w 2807801"/>
                <a:gd name="connsiteY4" fmla="*/ 3138121 h 3138121"/>
                <a:gd name="connsiteX5" fmla="*/ 0 w 2807801"/>
                <a:gd name="connsiteY5" fmla="*/ 376422 h 3138121"/>
                <a:gd name="connsiteX6" fmla="*/ 379798 w 2807801"/>
                <a:gd name="connsiteY6" fmla="*/ 0 h 313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7801" h="3138121">
                  <a:moveTo>
                    <a:pt x="379798" y="0"/>
                  </a:moveTo>
                  <a:lnTo>
                    <a:pt x="2428003" y="0"/>
                  </a:lnTo>
                  <a:cubicBezTo>
                    <a:pt x="2637756" y="0"/>
                    <a:pt x="2807801" y="168533"/>
                    <a:pt x="2807801" y="376422"/>
                  </a:cubicBezTo>
                  <a:lnTo>
                    <a:pt x="2807801" y="3138121"/>
                  </a:lnTo>
                  <a:lnTo>
                    <a:pt x="0" y="3138121"/>
                  </a:lnTo>
                  <a:lnTo>
                    <a:pt x="0" y="376422"/>
                  </a:lnTo>
                  <a:cubicBezTo>
                    <a:pt x="0" y="168533"/>
                    <a:pt x="170045" y="0"/>
                    <a:pt x="379798" y="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4" name="Graphic 2"/>
            <p:cNvSpPr/>
            <p:nvPr/>
          </p:nvSpPr>
          <p:spPr>
            <a:xfrm>
              <a:off x="1058801" y="4510882"/>
              <a:ext cx="20187" cy="196716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/>
            <p:cNvSpPr/>
            <p:nvPr/>
          </p:nvSpPr>
          <p:spPr>
            <a:xfrm>
              <a:off x="1058801" y="4932953"/>
              <a:ext cx="28182" cy="39235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/>
            <p:cNvSpPr/>
            <p:nvPr/>
          </p:nvSpPr>
          <p:spPr>
            <a:xfrm>
              <a:off x="1058858" y="4961137"/>
              <a:ext cx="15935" cy="32856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/>
            <p:cNvSpPr/>
            <p:nvPr/>
          </p:nvSpPr>
          <p:spPr>
            <a:xfrm>
              <a:off x="1058291" y="5456869"/>
              <a:ext cx="28182" cy="39235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/>
            <p:cNvSpPr/>
            <p:nvPr/>
          </p:nvSpPr>
          <p:spPr>
            <a:xfrm>
              <a:off x="1058291" y="5485053"/>
              <a:ext cx="15935" cy="32856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/>
            <p:cNvSpPr/>
            <p:nvPr/>
          </p:nvSpPr>
          <p:spPr>
            <a:xfrm>
              <a:off x="3922902" y="5064570"/>
              <a:ext cx="28182" cy="63500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Graphic 2"/>
            <p:cNvSpPr/>
            <p:nvPr/>
          </p:nvSpPr>
          <p:spPr>
            <a:xfrm>
              <a:off x="3935149" y="5110218"/>
              <a:ext cx="15935" cy="531742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2"/>
            <p:cNvSpPr/>
            <p:nvPr/>
          </p:nvSpPr>
          <p:spPr>
            <a:xfrm>
              <a:off x="3928288" y="6392988"/>
              <a:ext cx="22796" cy="435170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2"/>
            <p:cNvSpPr/>
            <p:nvPr/>
          </p:nvSpPr>
          <p:spPr>
            <a:xfrm>
              <a:off x="3938156" y="6424233"/>
              <a:ext cx="12928" cy="36439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>
            <a:xfrm>
              <a:off x="2978879" y="3808481"/>
              <a:ext cx="134198" cy="13419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2987267" y="3816868"/>
              <a:ext cx="117423" cy="117423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3016958" y="3846560"/>
              <a:ext cx="58040" cy="580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3030585" y="3860187"/>
              <a:ext cx="30788" cy="30788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Graphic 2"/>
            <p:cNvSpPr/>
            <p:nvPr userDrawn="1"/>
          </p:nvSpPr>
          <p:spPr>
            <a:xfrm flipH="1">
              <a:off x="1060804" y="4534334"/>
              <a:ext cx="10717" cy="149811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/>
          <p:cNvGrpSpPr/>
          <p:nvPr userDrawn="1"/>
        </p:nvGrpSpPr>
        <p:grpSpPr>
          <a:xfrm>
            <a:off x="8332411" y="0"/>
            <a:ext cx="2885112" cy="2622090"/>
            <a:chOff x="833153" y="6858000"/>
            <a:chExt cx="2885112" cy="2622090"/>
          </a:xfrm>
        </p:grpSpPr>
        <p:sp>
          <p:nvSpPr>
            <p:cNvPr id="58" name="Freeform: Shape 57"/>
            <p:cNvSpPr/>
            <p:nvPr/>
          </p:nvSpPr>
          <p:spPr>
            <a:xfrm>
              <a:off x="833153" y="6858000"/>
              <a:ext cx="2885112" cy="2622090"/>
            </a:xfrm>
            <a:custGeom>
              <a:avLst/>
              <a:gdLst>
                <a:gd name="connsiteX0" fmla="*/ 0 w 2885112"/>
                <a:gd name="connsiteY0" fmla="*/ 0 h 2622090"/>
                <a:gd name="connsiteX1" fmla="*/ 2885112 w 2885112"/>
                <a:gd name="connsiteY1" fmla="*/ 0 h 2622090"/>
                <a:gd name="connsiteX2" fmla="*/ 2885112 w 2885112"/>
                <a:gd name="connsiteY2" fmla="*/ 2245726 h 2622090"/>
                <a:gd name="connsiteX3" fmla="*/ 2504286 w 2885112"/>
                <a:gd name="connsiteY3" fmla="*/ 2622090 h 2622090"/>
                <a:gd name="connsiteX4" fmla="*/ 380827 w 2885112"/>
                <a:gd name="connsiteY4" fmla="*/ 2622090 h 2622090"/>
                <a:gd name="connsiteX5" fmla="*/ 0 w 2885112"/>
                <a:gd name="connsiteY5" fmla="*/ 2245668 h 262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5112" h="2622090">
                  <a:moveTo>
                    <a:pt x="0" y="0"/>
                  </a:moveTo>
                  <a:lnTo>
                    <a:pt x="2885112" y="0"/>
                  </a:lnTo>
                  <a:lnTo>
                    <a:pt x="2885112" y="2245726"/>
                  </a:lnTo>
                  <a:cubicBezTo>
                    <a:pt x="2885055" y="2453556"/>
                    <a:pt x="2714549" y="2622090"/>
                    <a:pt x="2504286" y="2622090"/>
                  </a:cubicBezTo>
                  <a:lnTo>
                    <a:pt x="380827" y="2622090"/>
                  </a:lnTo>
                  <a:cubicBezTo>
                    <a:pt x="170506" y="2622090"/>
                    <a:pt x="0" y="2453556"/>
                    <a:pt x="0" y="2245668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/>
            <p:cNvSpPr/>
            <p:nvPr/>
          </p:nvSpPr>
          <p:spPr>
            <a:xfrm>
              <a:off x="871808" y="6858000"/>
              <a:ext cx="2807801" cy="2591752"/>
            </a:xfrm>
            <a:custGeom>
              <a:avLst/>
              <a:gdLst>
                <a:gd name="connsiteX0" fmla="*/ 0 w 2807801"/>
                <a:gd name="connsiteY0" fmla="*/ 0 h 2591752"/>
                <a:gd name="connsiteX1" fmla="*/ 2807801 w 2807801"/>
                <a:gd name="connsiteY1" fmla="*/ 0 h 2591752"/>
                <a:gd name="connsiteX2" fmla="*/ 2807801 w 2807801"/>
                <a:gd name="connsiteY2" fmla="*/ 2215388 h 2591752"/>
                <a:gd name="connsiteX3" fmla="*/ 2428061 w 2807801"/>
                <a:gd name="connsiteY3" fmla="*/ 2591752 h 2591752"/>
                <a:gd name="connsiteX4" fmla="*/ 379798 w 2807801"/>
                <a:gd name="connsiteY4" fmla="*/ 2591752 h 2591752"/>
                <a:gd name="connsiteX5" fmla="*/ 0 w 2807801"/>
                <a:gd name="connsiteY5" fmla="*/ 2215332 h 259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7801" h="2591752">
                  <a:moveTo>
                    <a:pt x="0" y="0"/>
                  </a:moveTo>
                  <a:lnTo>
                    <a:pt x="2807801" y="0"/>
                  </a:lnTo>
                  <a:lnTo>
                    <a:pt x="2807801" y="2215388"/>
                  </a:lnTo>
                  <a:cubicBezTo>
                    <a:pt x="2807801" y="2423218"/>
                    <a:pt x="2637756" y="2591752"/>
                    <a:pt x="2428061" y="2591752"/>
                  </a:cubicBezTo>
                  <a:lnTo>
                    <a:pt x="379798" y="2591752"/>
                  </a:lnTo>
                  <a:cubicBezTo>
                    <a:pt x="170045" y="2591752"/>
                    <a:pt x="0" y="2423218"/>
                    <a:pt x="0" y="2215332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67" name="Picture Placeholder 66"/>
          <p:cNvSpPr>
            <a:spLocks noGrp="1"/>
          </p:cNvSpPr>
          <p:nvPr>
            <p:ph type="pic" sz="quarter" idx="15" hasCustomPrompt="1"/>
          </p:nvPr>
        </p:nvSpPr>
        <p:spPr>
          <a:xfrm>
            <a:off x="8438563" y="1"/>
            <a:ext cx="2672808" cy="2493421"/>
          </a:xfrm>
          <a:custGeom>
            <a:avLst/>
            <a:gdLst>
              <a:gd name="connsiteX0" fmla="*/ 0 w 2672808"/>
              <a:gd name="connsiteY0" fmla="*/ 0 h 2493421"/>
              <a:gd name="connsiteX1" fmla="*/ 2672808 w 2672808"/>
              <a:gd name="connsiteY1" fmla="*/ 0 h 2493421"/>
              <a:gd name="connsiteX2" fmla="*/ 2672808 w 2672808"/>
              <a:gd name="connsiteY2" fmla="*/ 2221227 h 2493421"/>
              <a:gd name="connsiteX3" fmla="*/ 2385313 w 2672808"/>
              <a:gd name="connsiteY3" fmla="*/ 2493421 h 2493421"/>
              <a:gd name="connsiteX4" fmla="*/ 287495 w 2672808"/>
              <a:gd name="connsiteY4" fmla="*/ 2493421 h 2493421"/>
              <a:gd name="connsiteX5" fmla="*/ 0 w 2672808"/>
              <a:gd name="connsiteY5" fmla="*/ 2221227 h 24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2808" h="2493421">
                <a:moveTo>
                  <a:pt x="0" y="0"/>
                </a:moveTo>
                <a:lnTo>
                  <a:pt x="2672808" y="0"/>
                </a:lnTo>
                <a:lnTo>
                  <a:pt x="2672808" y="2221227"/>
                </a:lnTo>
                <a:cubicBezTo>
                  <a:pt x="2672808" y="2371557"/>
                  <a:pt x="2544095" y="2493421"/>
                  <a:pt x="2385313" y="2493421"/>
                </a:cubicBezTo>
                <a:lnTo>
                  <a:pt x="287495" y="2493421"/>
                </a:lnTo>
                <a:cubicBezTo>
                  <a:pt x="128714" y="2493421"/>
                  <a:pt x="0" y="2371557"/>
                  <a:pt x="0" y="222122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8" name="Picture Placeholder 67"/>
          <p:cNvSpPr>
            <a:spLocks noGrp="1"/>
          </p:cNvSpPr>
          <p:nvPr>
            <p:ph type="pic" sz="quarter" idx="14" hasCustomPrompt="1"/>
          </p:nvPr>
        </p:nvSpPr>
        <p:spPr>
          <a:xfrm>
            <a:off x="1168921" y="3818265"/>
            <a:ext cx="2672808" cy="3039735"/>
          </a:xfrm>
          <a:custGeom>
            <a:avLst/>
            <a:gdLst>
              <a:gd name="connsiteX0" fmla="*/ 287495 w 2672808"/>
              <a:gd name="connsiteY0" fmla="*/ 0 h 3039735"/>
              <a:gd name="connsiteX1" fmla="*/ 542049 w 2672808"/>
              <a:gd name="connsiteY1" fmla="*/ 0 h 3039735"/>
              <a:gd name="connsiteX2" fmla="*/ 566725 w 2672808"/>
              <a:gd name="connsiteY2" fmla="*/ 23363 h 3039735"/>
              <a:gd name="connsiteX3" fmla="*/ 757670 w 2672808"/>
              <a:gd name="connsiteY3" fmla="*/ 204146 h 3039735"/>
              <a:gd name="connsiteX4" fmla="*/ 1903160 w 2672808"/>
              <a:gd name="connsiteY4" fmla="*/ 204146 h 3039735"/>
              <a:gd name="connsiteX5" fmla="*/ 2094105 w 2672808"/>
              <a:gd name="connsiteY5" fmla="*/ 23363 h 3039735"/>
              <a:gd name="connsiteX6" fmla="*/ 2118781 w 2672808"/>
              <a:gd name="connsiteY6" fmla="*/ 0 h 3039735"/>
              <a:gd name="connsiteX7" fmla="*/ 2385313 w 2672808"/>
              <a:gd name="connsiteY7" fmla="*/ 0 h 3039735"/>
              <a:gd name="connsiteX8" fmla="*/ 2672808 w 2672808"/>
              <a:gd name="connsiteY8" fmla="*/ 272193 h 3039735"/>
              <a:gd name="connsiteX9" fmla="*/ 2672808 w 2672808"/>
              <a:gd name="connsiteY9" fmla="*/ 3039735 h 3039735"/>
              <a:gd name="connsiteX10" fmla="*/ 0 w 2672808"/>
              <a:gd name="connsiteY10" fmla="*/ 3039735 h 3039735"/>
              <a:gd name="connsiteX11" fmla="*/ 0 w 2672808"/>
              <a:gd name="connsiteY11" fmla="*/ 272193 h 3039735"/>
              <a:gd name="connsiteX12" fmla="*/ 287495 w 2672808"/>
              <a:gd name="connsiteY12" fmla="*/ 0 h 303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2808" h="3039735">
                <a:moveTo>
                  <a:pt x="287495" y="0"/>
                </a:moveTo>
                <a:lnTo>
                  <a:pt x="542049" y="0"/>
                </a:lnTo>
                <a:cubicBezTo>
                  <a:pt x="555645" y="0"/>
                  <a:pt x="566725" y="10435"/>
                  <a:pt x="566725" y="23363"/>
                </a:cubicBezTo>
                <a:cubicBezTo>
                  <a:pt x="566725" y="123224"/>
                  <a:pt x="652255" y="204146"/>
                  <a:pt x="757670" y="204146"/>
                </a:cubicBezTo>
                <a:lnTo>
                  <a:pt x="1903160" y="204146"/>
                </a:lnTo>
                <a:cubicBezTo>
                  <a:pt x="2008635" y="204146"/>
                  <a:pt x="2094105" y="123168"/>
                  <a:pt x="2094105" y="23363"/>
                </a:cubicBezTo>
                <a:cubicBezTo>
                  <a:pt x="2094105" y="10491"/>
                  <a:pt x="2105125" y="0"/>
                  <a:pt x="2118781" y="0"/>
                </a:cubicBezTo>
                <a:lnTo>
                  <a:pt x="2385313" y="0"/>
                </a:lnTo>
                <a:cubicBezTo>
                  <a:pt x="2544095" y="0"/>
                  <a:pt x="2672808" y="121864"/>
                  <a:pt x="2672808" y="272193"/>
                </a:cubicBezTo>
                <a:lnTo>
                  <a:pt x="2672808" y="3039735"/>
                </a:lnTo>
                <a:lnTo>
                  <a:pt x="0" y="3039735"/>
                </a:lnTo>
                <a:lnTo>
                  <a:pt x="0" y="272193"/>
                </a:lnTo>
                <a:cubicBezTo>
                  <a:pt x="0" y="121864"/>
                  <a:pt x="128714" y="0"/>
                  <a:pt x="2874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392" y="2624403"/>
            <a:ext cx="3797608" cy="1381215"/>
          </a:xfrm>
          <a:prstGeom prst="rect">
            <a:avLst/>
          </a:prstGeom>
        </p:spPr>
      </p:pic>
      <p:sp>
        <p:nvSpPr>
          <p:cNvPr id="7" name="Rectangle: Rounded Corners 6"/>
          <p:cNvSpPr/>
          <p:nvPr/>
        </p:nvSpPr>
        <p:spPr>
          <a:xfrm>
            <a:off x="0" y="4005618"/>
            <a:ext cx="12192000" cy="2852382"/>
          </a:xfrm>
          <a:prstGeom prst="roundRect">
            <a:avLst>
              <a:gd name="adj" fmla="val 0"/>
            </a:avLst>
          </a:prstGeom>
          <a:solidFill>
            <a:srgbClr val="0071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Aft>
                <a:spcPts val="1200"/>
              </a:spcAft>
            </a:pPr>
            <a:r>
              <a:rPr lang="en-US" sz="2800" b="1" dirty="0"/>
              <a:t>M2 – AUTOMATED CYBERSECURITY WITH PYTHON</a:t>
            </a:r>
          </a:p>
          <a:p>
            <a:pPr algn="ctr">
              <a:spcAft>
                <a:spcPts val="1200"/>
              </a:spcAft>
            </a:pPr>
            <a:r>
              <a:rPr lang="en-US" sz="3100" b="1" i="1" dirty="0"/>
              <a:t>Secure Remote Administration Simulation</a:t>
            </a:r>
          </a:p>
          <a:p>
            <a:pPr algn="ctr">
              <a:spcAft>
                <a:spcPts val="1200"/>
              </a:spcAft>
            </a:pPr>
            <a:r>
              <a:rPr lang="en-US" sz="3100" b="1" i="1" dirty="0"/>
              <a:t>(Command and Control - C2)</a:t>
            </a:r>
          </a:p>
          <a:p>
            <a:pPr algn="ctr">
              <a:spcAft>
                <a:spcPts val="1200"/>
              </a:spcAft>
            </a:pPr>
            <a:r>
              <a:rPr lang="en-US" sz="3200" b="1" dirty="0"/>
              <a:t>By</a:t>
            </a:r>
            <a:br>
              <a:rPr lang="en-US" sz="3200" b="1" dirty="0"/>
            </a:br>
            <a:r>
              <a:rPr lang="en-US" sz="3200" b="1" dirty="0"/>
              <a:t>OFUNNEKA JENNIFER OKONKWOABUTU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57525"/>
            <a:ext cx="2971800" cy="938568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baseline="30000" dirty="0">
                <a:solidFill>
                  <a:srgbClr val="007179"/>
                </a:solidFill>
              </a:rPr>
              <a:t>27th</a:t>
            </a:r>
            <a:r>
              <a:rPr lang="en-US" sz="2800" b="1" dirty="0">
                <a:solidFill>
                  <a:srgbClr val="007179"/>
                </a:solidFill>
              </a:rPr>
              <a:t>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74473" y="1339"/>
            <a:ext cx="8617527" cy="6856661"/>
          </a:xfrm>
          <a:custGeom>
            <a:avLst/>
            <a:gdLst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0 w 7259782"/>
              <a:gd name="connsiteY3" fmla="*/ 6856661 h 6856661"/>
              <a:gd name="connsiteX4" fmla="*/ 0 w 7259782"/>
              <a:gd name="connsiteY4" fmla="*/ 0 h 6856661"/>
              <a:gd name="connsiteX0-1" fmla="*/ 0 w 7259782"/>
              <a:gd name="connsiteY0-2" fmla="*/ 0 h 6856661"/>
              <a:gd name="connsiteX1-3" fmla="*/ 7259782 w 7259782"/>
              <a:gd name="connsiteY1-4" fmla="*/ 0 h 6856661"/>
              <a:gd name="connsiteX2-5" fmla="*/ 7259782 w 7259782"/>
              <a:gd name="connsiteY2-6" fmla="*/ 6856661 h 6856661"/>
              <a:gd name="connsiteX3-7" fmla="*/ 2309091 w 7259782"/>
              <a:gd name="connsiteY3-8" fmla="*/ 6838188 h 6856661"/>
              <a:gd name="connsiteX4-9" fmla="*/ 0 w 7259782"/>
              <a:gd name="connsiteY4-10" fmla="*/ 0 h 6856661"/>
              <a:gd name="connsiteX0-11" fmla="*/ 0 w 7259782"/>
              <a:gd name="connsiteY0-12" fmla="*/ 0 h 6856661"/>
              <a:gd name="connsiteX1-13" fmla="*/ 7259782 w 7259782"/>
              <a:gd name="connsiteY1-14" fmla="*/ 0 h 6856661"/>
              <a:gd name="connsiteX2-15" fmla="*/ 7259782 w 7259782"/>
              <a:gd name="connsiteY2-16" fmla="*/ 6856661 h 6856661"/>
              <a:gd name="connsiteX3-17" fmla="*/ 2318327 w 7259782"/>
              <a:gd name="connsiteY3-18" fmla="*/ 6856661 h 6856661"/>
              <a:gd name="connsiteX4-19" fmla="*/ 0 w 7259782"/>
              <a:gd name="connsiteY4-20" fmla="*/ 0 h 6856661"/>
              <a:gd name="connsiteX0-21" fmla="*/ 0 w 7259782"/>
              <a:gd name="connsiteY0-22" fmla="*/ 0 h 6856661"/>
              <a:gd name="connsiteX1-23" fmla="*/ 7259782 w 7259782"/>
              <a:gd name="connsiteY1-24" fmla="*/ 0 h 6856661"/>
              <a:gd name="connsiteX2-25" fmla="*/ 7259782 w 7259782"/>
              <a:gd name="connsiteY2-26" fmla="*/ 6856661 h 6856661"/>
              <a:gd name="connsiteX3-27" fmla="*/ 2586182 w 7259782"/>
              <a:gd name="connsiteY3-28" fmla="*/ 6828951 h 6856661"/>
              <a:gd name="connsiteX4-29" fmla="*/ 0 w 7259782"/>
              <a:gd name="connsiteY4-30" fmla="*/ 0 h 6856661"/>
              <a:gd name="connsiteX0-31" fmla="*/ 0 w 7259782"/>
              <a:gd name="connsiteY0-32" fmla="*/ 0 h 6856661"/>
              <a:gd name="connsiteX1-33" fmla="*/ 7259782 w 7259782"/>
              <a:gd name="connsiteY1-34" fmla="*/ 0 h 6856661"/>
              <a:gd name="connsiteX2-35" fmla="*/ 7259782 w 7259782"/>
              <a:gd name="connsiteY2-36" fmla="*/ 6856661 h 6856661"/>
              <a:gd name="connsiteX3-37" fmla="*/ 2807854 w 7259782"/>
              <a:gd name="connsiteY3-38" fmla="*/ 6819715 h 6856661"/>
              <a:gd name="connsiteX4-39" fmla="*/ 0 w 7259782"/>
              <a:gd name="connsiteY4-40" fmla="*/ 0 h 6856661"/>
              <a:gd name="connsiteX0-41" fmla="*/ 0 w 7259782"/>
              <a:gd name="connsiteY0-42" fmla="*/ 0 h 6856661"/>
              <a:gd name="connsiteX1-43" fmla="*/ 7259782 w 7259782"/>
              <a:gd name="connsiteY1-44" fmla="*/ 0 h 6856661"/>
              <a:gd name="connsiteX2-45" fmla="*/ 7259782 w 7259782"/>
              <a:gd name="connsiteY2-46" fmla="*/ 6856661 h 6856661"/>
              <a:gd name="connsiteX3-47" fmla="*/ 2807854 w 7259782"/>
              <a:gd name="connsiteY3-48" fmla="*/ 6847425 h 6856661"/>
              <a:gd name="connsiteX4-49" fmla="*/ 0 w 7259782"/>
              <a:gd name="connsiteY4-50" fmla="*/ 0 h 6856661"/>
              <a:gd name="connsiteX0-51" fmla="*/ 0 w 7259782"/>
              <a:gd name="connsiteY0-52" fmla="*/ 0 h 6856661"/>
              <a:gd name="connsiteX1-53" fmla="*/ 7259782 w 7259782"/>
              <a:gd name="connsiteY1-54" fmla="*/ 0 h 6856661"/>
              <a:gd name="connsiteX2-55" fmla="*/ 7259782 w 7259782"/>
              <a:gd name="connsiteY2-56" fmla="*/ 6856661 h 6856661"/>
              <a:gd name="connsiteX3-57" fmla="*/ 2798618 w 7259782"/>
              <a:gd name="connsiteY3-58" fmla="*/ 6856661 h 6856661"/>
              <a:gd name="connsiteX4-59" fmla="*/ 0 w 7259782"/>
              <a:gd name="connsiteY4-60" fmla="*/ 0 h 68566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259782" h="6856661">
                <a:moveTo>
                  <a:pt x="0" y="0"/>
                </a:moveTo>
                <a:lnTo>
                  <a:pt x="7259782" y="0"/>
                </a:lnTo>
                <a:lnTo>
                  <a:pt x="7259782" y="6856661"/>
                </a:lnTo>
                <a:lnTo>
                  <a:pt x="2798618" y="6856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08945" y="-5576"/>
            <a:ext cx="758305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u="sng" dirty="0">
                <a:solidFill>
                  <a:schemeClr val="bg1"/>
                </a:solidFill>
                <a:cs typeface="Arial" panose="020B0604020202020204" pitchFamily="34" charset="0"/>
              </a:rPr>
              <a:t>Agenda</a:t>
            </a:r>
            <a:endParaRPr lang="ko-KR" altLang="en-US" sz="5400" u="sng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763559" y="4503904"/>
            <a:ext cx="5219174" cy="1465996"/>
            <a:chOff x="5680459" y="1490186"/>
            <a:chExt cx="5219174" cy="1465996"/>
          </a:xfrm>
        </p:grpSpPr>
        <p:sp>
          <p:nvSpPr>
            <p:cNvPr id="11" name="TextBox 10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05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67846" y="2002075"/>
              <a:ext cx="46444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Components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Logging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Detection Indicators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Detection Pipeline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4083" y="1536352"/>
              <a:ext cx="4455550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Architecture of Simulation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98467" y="1054384"/>
            <a:ext cx="6842966" cy="1153437"/>
            <a:chOff x="5680459" y="1490186"/>
            <a:chExt cx="5026212" cy="1153437"/>
          </a:xfrm>
        </p:grpSpPr>
        <p:sp>
          <p:nvSpPr>
            <p:cNvPr id="15" name="TextBox 14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01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62271" y="1944906"/>
              <a:ext cx="4644400" cy="698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 Command to Control (C2)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Remote Code Execution (RCE)</a:t>
              </a:r>
              <a:endParaRPr lang="ko-KR" altLang="en-US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Key Concepts Overview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692675" y="2195136"/>
            <a:ext cx="6290059" cy="887441"/>
            <a:chOff x="5680459" y="1490186"/>
            <a:chExt cx="6290059" cy="887441"/>
          </a:xfrm>
        </p:grpSpPr>
        <p:sp>
          <p:nvSpPr>
            <p:cNvPr id="19" name="TextBox 18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02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967846" y="2002075"/>
              <a:ext cx="6002672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44082" y="1536352"/>
              <a:ext cx="5212537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Attack Flow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004639" y="6034295"/>
            <a:ext cx="5310910" cy="819666"/>
            <a:chOff x="5680459" y="1490186"/>
            <a:chExt cx="4931788" cy="819666"/>
          </a:xfrm>
        </p:grpSpPr>
        <p:sp>
          <p:nvSpPr>
            <p:cNvPr id="23" name="TextBox 22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06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67846" y="2002075"/>
              <a:ext cx="464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Simulation Demo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06333D-595C-4958-C289-35124E8F3241}"/>
              </a:ext>
            </a:extLst>
          </p:cNvPr>
          <p:cNvSpPr txBox="1"/>
          <p:nvPr/>
        </p:nvSpPr>
        <p:spPr>
          <a:xfrm>
            <a:off x="11327642" y="6306031"/>
            <a:ext cx="407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51DE9A-FE32-FC1D-3389-34AB1177ACBB}"/>
              </a:ext>
            </a:extLst>
          </p:cNvPr>
          <p:cNvGrpSpPr/>
          <p:nvPr/>
        </p:nvGrpSpPr>
        <p:grpSpPr>
          <a:xfrm>
            <a:off x="6170273" y="2941653"/>
            <a:ext cx="5219174" cy="819666"/>
            <a:chOff x="5680459" y="1490186"/>
            <a:chExt cx="5219174" cy="81966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C33423-BA3E-E0DC-4EC7-BDE5A555C8D0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03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269A4B-20DD-69E5-FBF1-B26832F334C4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Components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0E9E60-C8BF-5894-8035-D6B8C29125DE}"/>
                </a:ext>
              </a:extLst>
            </p:cNvPr>
            <p:cNvSpPr txBox="1"/>
            <p:nvPr/>
          </p:nvSpPr>
          <p:spPr>
            <a:xfrm>
              <a:off x="6444083" y="1536352"/>
              <a:ext cx="4455550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Detection Approach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BDC644-F260-B244-E8FA-954351288E74}"/>
              </a:ext>
            </a:extLst>
          </p:cNvPr>
          <p:cNvGrpSpPr/>
          <p:nvPr/>
        </p:nvGrpSpPr>
        <p:grpSpPr>
          <a:xfrm>
            <a:off x="6471356" y="3810716"/>
            <a:ext cx="5310910" cy="819666"/>
            <a:chOff x="5680459" y="1490186"/>
            <a:chExt cx="4931788" cy="81966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0F9229D-A90E-A2DF-A342-9A17BF46389A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04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A04FD2F-7DE4-38EB-63CC-CE8DECF7DEAB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025336-C186-7780-5722-A744E0201B83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Mitigation Strategies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162085"/>
            <a:ext cx="11573197" cy="724247"/>
          </a:xfrm>
        </p:spPr>
        <p:txBody>
          <a:bodyPr/>
          <a:lstStyle/>
          <a:p>
            <a:r>
              <a:rPr lang="en-US" u="sng" dirty="0"/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082" y="2197449"/>
            <a:ext cx="3000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Communication channel between attacker and compromised system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5279" y="3536781"/>
            <a:ext cx="3199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SOUTHEASTERN NIGERIA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 rot="17296004">
            <a:off x="6590043" y="2462329"/>
            <a:ext cx="881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Calibri" panose="020F0502020204030204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84108" y="2373705"/>
            <a:ext cx="300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Log generation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35540" y="3920058"/>
            <a:ext cx="12161520" cy="0"/>
          </a:xfrm>
          <a:prstGeom prst="line">
            <a:avLst/>
          </a:prstGeom>
          <a:ln w="38100">
            <a:solidFill>
              <a:srgbClr val="007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3284488" y="1128176"/>
            <a:ext cx="5623027" cy="5603373"/>
            <a:chOff x="2626759" y="1556927"/>
            <a:chExt cx="4139509" cy="4125039"/>
          </a:xfrm>
        </p:grpSpPr>
        <p:sp>
          <p:nvSpPr>
            <p:cNvPr id="19" name="Rounded Rectangle 2"/>
            <p:cNvSpPr/>
            <p:nvPr/>
          </p:nvSpPr>
          <p:spPr>
            <a:xfrm>
              <a:off x="3229303" y="2136064"/>
              <a:ext cx="2952328" cy="2952328"/>
            </a:xfrm>
            <a:prstGeom prst="roundRect">
              <a:avLst>
                <a:gd name="adj" fmla="val 8924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2000"/>
                  </a:schemeClr>
                </a:gs>
              </a:gsLst>
              <a:lin ang="5400000" scaled="1"/>
              <a:tileRect/>
            </a:gradFill>
            <a:ln w="15875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2700" b="1" dirty="0">
                <a:solidFill>
                  <a:schemeClr val="accent6"/>
                </a:solidFill>
              </a:endParaRPr>
            </a:p>
            <a:p>
              <a:pPr algn="ctr"/>
              <a:endParaRPr lang="en-US" altLang="ko-KR" sz="2700" b="1" dirty="0">
                <a:solidFill>
                  <a:schemeClr val="accent6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626759" y="2328608"/>
              <a:ext cx="1944996" cy="1759751"/>
              <a:chOff x="2626759" y="2328608"/>
              <a:chExt cx="1944996" cy="1759751"/>
            </a:xfrm>
          </p:grpSpPr>
          <p:sp>
            <p:nvSpPr>
              <p:cNvPr id="41" name="Rounded Rectangle 9"/>
              <p:cNvSpPr/>
              <p:nvPr/>
            </p:nvSpPr>
            <p:spPr>
              <a:xfrm>
                <a:off x="3153941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70000"/>
                    </a:schemeClr>
                  </a:gs>
                  <a:gs pos="100000">
                    <a:schemeClr val="accent1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2" name="Isosceles Triangle 20"/>
              <p:cNvSpPr/>
              <p:nvPr/>
            </p:nvSpPr>
            <p:spPr>
              <a:xfrm rot="2775881">
                <a:off x="3014447" y="1940920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 rot="5400000">
              <a:off x="4144458" y="1624437"/>
              <a:ext cx="1944996" cy="1809976"/>
              <a:chOff x="2661328" y="2278383"/>
              <a:chExt cx="1944996" cy="1809976"/>
            </a:xfrm>
            <a:solidFill>
              <a:srgbClr val="5BC5DD"/>
            </a:solidFill>
          </p:grpSpPr>
          <p:sp>
            <p:nvSpPr>
              <p:cNvPr id="39" name="Rounded Rectangle 9"/>
              <p:cNvSpPr/>
              <p:nvPr/>
            </p:nvSpPr>
            <p:spPr>
              <a:xfrm>
                <a:off x="3179867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70000"/>
                    </a:schemeClr>
                  </a:gs>
                  <a:gs pos="100000">
                    <a:schemeClr val="accent2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0" name="Isosceles Triangle 20"/>
              <p:cNvSpPr/>
              <p:nvPr/>
            </p:nvSpPr>
            <p:spPr>
              <a:xfrm rot="2775881">
                <a:off x="3049016" y="1890695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 rot="10800000">
              <a:off x="4821272" y="3175138"/>
              <a:ext cx="1944996" cy="1769792"/>
              <a:chOff x="2661327" y="2318567"/>
              <a:chExt cx="1944996" cy="1769792"/>
            </a:xfrm>
            <a:solidFill>
              <a:srgbClr val="FFB850"/>
            </a:solidFill>
          </p:grpSpPr>
          <p:sp>
            <p:nvSpPr>
              <p:cNvPr id="37" name="Rounded Rectangle 9"/>
              <p:cNvSpPr/>
              <p:nvPr/>
            </p:nvSpPr>
            <p:spPr>
              <a:xfrm>
                <a:off x="3179867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70000"/>
                    </a:schemeClr>
                  </a:gs>
                  <a:gs pos="100000">
                    <a:schemeClr val="accent3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8" name="Isosceles Triangle 20"/>
              <p:cNvSpPr/>
              <p:nvPr/>
            </p:nvSpPr>
            <p:spPr>
              <a:xfrm rot="2775881">
                <a:off x="3049015" y="1930879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 rot="16200000">
              <a:off x="3358911" y="3844667"/>
              <a:ext cx="1944996" cy="1729601"/>
              <a:chOff x="2644926" y="2358758"/>
              <a:chExt cx="1944996" cy="1729601"/>
            </a:xfrm>
            <a:solidFill>
              <a:srgbClr val="F57627"/>
            </a:solidFill>
          </p:grpSpPr>
          <p:sp>
            <p:nvSpPr>
              <p:cNvPr id="35" name="Rounded Rectangle 9"/>
              <p:cNvSpPr/>
              <p:nvPr/>
            </p:nvSpPr>
            <p:spPr>
              <a:xfrm>
                <a:off x="3162583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4">
                      <a:lumMod val="70000"/>
                    </a:schemeClr>
                  </a:gs>
                  <a:gs pos="0">
                    <a:srgbClr val="F57627">
                      <a:lumMod val="67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Isosceles Triangle 20"/>
              <p:cNvSpPr/>
              <p:nvPr/>
            </p:nvSpPr>
            <p:spPr>
              <a:xfrm rot="2775881">
                <a:off x="3032614" y="1971070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 rot="18900000">
              <a:off x="3538348" y="2428284"/>
              <a:ext cx="648786" cy="38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Calibri" panose="020F0502020204030204" pitchFamily="34" charset="0"/>
                </a:rPr>
                <a:t>01</a:t>
              </a:r>
              <a:endParaRPr lang="ko-KR" altLang="en-US" sz="2800" b="1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 rot="18900000">
              <a:off x="5227951" y="4370708"/>
              <a:ext cx="648786" cy="38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Calibri" panose="020F0502020204030204" pitchFamily="34" charset="0"/>
                </a:rPr>
                <a:t>04</a:t>
              </a:r>
              <a:endParaRPr lang="ko-KR" altLang="en-US" sz="2800" b="1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 rot="18900000">
            <a:off x="6867640" y="2334745"/>
            <a:ext cx="881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Calibri" panose="020F0502020204030204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49" name="Rectangle: Rounded Corners 48"/>
          <p:cNvSpPr/>
          <p:nvPr/>
        </p:nvSpPr>
        <p:spPr>
          <a:xfrm>
            <a:off x="2904836" y="1104865"/>
            <a:ext cx="6785061" cy="5310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Command &amp; Control</a:t>
            </a:r>
          </a:p>
        </p:txBody>
      </p:sp>
      <p:sp>
        <p:nvSpPr>
          <p:cNvPr id="50" name="Rectangle: Rounded Corners 49"/>
          <p:cNvSpPr/>
          <p:nvPr/>
        </p:nvSpPr>
        <p:spPr>
          <a:xfrm>
            <a:off x="2690283" y="6202181"/>
            <a:ext cx="6785061" cy="5310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Remote Code Execution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3775" y="4513784"/>
            <a:ext cx="2805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Ability to execute commands remotely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57299" y="4772656"/>
            <a:ext cx="300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Detection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rot="18900000">
            <a:off x="4782101" y="4986746"/>
            <a:ext cx="881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Calibri" panose="020F0502020204030204" pitchFamily="34" charset="0"/>
              </a:rPr>
              <a:t>03</a:t>
            </a:r>
            <a:endParaRPr lang="ko-KR" altLang="en-US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 rot="16200000">
            <a:off x="-620851" y="4983361"/>
            <a:ext cx="2096882" cy="646362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RCE</a:t>
            </a:r>
          </a:p>
        </p:txBody>
      </p:sp>
      <p:sp>
        <p:nvSpPr>
          <p:cNvPr id="55" name="Rectangle: Rounded Corners 54"/>
          <p:cNvSpPr/>
          <p:nvPr/>
        </p:nvSpPr>
        <p:spPr>
          <a:xfrm rot="16200000">
            <a:off x="-647037" y="2280906"/>
            <a:ext cx="2096882" cy="6463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7952" y="3327491"/>
            <a:ext cx="3199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u="sng">
                <a:solidFill>
                  <a:schemeClr val="accent4"/>
                </a:solidFill>
              </a:rPr>
              <a:t>Secure Remote Administration</a:t>
            </a:r>
            <a:endParaRPr lang="en-US" altLang="ko-KR" sz="2800" b="1" u="sng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B576F-678A-3BD2-15D8-0CA9EFBA0FA4}"/>
              </a:ext>
            </a:extLst>
          </p:cNvPr>
          <p:cNvSpPr txBox="1"/>
          <p:nvPr/>
        </p:nvSpPr>
        <p:spPr>
          <a:xfrm>
            <a:off x="11391407" y="6098383"/>
            <a:ext cx="214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5" grpId="0"/>
      <p:bldP spid="49" grpId="0" animBg="1"/>
      <p:bldP spid="50" grpId="0" animBg="1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215684"/>
            <a:ext cx="11573197" cy="724247"/>
          </a:xfrm>
        </p:spPr>
        <p:txBody>
          <a:bodyPr/>
          <a:lstStyle/>
          <a:p>
            <a:pPr lvl="0">
              <a:defRPr/>
            </a:pPr>
            <a:r>
              <a:rPr lang="en-US" u="sng" dirty="0">
                <a:solidFill>
                  <a:srgbClr val="1B5251">
                    <a:lumMod val="85000"/>
                    <a:lumOff val="15000"/>
                  </a:srgbClr>
                </a:solidFill>
              </a:rPr>
              <a:t>Command to Control (C2C)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356674" y="1754526"/>
            <a:ext cx="3486149" cy="2833560"/>
            <a:chOff x="2676526" y="2041913"/>
            <a:chExt cx="3486148" cy="2833560"/>
          </a:xfrm>
        </p:grpSpPr>
        <p:grpSp>
          <p:nvGrpSpPr>
            <p:cNvPr id="4" name="Group 3"/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6" name="Freeform 3"/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-1" fmla="*/ 0 w 3228975"/>
                  <a:gd name="connsiteY0-2" fmla="*/ 790575 h 1866900"/>
                  <a:gd name="connsiteX1-3" fmla="*/ 0 w 3228975"/>
                  <a:gd name="connsiteY1-4" fmla="*/ 790575 h 1866900"/>
                  <a:gd name="connsiteX2-5" fmla="*/ 85725 w 3228975"/>
                  <a:gd name="connsiteY2-6" fmla="*/ 742950 h 1866900"/>
                  <a:gd name="connsiteX3-7" fmla="*/ 866775 w 3228975"/>
                  <a:gd name="connsiteY3-8" fmla="*/ 0 h 1866900"/>
                  <a:gd name="connsiteX4-9" fmla="*/ 2105025 w 3228975"/>
                  <a:gd name="connsiteY4-10" fmla="*/ 9525 h 1866900"/>
                  <a:gd name="connsiteX5-11" fmla="*/ 3228975 w 3228975"/>
                  <a:gd name="connsiteY5-12" fmla="*/ 476250 h 1866900"/>
                  <a:gd name="connsiteX6-13" fmla="*/ 3219450 w 3228975"/>
                  <a:gd name="connsiteY6-14" fmla="*/ 1866900 h 1866900"/>
                  <a:gd name="connsiteX7-15" fmla="*/ 3086100 w 3228975"/>
                  <a:gd name="connsiteY7-16" fmla="*/ 1847850 h 1866900"/>
                  <a:gd name="connsiteX8-17" fmla="*/ 2095500 w 3228975"/>
                  <a:gd name="connsiteY8-18" fmla="*/ 771525 h 1866900"/>
                  <a:gd name="connsiteX9-19" fmla="*/ 1095375 w 3228975"/>
                  <a:gd name="connsiteY9-20" fmla="*/ 571500 h 1866900"/>
                  <a:gd name="connsiteX10-21" fmla="*/ 0 w 3228975"/>
                  <a:gd name="connsiteY10-22" fmla="*/ 790575 h 1866900"/>
                  <a:gd name="connsiteX0-23" fmla="*/ 0 w 3228975"/>
                  <a:gd name="connsiteY0-24" fmla="*/ 790575 h 1866900"/>
                  <a:gd name="connsiteX1-25" fmla="*/ 0 w 3228975"/>
                  <a:gd name="connsiteY1-26" fmla="*/ 790575 h 1866900"/>
                  <a:gd name="connsiteX2-27" fmla="*/ 85725 w 3228975"/>
                  <a:gd name="connsiteY2-28" fmla="*/ 742950 h 1866900"/>
                  <a:gd name="connsiteX3-29" fmla="*/ 866775 w 3228975"/>
                  <a:gd name="connsiteY3-30" fmla="*/ 0 h 1866900"/>
                  <a:gd name="connsiteX4-31" fmla="*/ 2105025 w 3228975"/>
                  <a:gd name="connsiteY4-32" fmla="*/ 9525 h 1866900"/>
                  <a:gd name="connsiteX5-33" fmla="*/ 3228975 w 3228975"/>
                  <a:gd name="connsiteY5-34" fmla="*/ 476250 h 1866900"/>
                  <a:gd name="connsiteX6-35" fmla="*/ 3219450 w 3228975"/>
                  <a:gd name="connsiteY6-36" fmla="*/ 1866900 h 1866900"/>
                  <a:gd name="connsiteX7-37" fmla="*/ 3086100 w 3228975"/>
                  <a:gd name="connsiteY7-38" fmla="*/ 1847850 h 1866900"/>
                  <a:gd name="connsiteX8-39" fmla="*/ 2095500 w 3228975"/>
                  <a:gd name="connsiteY8-40" fmla="*/ 771525 h 1866900"/>
                  <a:gd name="connsiteX9-41" fmla="*/ 1095375 w 3228975"/>
                  <a:gd name="connsiteY9-42" fmla="*/ 571500 h 1866900"/>
                  <a:gd name="connsiteX10-43" fmla="*/ 0 w 3228975"/>
                  <a:gd name="connsiteY10-44" fmla="*/ 790575 h 1866900"/>
                  <a:gd name="connsiteX0-45" fmla="*/ 0 w 3228975"/>
                  <a:gd name="connsiteY0-46" fmla="*/ 790575 h 1866900"/>
                  <a:gd name="connsiteX1-47" fmla="*/ 0 w 3228975"/>
                  <a:gd name="connsiteY1-48" fmla="*/ 790575 h 1866900"/>
                  <a:gd name="connsiteX2-49" fmla="*/ 85725 w 3228975"/>
                  <a:gd name="connsiteY2-50" fmla="*/ 742950 h 1866900"/>
                  <a:gd name="connsiteX3-51" fmla="*/ 866775 w 3228975"/>
                  <a:gd name="connsiteY3-52" fmla="*/ 0 h 1866900"/>
                  <a:gd name="connsiteX4-53" fmla="*/ 2105025 w 3228975"/>
                  <a:gd name="connsiteY4-54" fmla="*/ 9525 h 1866900"/>
                  <a:gd name="connsiteX5-55" fmla="*/ 3228975 w 3228975"/>
                  <a:gd name="connsiteY5-56" fmla="*/ 476250 h 1866900"/>
                  <a:gd name="connsiteX6-57" fmla="*/ 3219450 w 3228975"/>
                  <a:gd name="connsiteY6-58" fmla="*/ 1866900 h 1866900"/>
                  <a:gd name="connsiteX7-59" fmla="*/ 3086100 w 3228975"/>
                  <a:gd name="connsiteY7-60" fmla="*/ 1847850 h 1866900"/>
                  <a:gd name="connsiteX8-61" fmla="*/ 2095500 w 3228975"/>
                  <a:gd name="connsiteY8-62" fmla="*/ 771525 h 1866900"/>
                  <a:gd name="connsiteX9-63" fmla="*/ 1095375 w 3228975"/>
                  <a:gd name="connsiteY9-64" fmla="*/ 571500 h 1866900"/>
                  <a:gd name="connsiteX10-65" fmla="*/ 0 w 3228975"/>
                  <a:gd name="connsiteY10-66" fmla="*/ 790575 h 1866900"/>
                  <a:gd name="connsiteX0-67" fmla="*/ 0 w 3228975"/>
                  <a:gd name="connsiteY0-68" fmla="*/ 790575 h 1866900"/>
                  <a:gd name="connsiteX1-69" fmla="*/ 0 w 3228975"/>
                  <a:gd name="connsiteY1-70" fmla="*/ 790575 h 1866900"/>
                  <a:gd name="connsiteX2-71" fmla="*/ 866775 w 3228975"/>
                  <a:gd name="connsiteY2-72" fmla="*/ 0 h 1866900"/>
                  <a:gd name="connsiteX3-73" fmla="*/ 2105025 w 3228975"/>
                  <a:gd name="connsiteY3-74" fmla="*/ 9525 h 1866900"/>
                  <a:gd name="connsiteX4-75" fmla="*/ 3228975 w 3228975"/>
                  <a:gd name="connsiteY4-76" fmla="*/ 476250 h 1866900"/>
                  <a:gd name="connsiteX5-77" fmla="*/ 3219450 w 3228975"/>
                  <a:gd name="connsiteY5-78" fmla="*/ 1866900 h 1866900"/>
                  <a:gd name="connsiteX6-79" fmla="*/ 3086100 w 3228975"/>
                  <a:gd name="connsiteY6-80" fmla="*/ 1847850 h 1866900"/>
                  <a:gd name="connsiteX7-81" fmla="*/ 2095500 w 3228975"/>
                  <a:gd name="connsiteY7-82" fmla="*/ 771525 h 1866900"/>
                  <a:gd name="connsiteX8-83" fmla="*/ 1095375 w 3228975"/>
                  <a:gd name="connsiteY8-84" fmla="*/ 571500 h 1866900"/>
                  <a:gd name="connsiteX9-85" fmla="*/ 0 w 3228975"/>
                  <a:gd name="connsiteY9-86" fmla="*/ 790575 h 1866900"/>
                  <a:gd name="connsiteX0-87" fmla="*/ 0 w 3228975"/>
                  <a:gd name="connsiteY0-88" fmla="*/ 790575 h 1866900"/>
                  <a:gd name="connsiteX1-89" fmla="*/ 0 w 3228975"/>
                  <a:gd name="connsiteY1-90" fmla="*/ 790575 h 1866900"/>
                  <a:gd name="connsiteX2-91" fmla="*/ 866775 w 3228975"/>
                  <a:gd name="connsiteY2-92" fmla="*/ 0 h 1866900"/>
                  <a:gd name="connsiteX3-93" fmla="*/ 2105025 w 3228975"/>
                  <a:gd name="connsiteY3-94" fmla="*/ 9525 h 1866900"/>
                  <a:gd name="connsiteX4-95" fmla="*/ 3228975 w 3228975"/>
                  <a:gd name="connsiteY4-96" fmla="*/ 476250 h 1866900"/>
                  <a:gd name="connsiteX5-97" fmla="*/ 3219450 w 3228975"/>
                  <a:gd name="connsiteY5-98" fmla="*/ 1866900 h 1866900"/>
                  <a:gd name="connsiteX6-99" fmla="*/ 3086100 w 3228975"/>
                  <a:gd name="connsiteY6-100" fmla="*/ 1847850 h 1866900"/>
                  <a:gd name="connsiteX7-101" fmla="*/ 2095500 w 3228975"/>
                  <a:gd name="connsiteY7-102" fmla="*/ 771525 h 1866900"/>
                  <a:gd name="connsiteX8-103" fmla="*/ 1095375 w 3228975"/>
                  <a:gd name="connsiteY8-104" fmla="*/ 571500 h 1866900"/>
                  <a:gd name="connsiteX9-105" fmla="*/ 0 w 3228975"/>
                  <a:gd name="connsiteY9-106" fmla="*/ 790575 h 1866900"/>
                  <a:gd name="connsiteX0-107" fmla="*/ 253889 w 3254264"/>
                  <a:gd name="connsiteY0-108" fmla="*/ 1143000 h 1866900"/>
                  <a:gd name="connsiteX1-109" fmla="*/ 25289 w 3254264"/>
                  <a:gd name="connsiteY1-110" fmla="*/ 790575 h 1866900"/>
                  <a:gd name="connsiteX2-111" fmla="*/ 892064 w 3254264"/>
                  <a:gd name="connsiteY2-112" fmla="*/ 0 h 1866900"/>
                  <a:gd name="connsiteX3-113" fmla="*/ 2130314 w 3254264"/>
                  <a:gd name="connsiteY3-114" fmla="*/ 9525 h 1866900"/>
                  <a:gd name="connsiteX4-115" fmla="*/ 3254264 w 3254264"/>
                  <a:gd name="connsiteY4-116" fmla="*/ 476250 h 1866900"/>
                  <a:gd name="connsiteX5-117" fmla="*/ 3244739 w 3254264"/>
                  <a:gd name="connsiteY5-118" fmla="*/ 1866900 h 1866900"/>
                  <a:gd name="connsiteX6-119" fmla="*/ 3111389 w 3254264"/>
                  <a:gd name="connsiteY6-120" fmla="*/ 1847850 h 1866900"/>
                  <a:gd name="connsiteX7-121" fmla="*/ 2120789 w 3254264"/>
                  <a:gd name="connsiteY7-122" fmla="*/ 771525 h 1866900"/>
                  <a:gd name="connsiteX8-123" fmla="*/ 1120664 w 3254264"/>
                  <a:gd name="connsiteY8-124" fmla="*/ 571500 h 1866900"/>
                  <a:gd name="connsiteX9-125" fmla="*/ 253889 w 3254264"/>
                  <a:gd name="connsiteY9-126" fmla="*/ 1143000 h 1866900"/>
                  <a:gd name="connsiteX0-127" fmla="*/ 1097065 w 3230665"/>
                  <a:gd name="connsiteY0-128" fmla="*/ 571500 h 1866900"/>
                  <a:gd name="connsiteX1-129" fmla="*/ 1690 w 3230665"/>
                  <a:gd name="connsiteY1-130" fmla="*/ 790575 h 1866900"/>
                  <a:gd name="connsiteX2-131" fmla="*/ 868465 w 3230665"/>
                  <a:gd name="connsiteY2-132" fmla="*/ 0 h 1866900"/>
                  <a:gd name="connsiteX3-133" fmla="*/ 2106715 w 3230665"/>
                  <a:gd name="connsiteY3-134" fmla="*/ 9525 h 1866900"/>
                  <a:gd name="connsiteX4-135" fmla="*/ 3230665 w 3230665"/>
                  <a:gd name="connsiteY4-136" fmla="*/ 476250 h 1866900"/>
                  <a:gd name="connsiteX5-137" fmla="*/ 3221140 w 3230665"/>
                  <a:gd name="connsiteY5-138" fmla="*/ 1866900 h 1866900"/>
                  <a:gd name="connsiteX6-139" fmla="*/ 3087790 w 3230665"/>
                  <a:gd name="connsiteY6-140" fmla="*/ 1847850 h 1866900"/>
                  <a:gd name="connsiteX7-141" fmla="*/ 2097190 w 3230665"/>
                  <a:gd name="connsiteY7-142" fmla="*/ 771525 h 1866900"/>
                  <a:gd name="connsiteX8-143" fmla="*/ 1097065 w 3230665"/>
                  <a:gd name="connsiteY8-144" fmla="*/ 571500 h 1866900"/>
                  <a:gd name="connsiteX0-145" fmla="*/ 1099783 w 3233383"/>
                  <a:gd name="connsiteY0-146" fmla="*/ 571500 h 1866900"/>
                  <a:gd name="connsiteX1-147" fmla="*/ 4408 w 3233383"/>
                  <a:gd name="connsiteY1-148" fmla="*/ 790575 h 1866900"/>
                  <a:gd name="connsiteX2-149" fmla="*/ 871183 w 3233383"/>
                  <a:gd name="connsiteY2-150" fmla="*/ 0 h 1866900"/>
                  <a:gd name="connsiteX3-151" fmla="*/ 2109433 w 3233383"/>
                  <a:gd name="connsiteY3-152" fmla="*/ 9525 h 1866900"/>
                  <a:gd name="connsiteX4-153" fmla="*/ 3233383 w 3233383"/>
                  <a:gd name="connsiteY4-154" fmla="*/ 476250 h 1866900"/>
                  <a:gd name="connsiteX5-155" fmla="*/ 3223858 w 3233383"/>
                  <a:gd name="connsiteY5-156" fmla="*/ 1866900 h 1866900"/>
                  <a:gd name="connsiteX6-157" fmla="*/ 3090508 w 3233383"/>
                  <a:gd name="connsiteY6-158" fmla="*/ 1847850 h 1866900"/>
                  <a:gd name="connsiteX7-159" fmla="*/ 2099908 w 3233383"/>
                  <a:gd name="connsiteY7-160" fmla="*/ 771525 h 1866900"/>
                  <a:gd name="connsiteX8-161" fmla="*/ 1099783 w 3233383"/>
                  <a:gd name="connsiteY8-162" fmla="*/ 571500 h 1866900"/>
                  <a:gd name="connsiteX0-163" fmla="*/ 1099783 w 3233383"/>
                  <a:gd name="connsiteY0-164" fmla="*/ 571500 h 1866900"/>
                  <a:gd name="connsiteX1-165" fmla="*/ 4408 w 3233383"/>
                  <a:gd name="connsiteY1-166" fmla="*/ 790575 h 1866900"/>
                  <a:gd name="connsiteX2-167" fmla="*/ 871183 w 3233383"/>
                  <a:gd name="connsiteY2-168" fmla="*/ 0 h 1866900"/>
                  <a:gd name="connsiteX3-169" fmla="*/ 2109433 w 3233383"/>
                  <a:gd name="connsiteY3-170" fmla="*/ 9525 h 1866900"/>
                  <a:gd name="connsiteX4-171" fmla="*/ 3233383 w 3233383"/>
                  <a:gd name="connsiteY4-172" fmla="*/ 476250 h 1866900"/>
                  <a:gd name="connsiteX5-173" fmla="*/ 3223858 w 3233383"/>
                  <a:gd name="connsiteY5-174" fmla="*/ 1866900 h 1866900"/>
                  <a:gd name="connsiteX6-175" fmla="*/ 3090508 w 3233383"/>
                  <a:gd name="connsiteY6-176" fmla="*/ 1847850 h 1866900"/>
                  <a:gd name="connsiteX7-177" fmla="*/ 2099908 w 3233383"/>
                  <a:gd name="connsiteY7-178" fmla="*/ 771525 h 1866900"/>
                  <a:gd name="connsiteX8-179" fmla="*/ 1099783 w 3233383"/>
                  <a:gd name="connsiteY8-180" fmla="*/ 571500 h 1866900"/>
                  <a:gd name="connsiteX0-181" fmla="*/ 1099427 w 3233027"/>
                  <a:gd name="connsiteY0-182" fmla="*/ 571500 h 1866900"/>
                  <a:gd name="connsiteX1-183" fmla="*/ 4052 w 3233027"/>
                  <a:gd name="connsiteY1-184" fmla="*/ 790575 h 1866900"/>
                  <a:gd name="connsiteX2-185" fmla="*/ 870827 w 3233027"/>
                  <a:gd name="connsiteY2-186" fmla="*/ 0 h 1866900"/>
                  <a:gd name="connsiteX3-187" fmla="*/ 2109077 w 3233027"/>
                  <a:gd name="connsiteY3-188" fmla="*/ 9525 h 1866900"/>
                  <a:gd name="connsiteX4-189" fmla="*/ 3233027 w 3233027"/>
                  <a:gd name="connsiteY4-190" fmla="*/ 476250 h 1866900"/>
                  <a:gd name="connsiteX5-191" fmla="*/ 3223502 w 3233027"/>
                  <a:gd name="connsiteY5-192" fmla="*/ 1866900 h 1866900"/>
                  <a:gd name="connsiteX6-193" fmla="*/ 3090152 w 3233027"/>
                  <a:gd name="connsiteY6-194" fmla="*/ 1847850 h 1866900"/>
                  <a:gd name="connsiteX7-195" fmla="*/ 2099552 w 3233027"/>
                  <a:gd name="connsiteY7-196" fmla="*/ 771525 h 1866900"/>
                  <a:gd name="connsiteX8-197" fmla="*/ 1099427 w 3233027"/>
                  <a:gd name="connsiteY8-198" fmla="*/ 571500 h 1866900"/>
                  <a:gd name="connsiteX0-199" fmla="*/ 1118366 w 3251966"/>
                  <a:gd name="connsiteY0-200" fmla="*/ 571500 h 1866900"/>
                  <a:gd name="connsiteX1-201" fmla="*/ 3941 w 3251966"/>
                  <a:gd name="connsiteY1-202" fmla="*/ 809625 h 1866900"/>
                  <a:gd name="connsiteX2-203" fmla="*/ 889766 w 3251966"/>
                  <a:gd name="connsiteY2-204" fmla="*/ 0 h 1866900"/>
                  <a:gd name="connsiteX3-205" fmla="*/ 2128016 w 3251966"/>
                  <a:gd name="connsiteY3-206" fmla="*/ 9525 h 1866900"/>
                  <a:gd name="connsiteX4-207" fmla="*/ 3251966 w 3251966"/>
                  <a:gd name="connsiteY4-208" fmla="*/ 476250 h 1866900"/>
                  <a:gd name="connsiteX5-209" fmla="*/ 3242441 w 3251966"/>
                  <a:gd name="connsiteY5-210" fmla="*/ 1866900 h 1866900"/>
                  <a:gd name="connsiteX6-211" fmla="*/ 3109091 w 3251966"/>
                  <a:gd name="connsiteY6-212" fmla="*/ 1847850 h 1866900"/>
                  <a:gd name="connsiteX7-213" fmla="*/ 2118491 w 3251966"/>
                  <a:gd name="connsiteY7-214" fmla="*/ 771525 h 1866900"/>
                  <a:gd name="connsiteX8-215" fmla="*/ 1118366 w 3251966"/>
                  <a:gd name="connsiteY8-216" fmla="*/ 571500 h 1866900"/>
                  <a:gd name="connsiteX0-217" fmla="*/ 1119025 w 3252625"/>
                  <a:gd name="connsiteY0-218" fmla="*/ 571500 h 1866900"/>
                  <a:gd name="connsiteX1-219" fmla="*/ 4600 w 3252625"/>
                  <a:gd name="connsiteY1-220" fmla="*/ 809625 h 1866900"/>
                  <a:gd name="connsiteX2-221" fmla="*/ 890425 w 3252625"/>
                  <a:gd name="connsiteY2-222" fmla="*/ 0 h 1866900"/>
                  <a:gd name="connsiteX3-223" fmla="*/ 2128675 w 3252625"/>
                  <a:gd name="connsiteY3-224" fmla="*/ 9525 h 1866900"/>
                  <a:gd name="connsiteX4-225" fmla="*/ 3252625 w 3252625"/>
                  <a:gd name="connsiteY4-226" fmla="*/ 476250 h 1866900"/>
                  <a:gd name="connsiteX5-227" fmla="*/ 3243100 w 3252625"/>
                  <a:gd name="connsiteY5-228" fmla="*/ 1866900 h 1866900"/>
                  <a:gd name="connsiteX6-229" fmla="*/ 3109750 w 3252625"/>
                  <a:gd name="connsiteY6-230" fmla="*/ 1847850 h 1866900"/>
                  <a:gd name="connsiteX7-231" fmla="*/ 2119150 w 3252625"/>
                  <a:gd name="connsiteY7-232" fmla="*/ 771525 h 1866900"/>
                  <a:gd name="connsiteX8-233" fmla="*/ 1119025 w 3252625"/>
                  <a:gd name="connsiteY8-234" fmla="*/ 571500 h 1866900"/>
                  <a:gd name="connsiteX0-235" fmla="*/ 1118146 w 3251746"/>
                  <a:gd name="connsiteY0-236" fmla="*/ 571500 h 1866900"/>
                  <a:gd name="connsiteX1-237" fmla="*/ 3721 w 3251746"/>
                  <a:gd name="connsiteY1-238" fmla="*/ 809625 h 1866900"/>
                  <a:gd name="connsiteX2-239" fmla="*/ 889546 w 3251746"/>
                  <a:gd name="connsiteY2-240" fmla="*/ 0 h 1866900"/>
                  <a:gd name="connsiteX3-241" fmla="*/ 2127796 w 3251746"/>
                  <a:gd name="connsiteY3-242" fmla="*/ 9525 h 1866900"/>
                  <a:gd name="connsiteX4-243" fmla="*/ 3251746 w 3251746"/>
                  <a:gd name="connsiteY4-244" fmla="*/ 476250 h 1866900"/>
                  <a:gd name="connsiteX5-245" fmla="*/ 3242221 w 3251746"/>
                  <a:gd name="connsiteY5-246" fmla="*/ 1866900 h 1866900"/>
                  <a:gd name="connsiteX6-247" fmla="*/ 3108871 w 3251746"/>
                  <a:gd name="connsiteY6-248" fmla="*/ 1847850 h 1866900"/>
                  <a:gd name="connsiteX7-249" fmla="*/ 2118271 w 3251746"/>
                  <a:gd name="connsiteY7-250" fmla="*/ 771525 h 1866900"/>
                  <a:gd name="connsiteX8-251" fmla="*/ 1118146 w 3251746"/>
                  <a:gd name="connsiteY8-252" fmla="*/ 571500 h 1866900"/>
                  <a:gd name="connsiteX0-253" fmla="*/ 1118146 w 3251746"/>
                  <a:gd name="connsiteY0-254" fmla="*/ 589645 h 1885045"/>
                  <a:gd name="connsiteX1-255" fmla="*/ 3721 w 3251746"/>
                  <a:gd name="connsiteY1-256" fmla="*/ 827770 h 1885045"/>
                  <a:gd name="connsiteX2-257" fmla="*/ 889546 w 3251746"/>
                  <a:gd name="connsiteY2-258" fmla="*/ 18145 h 1885045"/>
                  <a:gd name="connsiteX3-259" fmla="*/ 2127796 w 3251746"/>
                  <a:gd name="connsiteY3-260" fmla="*/ 27670 h 1885045"/>
                  <a:gd name="connsiteX4-261" fmla="*/ 3251746 w 3251746"/>
                  <a:gd name="connsiteY4-262" fmla="*/ 494395 h 1885045"/>
                  <a:gd name="connsiteX5-263" fmla="*/ 3242221 w 3251746"/>
                  <a:gd name="connsiteY5-264" fmla="*/ 1885045 h 1885045"/>
                  <a:gd name="connsiteX6-265" fmla="*/ 3108871 w 3251746"/>
                  <a:gd name="connsiteY6-266" fmla="*/ 1865995 h 1885045"/>
                  <a:gd name="connsiteX7-267" fmla="*/ 2118271 w 3251746"/>
                  <a:gd name="connsiteY7-268" fmla="*/ 789670 h 1885045"/>
                  <a:gd name="connsiteX8-269" fmla="*/ 1118146 w 3251746"/>
                  <a:gd name="connsiteY8-270" fmla="*/ 589645 h 1885045"/>
                  <a:gd name="connsiteX0-271" fmla="*/ 1118146 w 3251746"/>
                  <a:gd name="connsiteY0-272" fmla="*/ 606037 h 1901437"/>
                  <a:gd name="connsiteX1-273" fmla="*/ 3721 w 3251746"/>
                  <a:gd name="connsiteY1-274" fmla="*/ 844162 h 1901437"/>
                  <a:gd name="connsiteX2-275" fmla="*/ 889546 w 3251746"/>
                  <a:gd name="connsiteY2-276" fmla="*/ 34537 h 1901437"/>
                  <a:gd name="connsiteX3-277" fmla="*/ 2127796 w 3251746"/>
                  <a:gd name="connsiteY3-278" fmla="*/ 44062 h 1901437"/>
                  <a:gd name="connsiteX4-279" fmla="*/ 3251746 w 3251746"/>
                  <a:gd name="connsiteY4-280" fmla="*/ 510787 h 1901437"/>
                  <a:gd name="connsiteX5-281" fmla="*/ 3242221 w 3251746"/>
                  <a:gd name="connsiteY5-282" fmla="*/ 1901437 h 1901437"/>
                  <a:gd name="connsiteX6-283" fmla="*/ 3108871 w 3251746"/>
                  <a:gd name="connsiteY6-284" fmla="*/ 1882387 h 1901437"/>
                  <a:gd name="connsiteX7-285" fmla="*/ 2118271 w 3251746"/>
                  <a:gd name="connsiteY7-286" fmla="*/ 806062 h 1901437"/>
                  <a:gd name="connsiteX8-287" fmla="*/ 1118146 w 3251746"/>
                  <a:gd name="connsiteY8-288" fmla="*/ 606037 h 1901437"/>
                  <a:gd name="connsiteX0-289" fmla="*/ 1118146 w 3251746"/>
                  <a:gd name="connsiteY0-290" fmla="*/ 606037 h 1901437"/>
                  <a:gd name="connsiteX1-291" fmla="*/ 3721 w 3251746"/>
                  <a:gd name="connsiteY1-292" fmla="*/ 844162 h 1901437"/>
                  <a:gd name="connsiteX2-293" fmla="*/ 889546 w 3251746"/>
                  <a:gd name="connsiteY2-294" fmla="*/ 34537 h 1901437"/>
                  <a:gd name="connsiteX3-295" fmla="*/ 2127796 w 3251746"/>
                  <a:gd name="connsiteY3-296" fmla="*/ 44062 h 1901437"/>
                  <a:gd name="connsiteX4-297" fmla="*/ 3251746 w 3251746"/>
                  <a:gd name="connsiteY4-298" fmla="*/ 510787 h 1901437"/>
                  <a:gd name="connsiteX5-299" fmla="*/ 3242221 w 3251746"/>
                  <a:gd name="connsiteY5-300" fmla="*/ 1901437 h 1901437"/>
                  <a:gd name="connsiteX6-301" fmla="*/ 3108871 w 3251746"/>
                  <a:gd name="connsiteY6-302" fmla="*/ 1882387 h 1901437"/>
                  <a:gd name="connsiteX7-303" fmla="*/ 2118271 w 3251746"/>
                  <a:gd name="connsiteY7-304" fmla="*/ 806062 h 1901437"/>
                  <a:gd name="connsiteX8-305" fmla="*/ 1118146 w 3251746"/>
                  <a:gd name="connsiteY8-306" fmla="*/ 606037 h 1901437"/>
                  <a:gd name="connsiteX0-307" fmla="*/ 1118146 w 3251746"/>
                  <a:gd name="connsiteY0-308" fmla="*/ 606037 h 1901437"/>
                  <a:gd name="connsiteX1-309" fmla="*/ 3721 w 3251746"/>
                  <a:gd name="connsiteY1-310" fmla="*/ 844162 h 1901437"/>
                  <a:gd name="connsiteX2-311" fmla="*/ 889546 w 3251746"/>
                  <a:gd name="connsiteY2-312" fmla="*/ 34537 h 1901437"/>
                  <a:gd name="connsiteX3-313" fmla="*/ 2127796 w 3251746"/>
                  <a:gd name="connsiteY3-314" fmla="*/ 44062 h 1901437"/>
                  <a:gd name="connsiteX4-315" fmla="*/ 3251746 w 3251746"/>
                  <a:gd name="connsiteY4-316" fmla="*/ 510787 h 1901437"/>
                  <a:gd name="connsiteX5-317" fmla="*/ 3242221 w 3251746"/>
                  <a:gd name="connsiteY5-318" fmla="*/ 1901437 h 1901437"/>
                  <a:gd name="connsiteX6-319" fmla="*/ 3108871 w 3251746"/>
                  <a:gd name="connsiteY6-320" fmla="*/ 1882387 h 1901437"/>
                  <a:gd name="connsiteX7-321" fmla="*/ 2118271 w 3251746"/>
                  <a:gd name="connsiteY7-322" fmla="*/ 806062 h 1901437"/>
                  <a:gd name="connsiteX8-323" fmla="*/ 1118146 w 3251746"/>
                  <a:gd name="connsiteY8-324" fmla="*/ 606037 h 1901437"/>
                  <a:gd name="connsiteX0-325" fmla="*/ 1118146 w 3251746"/>
                  <a:gd name="connsiteY0-326" fmla="*/ 606037 h 1901437"/>
                  <a:gd name="connsiteX1-327" fmla="*/ 3721 w 3251746"/>
                  <a:gd name="connsiteY1-328" fmla="*/ 844162 h 1901437"/>
                  <a:gd name="connsiteX2-329" fmla="*/ 889546 w 3251746"/>
                  <a:gd name="connsiteY2-330" fmla="*/ 34537 h 1901437"/>
                  <a:gd name="connsiteX3-331" fmla="*/ 2127796 w 3251746"/>
                  <a:gd name="connsiteY3-332" fmla="*/ 44062 h 1901437"/>
                  <a:gd name="connsiteX4-333" fmla="*/ 3251746 w 3251746"/>
                  <a:gd name="connsiteY4-334" fmla="*/ 510787 h 1901437"/>
                  <a:gd name="connsiteX5-335" fmla="*/ 3242221 w 3251746"/>
                  <a:gd name="connsiteY5-336" fmla="*/ 1901437 h 1901437"/>
                  <a:gd name="connsiteX6-337" fmla="*/ 3080296 w 3251746"/>
                  <a:gd name="connsiteY6-338" fmla="*/ 1863337 h 1901437"/>
                  <a:gd name="connsiteX7-339" fmla="*/ 2118271 w 3251746"/>
                  <a:gd name="connsiteY7-340" fmla="*/ 806062 h 1901437"/>
                  <a:gd name="connsiteX8-341" fmla="*/ 1118146 w 3251746"/>
                  <a:gd name="connsiteY8-342" fmla="*/ 606037 h 1901437"/>
                  <a:gd name="connsiteX0-343" fmla="*/ 1118146 w 3251746"/>
                  <a:gd name="connsiteY0-344" fmla="*/ 606037 h 1901437"/>
                  <a:gd name="connsiteX1-345" fmla="*/ 3721 w 3251746"/>
                  <a:gd name="connsiteY1-346" fmla="*/ 844162 h 1901437"/>
                  <a:gd name="connsiteX2-347" fmla="*/ 889546 w 3251746"/>
                  <a:gd name="connsiteY2-348" fmla="*/ 34537 h 1901437"/>
                  <a:gd name="connsiteX3-349" fmla="*/ 2127796 w 3251746"/>
                  <a:gd name="connsiteY3-350" fmla="*/ 44062 h 1901437"/>
                  <a:gd name="connsiteX4-351" fmla="*/ 3251746 w 3251746"/>
                  <a:gd name="connsiteY4-352" fmla="*/ 510787 h 1901437"/>
                  <a:gd name="connsiteX5-353" fmla="*/ 3242221 w 3251746"/>
                  <a:gd name="connsiteY5-354" fmla="*/ 1901437 h 1901437"/>
                  <a:gd name="connsiteX6-355" fmla="*/ 3080296 w 3251746"/>
                  <a:gd name="connsiteY6-356" fmla="*/ 1863337 h 1901437"/>
                  <a:gd name="connsiteX7-357" fmla="*/ 2118271 w 3251746"/>
                  <a:gd name="connsiteY7-358" fmla="*/ 806062 h 1901437"/>
                  <a:gd name="connsiteX8-359" fmla="*/ 1118146 w 3251746"/>
                  <a:gd name="connsiteY8-360" fmla="*/ 606037 h 1901437"/>
                  <a:gd name="connsiteX0-361" fmla="*/ 1118146 w 3251746"/>
                  <a:gd name="connsiteY0-362" fmla="*/ 606037 h 1901437"/>
                  <a:gd name="connsiteX1-363" fmla="*/ 3721 w 3251746"/>
                  <a:gd name="connsiteY1-364" fmla="*/ 844162 h 1901437"/>
                  <a:gd name="connsiteX2-365" fmla="*/ 889546 w 3251746"/>
                  <a:gd name="connsiteY2-366" fmla="*/ 34537 h 1901437"/>
                  <a:gd name="connsiteX3-367" fmla="*/ 2127796 w 3251746"/>
                  <a:gd name="connsiteY3-368" fmla="*/ 44062 h 1901437"/>
                  <a:gd name="connsiteX4-369" fmla="*/ 3251746 w 3251746"/>
                  <a:gd name="connsiteY4-370" fmla="*/ 510787 h 1901437"/>
                  <a:gd name="connsiteX5-371" fmla="*/ 3242221 w 3251746"/>
                  <a:gd name="connsiteY5-372" fmla="*/ 1901437 h 1901437"/>
                  <a:gd name="connsiteX6-373" fmla="*/ 3080296 w 3251746"/>
                  <a:gd name="connsiteY6-374" fmla="*/ 1863337 h 1901437"/>
                  <a:gd name="connsiteX7-375" fmla="*/ 2118271 w 3251746"/>
                  <a:gd name="connsiteY7-376" fmla="*/ 806062 h 1901437"/>
                  <a:gd name="connsiteX8-377" fmla="*/ 1118146 w 3251746"/>
                  <a:gd name="connsiteY8-378" fmla="*/ 606037 h 1901437"/>
                  <a:gd name="connsiteX0-379" fmla="*/ 1118146 w 3251746"/>
                  <a:gd name="connsiteY0-380" fmla="*/ 606037 h 1901437"/>
                  <a:gd name="connsiteX1-381" fmla="*/ 3721 w 3251746"/>
                  <a:gd name="connsiteY1-382" fmla="*/ 844162 h 1901437"/>
                  <a:gd name="connsiteX2-383" fmla="*/ 889546 w 3251746"/>
                  <a:gd name="connsiteY2-384" fmla="*/ 34537 h 1901437"/>
                  <a:gd name="connsiteX3-385" fmla="*/ 2127796 w 3251746"/>
                  <a:gd name="connsiteY3-386" fmla="*/ 44062 h 1901437"/>
                  <a:gd name="connsiteX4-387" fmla="*/ 3251746 w 3251746"/>
                  <a:gd name="connsiteY4-388" fmla="*/ 510787 h 1901437"/>
                  <a:gd name="connsiteX5-389" fmla="*/ 3242221 w 3251746"/>
                  <a:gd name="connsiteY5-390" fmla="*/ 1901437 h 1901437"/>
                  <a:gd name="connsiteX6-391" fmla="*/ 3080296 w 3251746"/>
                  <a:gd name="connsiteY6-392" fmla="*/ 1863337 h 1901437"/>
                  <a:gd name="connsiteX7-393" fmla="*/ 2118271 w 3251746"/>
                  <a:gd name="connsiteY7-394" fmla="*/ 806062 h 1901437"/>
                  <a:gd name="connsiteX8-395" fmla="*/ 1118146 w 3251746"/>
                  <a:gd name="connsiteY8-396" fmla="*/ 606037 h 1901437"/>
                  <a:gd name="connsiteX0-397" fmla="*/ 1118146 w 3251746"/>
                  <a:gd name="connsiteY0-398" fmla="*/ 606037 h 1901437"/>
                  <a:gd name="connsiteX1-399" fmla="*/ 3721 w 3251746"/>
                  <a:gd name="connsiteY1-400" fmla="*/ 844162 h 1901437"/>
                  <a:gd name="connsiteX2-401" fmla="*/ 889546 w 3251746"/>
                  <a:gd name="connsiteY2-402" fmla="*/ 34537 h 1901437"/>
                  <a:gd name="connsiteX3-403" fmla="*/ 2127796 w 3251746"/>
                  <a:gd name="connsiteY3-404" fmla="*/ 44062 h 1901437"/>
                  <a:gd name="connsiteX4-405" fmla="*/ 3251746 w 3251746"/>
                  <a:gd name="connsiteY4-406" fmla="*/ 510787 h 1901437"/>
                  <a:gd name="connsiteX5-407" fmla="*/ 3242221 w 3251746"/>
                  <a:gd name="connsiteY5-408" fmla="*/ 1901437 h 1901437"/>
                  <a:gd name="connsiteX6-409" fmla="*/ 3080296 w 3251746"/>
                  <a:gd name="connsiteY6-410" fmla="*/ 1863337 h 1901437"/>
                  <a:gd name="connsiteX7-411" fmla="*/ 2118271 w 3251746"/>
                  <a:gd name="connsiteY7-412" fmla="*/ 806062 h 1901437"/>
                  <a:gd name="connsiteX8-413" fmla="*/ 1118146 w 3251746"/>
                  <a:gd name="connsiteY8-414" fmla="*/ 606037 h 1901437"/>
                  <a:gd name="connsiteX0-415" fmla="*/ 1118146 w 3251746"/>
                  <a:gd name="connsiteY0-416" fmla="*/ 606037 h 1901437"/>
                  <a:gd name="connsiteX1-417" fmla="*/ 3721 w 3251746"/>
                  <a:gd name="connsiteY1-418" fmla="*/ 844162 h 1901437"/>
                  <a:gd name="connsiteX2-419" fmla="*/ 889546 w 3251746"/>
                  <a:gd name="connsiteY2-420" fmla="*/ 34537 h 1901437"/>
                  <a:gd name="connsiteX3-421" fmla="*/ 2127796 w 3251746"/>
                  <a:gd name="connsiteY3-422" fmla="*/ 44062 h 1901437"/>
                  <a:gd name="connsiteX4-423" fmla="*/ 3251746 w 3251746"/>
                  <a:gd name="connsiteY4-424" fmla="*/ 510787 h 1901437"/>
                  <a:gd name="connsiteX5-425" fmla="*/ 3242221 w 3251746"/>
                  <a:gd name="connsiteY5-426" fmla="*/ 1901437 h 1901437"/>
                  <a:gd name="connsiteX6-427" fmla="*/ 2994571 w 3251746"/>
                  <a:gd name="connsiteY6-428" fmla="*/ 1777612 h 1901437"/>
                  <a:gd name="connsiteX7-429" fmla="*/ 2118271 w 3251746"/>
                  <a:gd name="connsiteY7-430" fmla="*/ 806062 h 1901437"/>
                  <a:gd name="connsiteX8-431" fmla="*/ 1118146 w 3251746"/>
                  <a:gd name="connsiteY8-432" fmla="*/ 606037 h 1901437"/>
                  <a:gd name="connsiteX0-433" fmla="*/ 1118146 w 3251746"/>
                  <a:gd name="connsiteY0-434" fmla="*/ 606037 h 1901437"/>
                  <a:gd name="connsiteX1-435" fmla="*/ 3721 w 3251746"/>
                  <a:gd name="connsiteY1-436" fmla="*/ 844162 h 1901437"/>
                  <a:gd name="connsiteX2-437" fmla="*/ 889546 w 3251746"/>
                  <a:gd name="connsiteY2-438" fmla="*/ 34537 h 1901437"/>
                  <a:gd name="connsiteX3-439" fmla="*/ 2127796 w 3251746"/>
                  <a:gd name="connsiteY3-440" fmla="*/ 44062 h 1901437"/>
                  <a:gd name="connsiteX4-441" fmla="*/ 3251746 w 3251746"/>
                  <a:gd name="connsiteY4-442" fmla="*/ 510787 h 1901437"/>
                  <a:gd name="connsiteX5-443" fmla="*/ 3242221 w 3251746"/>
                  <a:gd name="connsiteY5-444" fmla="*/ 1901437 h 1901437"/>
                  <a:gd name="connsiteX6-445" fmla="*/ 2994571 w 3251746"/>
                  <a:gd name="connsiteY6-446" fmla="*/ 1777612 h 1901437"/>
                  <a:gd name="connsiteX7-447" fmla="*/ 2118271 w 3251746"/>
                  <a:gd name="connsiteY7-448" fmla="*/ 806062 h 1901437"/>
                  <a:gd name="connsiteX8-449" fmla="*/ 1118146 w 3251746"/>
                  <a:gd name="connsiteY8-450" fmla="*/ 606037 h 1901437"/>
                  <a:gd name="connsiteX0-451" fmla="*/ 1118146 w 3251746"/>
                  <a:gd name="connsiteY0-452" fmla="*/ 606037 h 1921976"/>
                  <a:gd name="connsiteX1-453" fmla="*/ 3721 w 3251746"/>
                  <a:gd name="connsiteY1-454" fmla="*/ 844162 h 1921976"/>
                  <a:gd name="connsiteX2-455" fmla="*/ 889546 w 3251746"/>
                  <a:gd name="connsiteY2-456" fmla="*/ 34537 h 1921976"/>
                  <a:gd name="connsiteX3-457" fmla="*/ 2127796 w 3251746"/>
                  <a:gd name="connsiteY3-458" fmla="*/ 44062 h 1921976"/>
                  <a:gd name="connsiteX4-459" fmla="*/ 3251746 w 3251746"/>
                  <a:gd name="connsiteY4-460" fmla="*/ 510787 h 1921976"/>
                  <a:gd name="connsiteX5-461" fmla="*/ 3242221 w 3251746"/>
                  <a:gd name="connsiteY5-462" fmla="*/ 1901437 h 1921976"/>
                  <a:gd name="connsiteX6-463" fmla="*/ 2994571 w 3251746"/>
                  <a:gd name="connsiteY6-464" fmla="*/ 1777612 h 1921976"/>
                  <a:gd name="connsiteX7-465" fmla="*/ 2118271 w 3251746"/>
                  <a:gd name="connsiteY7-466" fmla="*/ 806062 h 1921976"/>
                  <a:gd name="connsiteX8-467" fmla="*/ 1118146 w 3251746"/>
                  <a:gd name="connsiteY8-468" fmla="*/ 606037 h 1921976"/>
                  <a:gd name="connsiteX0-469" fmla="*/ 1118146 w 3242221"/>
                  <a:gd name="connsiteY0-470" fmla="*/ 606037 h 1921976"/>
                  <a:gd name="connsiteX1-471" fmla="*/ 3721 w 3242221"/>
                  <a:gd name="connsiteY1-472" fmla="*/ 844162 h 1921976"/>
                  <a:gd name="connsiteX2-473" fmla="*/ 889546 w 3242221"/>
                  <a:gd name="connsiteY2-474" fmla="*/ 34537 h 1921976"/>
                  <a:gd name="connsiteX3-475" fmla="*/ 2127796 w 3242221"/>
                  <a:gd name="connsiteY3-476" fmla="*/ 44062 h 1921976"/>
                  <a:gd name="connsiteX4-477" fmla="*/ 3242221 w 3242221"/>
                  <a:gd name="connsiteY4-478" fmla="*/ 615562 h 1921976"/>
                  <a:gd name="connsiteX5-479" fmla="*/ 3242221 w 3242221"/>
                  <a:gd name="connsiteY5-480" fmla="*/ 1901437 h 1921976"/>
                  <a:gd name="connsiteX6-481" fmla="*/ 2994571 w 3242221"/>
                  <a:gd name="connsiteY6-482" fmla="*/ 1777612 h 1921976"/>
                  <a:gd name="connsiteX7-483" fmla="*/ 2118271 w 3242221"/>
                  <a:gd name="connsiteY7-484" fmla="*/ 806062 h 1921976"/>
                  <a:gd name="connsiteX8-485" fmla="*/ 1118146 w 3242221"/>
                  <a:gd name="connsiteY8-486" fmla="*/ 606037 h 1921976"/>
                  <a:gd name="connsiteX0-487" fmla="*/ 1118146 w 3242221"/>
                  <a:gd name="connsiteY0-488" fmla="*/ 606037 h 1921976"/>
                  <a:gd name="connsiteX1-489" fmla="*/ 3721 w 3242221"/>
                  <a:gd name="connsiteY1-490" fmla="*/ 844162 h 1921976"/>
                  <a:gd name="connsiteX2-491" fmla="*/ 889546 w 3242221"/>
                  <a:gd name="connsiteY2-492" fmla="*/ 34537 h 1921976"/>
                  <a:gd name="connsiteX3-493" fmla="*/ 2127796 w 3242221"/>
                  <a:gd name="connsiteY3-494" fmla="*/ 44062 h 1921976"/>
                  <a:gd name="connsiteX4-495" fmla="*/ 3242221 w 3242221"/>
                  <a:gd name="connsiteY4-496" fmla="*/ 615562 h 1921976"/>
                  <a:gd name="connsiteX5-497" fmla="*/ 3242221 w 3242221"/>
                  <a:gd name="connsiteY5-498" fmla="*/ 1901437 h 1921976"/>
                  <a:gd name="connsiteX6-499" fmla="*/ 2994571 w 3242221"/>
                  <a:gd name="connsiteY6-500" fmla="*/ 1777612 h 1921976"/>
                  <a:gd name="connsiteX7-501" fmla="*/ 2118271 w 3242221"/>
                  <a:gd name="connsiteY7-502" fmla="*/ 806062 h 1921976"/>
                  <a:gd name="connsiteX8-503" fmla="*/ 1118146 w 3242221"/>
                  <a:gd name="connsiteY8-504" fmla="*/ 606037 h 1921976"/>
                  <a:gd name="connsiteX0-505" fmla="*/ 1118146 w 3261271"/>
                  <a:gd name="connsiteY0-506" fmla="*/ 606037 h 1993269"/>
                  <a:gd name="connsiteX1-507" fmla="*/ 3721 w 3261271"/>
                  <a:gd name="connsiteY1-508" fmla="*/ 844162 h 1993269"/>
                  <a:gd name="connsiteX2-509" fmla="*/ 889546 w 3261271"/>
                  <a:gd name="connsiteY2-510" fmla="*/ 34537 h 1993269"/>
                  <a:gd name="connsiteX3-511" fmla="*/ 2127796 w 3261271"/>
                  <a:gd name="connsiteY3-512" fmla="*/ 44062 h 1993269"/>
                  <a:gd name="connsiteX4-513" fmla="*/ 3242221 w 3261271"/>
                  <a:gd name="connsiteY4-514" fmla="*/ 615562 h 1993269"/>
                  <a:gd name="connsiteX5-515" fmla="*/ 3261271 w 3261271"/>
                  <a:gd name="connsiteY5-516" fmla="*/ 1987162 h 1993269"/>
                  <a:gd name="connsiteX6-517" fmla="*/ 2994571 w 3261271"/>
                  <a:gd name="connsiteY6-518" fmla="*/ 1777612 h 1993269"/>
                  <a:gd name="connsiteX7-519" fmla="*/ 2118271 w 3261271"/>
                  <a:gd name="connsiteY7-520" fmla="*/ 806062 h 1993269"/>
                  <a:gd name="connsiteX8-521" fmla="*/ 1118146 w 3261271"/>
                  <a:gd name="connsiteY8-522" fmla="*/ 606037 h 1993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" name="Rounded Rectangle 4"/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11"/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" name="Rounded Rectangle 12"/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" name="Rounded Rectangle 13"/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5" name="Freeform 14"/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-1" fmla="*/ 323850 w 3152217"/>
                <a:gd name="connsiteY0-2" fmla="*/ 0 h 2217998"/>
                <a:gd name="connsiteX1-3" fmla="*/ 95250 w 3152217"/>
                <a:gd name="connsiteY1-4" fmla="*/ 209550 h 2217998"/>
                <a:gd name="connsiteX2-5" fmla="*/ 1352550 w 3152217"/>
                <a:gd name="connsiteY2-6" fmla="*/ 85725 h 2217998"/>
                <a:gd name="connsiteX3-7" fmla="*/ 2219325 w 3152217"/>
                <a:gd name="connsiteY3-8" fmla="*/ 295275 h 2217998"/>
                <a:gd name="connsiteX4-9" fmla="*/ 2724150 w 3152217"/>
                <a:gd name="connsiteY4-10" fmla="*/ 781050 h 2217998"/>
                <a:gd name="connsiteX5-11" fmla="*/ 2720489 w 3152217"/>
                <a:gd name="connsiteY5-12" fmla="*/ 785957 h 2217998"/>
                <a:gd name="connsiteX6-13" fmla="*/ 3152217 w 3152217"/>
                <a:gd name="connsiteY6-14" fmla="*/ 1217685 h 2217998"/>
                <a:gd name="connsiteX7-15" fmla="*/ 3152217 w 3152217"/>
                <a:gd name="connsiteY7-16" fmla="*/ 1429902 h 2217998"/>
                <a:gd name="connsiteX8-17" fmla="*/ 2940000 w 3152217"/>
                <a:gd name="connsiteY8-18" fmla="*/ 1429902 h 2217998"/>
                <a:gd name="connsiteX9-19" fmla="*/ 2539107 w 3152217"/>
                <a:gd name="connsiteY9-20" fmla="*/ 1029008 h 2217998"/>
                <a:gd name="connsiteX10-21" fmla="*/ 2474399 w 3152217"/>
                <a:gd name="connsiteY10-22" fmla="*/ 1115717 h 2217998"/>
                <a:gd name="connsiteX11-23" fmla="*/ 2907621 w 3152217"/>
                <a:gd name="connsiteY11-24" fmla="*/ 1548940 h 2217998"/>
                <a:gd name="connsiteX12-25" fmla="*/ 2907621 w 3152217"/>
                <a:gd name="connsiteY12-26" fmla="*/ 1761157 h 2217998"/>
                <a:gd name="connsiteX13-27" fmla="*/ 2695404 w 3152217"/>
                <a:gd name="connsiteY13-28" fmla="*/ 1761157 h 2217998"/>
                <a:gd name="connsiteX14-29" fmla="*/ 2293017 w 3152217"/>
                <a:gd name="connsiteY14-30" fmla="*/ 1358769 h 2217998"/>
                <a:gd name="connsiteX15-31" fmla="*/ 2228234 w 3152217"/>
                <a:gd name="connsiteY15-32" fmla="*/ 1445578 h 2217998"/>
                <a:gd name="connsiteX16-33" fmla="*/ 2648161 w 3152217"/>
                <a:gd name="connsiteY16-34" fmla="*/ 1865505 h 2217998"/>
                <a:gd name="connsiteX17-35" fmla="*/ 2648161 w 3152217"/>
                <a:gd name="connsiteY17-36" fmla="*/ 2077722 h 2217998"/>
                <a:gd name="connsiteX18-37" fmla="*/ 2435944 w 3152217"/>
                <a:gd name="connsiteY18-38" fmla="*/ 2077722 h 2217998"/>
                <a:gd name="connsiteX19-39" fmla="*/ 2046853 w 3152217"/>
                <a:gd name="connsiteY19-40" fmla="*/ 1688629 h 2217998"/>
                <a:gd name="connsiteX20-41" fmla="*/ 1966688 w 3152217"/>
                <a:gd name="connsiteY20-42" fmla="*/ 1796050 h 2217998"/>
                <a:gd name="connsiteX21-43" fmla="*/ 1987859 w 3152217"/>
                <a:gd name="connsiteY21-44" fmla="*/ 1774879 h 2217998"/>
                <a:gd name="connsiteX22-45" fmla="*/ 2218760 w 3152217"/>
                <a:gd name="connsiteY22-46" fmla="*/ 2005781 h 2217998"/>
                <a:gd name="connsiteX23-47" fmla="*/ 2218760 w 3152217"/>
                <a:gd name="connsiteY23-48" fmla="*/ 2217998 h 2217998"/>
                <a:gd name="connsiteX24-49" fmla="*/ 2006543 w 3152217"/>
                <a:gd name="connsiteY24-50" fmla="*/ 2217998 h 2217998"/>
                <a:gd name="connsiteX25-51" fmla="*/ 1803401 w 3152217"/>
                <a:gd name="connsiteY25-52" fmla="*/ 2014854 h 2217998"/>
                <a:gd name="connsiteX26-53" fmla="*/ 1771650 w 3152217"/>
                <a:gd name="connsiteY26-54" fmla="*/ 2057400 h 2217998"/>
                <a:gd name="connsiteX27-55" fmla="*/ 1798691 w 3152217"/>
                <a:gd name="connsiteY27-56" fmla="*/ 2010144 h 2217998"/>
                <a:gd name="connsiteX28-57" fmla="*/ 1775643 w 3152217"/>
                <a:gd name="connsiteY28-58" fmla="*/ 1987096 h 2217998"/>
                <a:gd name="connsiteX29-59" fmla="*/ 1848068 w 3152217"/>
                <a:gd name="connsiteY29-60" fmla="*/ 1914670 h 2217998"/>
                <a:gd name="connsiteX30-61" fmla="*/ 1533525 w 3152217"/>
                <a:gd name="connsiteY30-62" fmla="*/ 1485900 h 2217998"/>
                <a:gd name="connsiteX31-63" fmla="*/ 1219200 w 3152217"/>
                <a:gd name="connsiteY31-64" fmla="*/ 1181100 h 2217998"/>
                <a:gd name="connsiteX32-65" fmla="*/ 571500 w 3152217"/>
                <a:gd name="connsiteY32-66" fmla="*/ 1295400 h 2217998"/>
                <a:gd name="connsiteX33-67" fmla="*/ 0 w 3152217"/>
                <a:gd name="connsiteY33-68" fmla="*/ 1266825 h 2217998"/>
                <a:gd name="connsiteX34-69" fmla="*/ 9525 w 3152217"/>
                <a:gd name="connsiteY34-70" fmla="*/ 28575 h 2217998"/>
                <a:gd name="connsiteX35-71" fmla="*/ 323850 w 3152217"/>
                <a:gd name="connsiteY35-72" fmla="*/ 0 h 2217998"/>
                <a:gd name="connsiteX0-73" fmla="*/ 323850 w 3152217"/>
                <a:gd name="connsiteY0-74" fmla="*/ 0 h 2217998"/>
                <a:gd name="connsiteX1-75" fmla="*/ 95250 w 3152217"/>
                <a:gd name="connsiteY1-76" fmla="*/ 209550 h 2217998"/>
                <a:gd name="connsiteX2-77" fmla="*/ 1352550 w 3152217"/>
                <a:gd name="connsiteY2-78" fmla="*/ 85725 h 2217998"/>
                <a:gd name="connsiteX3-79" fmla="*/ 2219325 w 3152217"/>
                <a:gd name="connsiteY3-80" fmla="*/ 295275 h 2217998"/>
                <a:gd name="connsiteX4-81" fmla="*/ 2724150 w 3152217"/>
                <a:gd name="connsiteY4-82" fmla="*/ 781050 h 2217998"/>
                <a:gd name="connsiteX5-83" fmla="*/ 2720489 w 3152217"/>
                <a:gd name="connsiteY5-84" fmla="*/ 785957 h 2217998"/>
                <a:gd name="connsiteX6-85" fmla="*/ 3152217 w 3152217"/>
                <a:gd name="connsiteY6-86" fmla="*/ 1217685 h 2217998"/>
                <a:gd name="connsiteX7-87" fmla="*/ 3152217 w 3152217"/>
                <a:gd name="connsiteY7-88" fmla="*/ 1429902 h 2217998"/>
                <a:gd name="connsiteX8-89" fmla="*/ 2940000 w 3152217"/>
                <a:gd name="connsiteY8-90" fmla="*/ 1429902 h 2217998"/>
                <a:gd name="connsiteX9-91" fmla="*/ 2539107 w 3152217"/>
                <a:gd name="connsiteY9-92" fmla="*/ 1029008 h 2217998"/>
                <a:gd name="connsiteX10-93" fmla="*/ 2474399 w 3152217"/>
                <a:gd name="connsiteY10-94" fmla="*/ 1115717 h 2217998"/>
                <a:gd name="connsiteX11-95" fmla="*/ 2907621 w 3152217"/>
                <a:gd name="connsiteY11-96" fmla="*/ 1548940 h 2217998"/>
                <a:gd name="connsiteX12-97" fmla="*/ 2907621 w 3152217"/>
                <a:gd name="connsiteY12-98" fmla="*/ 1761157 h 2217998"/>
                <a:gd name="connsiteX13-99" fmla="*/ 2695404 w 3152217"/>
                <a:gd name="connsiteY13-100" fmla="*/ 1761157 h 2217998"/>
                <a:gd name="connsiteX14-101" fmla="*/ 2293017 w 3152217"/>
                <a:gd name="connsiteY14-102" fmla="*/ 1358769 h 2217998"/>
                <a:gd name="connsiteX15-103" fmla="*/ 2228234 w 3152217"/>
                <a:gd name="connsiteY15-104" fmla="*/ 1445578 h 2217998"/>
                <a:gd name="connsiteX16-105" fmla="*/ 2648161 w 3152217"/>
                <a:gd name="connsiteY16-106" fmla="*/ 1865505 h 2217998"/>
                <a:gd name="connsiteX17-107" fmla="*/ 2648161 w 3152217"/>
                <a:gd name="connsiteY17-108" fmla="*/ 2077722 h 2217998"/>
                <a:gd name="connsiteX18-109" fmla="*/ 2435944 w 3152217"/>
                <a:gd name="connsiteY18-110" fmla="*/ 2077722 h 2217998"/>
                <a:gd name="connsiteX19-111" fmla="*/ 2046853 w 3152217"/>
                <a:gd name="connsiteY19-112" fmla="*/ 1688629 h 2217998"/>
                <a:gd name="connsiteX20-113" fmla="*/ 1966688 w 3152217"/>
                <a:gd name="connsiteY20-114" fmla="*/ 1796050 h 2217998"/>
                <a:gd name="connsiteX21-115" fmla="*/ 1987859 w 3152217"/>
                <a:gd name="connsiteY21-116" fmla="*/ 1774879 h 2217998"/>
                <a:gd name="connsiteX22-117" fmla="*/ 2218760 w 3152217"/>
                <a:gd name="connsiteY22-118" fmla="*/ 2005781 h 2217998"/>
                <a:gd name="connsiteX23-119" fmla="*/ 2218760 w 3152217"/>
                <a:gd name="connsiteY23-120" fmla="*/ 2217998 h 2217998"/>
                <a:gd name="connsiteX24-121" fmla="*/ 2006543 w 3152217"/>
                <a:gd name="connsiteY24-122" fmla="*/ 2217998 h 2217998"/>
                <a:gd name="connsiteX25-123" fmla="*/ 1803401 w 3152217"/>
                <a:gd name="connsiteY25-124" fmla="*/ 2014854 h 2217998"/>
                <a:gd name="connsiteX26-125" fmla="*/ 1798691 w 3152217"/>
                <a:gd name="connsiteY26-126" fmla="*/ 2010144 h 2217998"/>
                <a:gd name="connsiteX27-127" fmla="*/ 1775643 w 3152217"/>
                <a:gd name="connsiteY27-128" fmla="*/ 1987096 h 2217998"/>
                <a:gd name="connsiteX28-129" fmla="*/ 1848068 w 3152217"/>
                <a:gd name="connsiteY28-130" fmla="*/ 1914670 h 2217998"/>
                <a:gd name="connsiteX29-131" fmla="*/ 1533525 w 3152217"/>
                <a:gd name="connsiteY29-132" fmla="*/ 1485900 h 2217998"/>
                <a:gd name="connsiteX30-133" fmla="*/ 1219200 w 3152217"/>
                <a:gd name="connsiteY30-134" fmla="*/ 1181100 h 2217998"/>
                <a:gd name="connsiteX31-135" fmla="*/ 571500 w 3152217"/>
                <a:gd name="connsiteY31-136" fmla="*/ 1295400 h 2217998"/>
                <a:gd name="connsiteX32-137" fmla="*/ 0 w 3152217"/>
                <a:gd name="connsiteY32-138" fmla="*/ 1266825 h 2217998"/>
                <a:gd name="connsiteX33-139" fmla="*/ 9525 w 3152217"/>
                <a:gd name="connsiteY33-140" fmla="*/ 28575 h 2217998"/>
                <a:gd name="connsiteX34-141" fmla="*/ 323850 w 3152217"/>
                <a:gd name="connsiteY34-142" fmla="*/ 0 h 2217998"/>
                <a:gd name="connsiteX0-143" fmla="*/ 323850 w 3152217"/>
                <a:gd name="connsiteY0-144" fmla="*/ 0 h 2217998"/>
                <a:gd name="connsiteX1-145" fmla="*/ 95250 w 3152217"/>
                <a:gd name="connsiteY1-146" fmla="*/ 209550 h 2217998"/>
                <a:gd name="connsiteX2-147" fmla="*/ 1352550 w 3152217"/>
                <a:gd name="connsiteY2-148" fmla="*/ 85725 h 2217998"/>
                <a:gd name="connsiteX3-149" fmla="*/ 2219325 w 3152217"/>
                <a:gd name="connsiteY3-150" fmla="*/ 295275 h 2217998"/>
                <a:gd name="connsiteX4-151" fmla="*/ 2724150 w 3152217"/>
                <a:gd name="connsiteY4-152" fmla="*/ 781050 h 2217998"/>
                <a:gd name="connsiteX5-153" fmla="*/ 2720489 w 3152217"/>
                <a:gd name="connsiteY5-154" fmla="*/ 785957 h 2217998"/>
                <a:gd name="connsiteX6-155" fmla="*/ 3152217 w 3152217"/>
                <a:gd name="connsiteY6-156" fmla="*/ 1217685 h 2217998"/>
                <a:gd name="connsiteX7-157" fmla="*/ 3152217 w 3152217"/>
                <a:gd name="connsiteY7-158" fmla="*/ 1429902 h 2217998"/>
                <a:gd name="connsiteX8-159" fmla="*/ 2940000 w 3152217"/>
                <a:gd name="connsiteY8-160" fmla="*/ 1429902 h 2217998"/>
                <a:gd name="connsiteX9-161" fmla="*/ 2539107 w 3152217"/>
                <a:gd name="connsiteY9-162" fmla="*/ 1029008 h 2217998"/>
                <a:gd name="connsiteX10-163" fmla="*/ 2474399 w 3152217"/>
                <a:gd name="connsiteY10-164" fmla="*/ 1115717 h 2217998"/>
                <a:gd name="connsiteX11-165" fmla="*/ 2907621 w 3152217"/>
                <a:gd name="connsiteY11-166" fmla="*/ 1548940 h 2217998"/>
                <a:gd name="connsiteX12-167" fmla="*/ 2907621 w 3152217"/>
                <a:gd name="connsiteY12-168" fmla="*/ 1761157 h 2217998"/>
                <a:gd name="connsiteX13-169" fmla="*/ 2695404 w 3152217"/>
                <a:gd name="connsiteY13-170" fmla="*/ 1761157 h 2217998"/>
                <a:gd name="connsiteX14-171" fmla="*/ 2293017 w 3152217"/>
                <a:gd name="connsiteY14-172" fmla="*/ 1358769 h 2217998"/>
                <a:gd name="connsiteX15-173" fmla="*/ 2228234 w 3152217"/>
                <a:gd name="connsiteY15-174" fmla="*/ 1445578 h 2217998"/>
                <a:gd name="connsiteX16-175" fmla="*/ 2648161 w 3152217"/>
                <a:gd name="connsiteY16-176" fmla="*/ 1865505 h 2217998"/>
                <a:gd name="connsiteX17-177" fmla="*/ 2648161 w 3152217"/>
                <a:gd name="connsiteY17-178" fmla="*/ 2077722 h 2217998"/>
                <a:gd name="connsiteX18-179" fmla="*/ 2435944 w 3152217"/>
                <a:gd name="connsiteY18-180" fmla="*/ 2077722 h 2217998"/>
                <a:gd name="connsiteX19-181" fmla="*/ 2046853 w 3152217"/>
                <a:gd name="connsiteY19-182" fmla="*/ 1688629 h 2217998"/>
                <a:gd name="connsiteX20-183" fmla="*/ 1966688 w 3152217"/>
                <a:gd name="connsiteY20-184" fmla="*/ 1796050 h 2217998"/>
                <a:gd name="connsiteX21-185" fmla="*/ 1987859 w 3152217"/>
                <a:gd name="connsiteY21-186" fmla="*/ 1774879 h 2217998"/>
                <a:gd name="connsiteX22-187" fmla="*/ 2218760 w 3152217"/>
                <a:gd name="connsiteY22-188" fmla="*/ 2005781 h 2217998"/>
                <a:gd name="connsiteX23-189" fmla="*/ 2218760 w 3152217"/>
                <a:gd name="connsiteY23-190" fmla="*/ 2217998 h 2217998"/>
                <a:gd name="connsiteX24-191" fmla="*/ 2006543 w 3152217"/>
                <a:gd name="connsiteY24-192" fmla="*/ 2217998 h 2217998"/>
                <a:gd name="connsiteX25-193" fmla="*/ 1798691 w 3152217"/>
                <a:gd name="connsiteY25-194" fmla="*/ 2010144 h 2217998"/>
                <a:gd name="connsiteX26-195" fmla="*/ 1775643 w 3152217"/>
                <a:gd name="connsiteY26-196" fmla="*/ 1987096 h 2217998"/>
                <a:gd name="connsiteX27-197" fmla="*/ 1848068 w 3152217"/>
                <a:gd name="connsiteY27-198" fmla="*/ 1914670 h 2217998"/>
                <a:gd name="connsiteX28-199" fmla="*/ 1533525 w 3152217"/>
                <a:gd name="connsiteY28-200" fmla="*/ 1485900 h 2217998"/>
                <a:gd name="connsiteX29-201" fmla="*/ 1219200 w 3152217"/>
                <a:gd name="connsiteY29-202" fmla="*/ 1181100 h 2217998"/>
                <a:gd name="connsiteX30-203" fmla="*/ 571500 w 3152217"/>
                <a:gd name="connsiteY30-204" fmla="*/ 1295400 h 2217998"/>
                <a:gd name="connsiteX31-205" fmla="*/ 0 w 3152217"/>
                <a:gd name="connsiteY31-206" fmla="*/ 1266825 h 2217998"/>
                <a:gd name="connsiteX32-207" fmla="*/ 9525 w 3152217"/>
                <a:gd name="connsiteY32-208" fmla="*/ 28575 h 2217998"/>
                <a:gd name="connsiteX33-209" fmla="*/ 323850 w 3152217"/>
                <a:gd name="connsiteY33-210" fmla="*/ 0 h 2217998"/>
                <a:gd name="connsiteX0-211" fmla="*/ 323850 w 3152217"/>
                <a:gd name="connsiteY0-212" fmla="*/ 0 h 2217998"/>
                <a:gd name="connsiteX1-213" fmla="*/ 95250 w 3152217"/>
                <a:gd name="connsiteY1-214" fmla="*/ 209550 h 2217998"/>
                <a:gd name="connsiteX2-215" fmla="*/ 1352550 w 3152217"/>
                <a:gd name="connsiteY2-216" fmla="*/ 85725 h 2217998"/>
                <a:gd name="connsiteX3-217" fmla="*/ 2219325 w 3152217"/>
                <a:gd name="connsiteY3-218" fmla="*/ 295275 h 2217998"/>
                <a:gd name="connsiteX4-219" fmla="*/ 2724150 w 3152217"/>
                <a:gd name="connsiteY4-220" fmla="*/ 781050 h 2217998"/>
                <a:gd name="connsiteX5-221" fmla="*/ 2720489 w 3152217"/>
                <a:gd name="connsiteY5-222" fmla="*/ 785957 h 2217998"/>
                <a:gd name="connsiteX6-223" fmla="*/ 3152217 w 3152217"/>
                <a:gd name="connsiteY6-224" fmla="*/ 1217685 h 2217998"/>
                <a:gd name="connsiteX7-225" fmla="*/ 3152217 w 3152217"/>
                <a:gd name="connsiteY7-226" fmla="*/ 1429902 h 2217998"/>
                <a:gd name="connsiteX8-227" fmla="*/ 2940000 w 3152217"/>
                <a:gd name="connsiteY8-228" fmla="*/ 1429902 h 2217998"/>
                <a:gd name="connsiteX9-229" fmla="*/ 2539107 w 3152217"/>
                <a:gd name="connsiteY9-230" fmla="*/ 1029008 h 2217998"/>
                <a:gd name="connsiteX10-231" fmla="*/ 2474399 w 3152217"/>
                <a:gd name="connsiteY10-232" fmla="*/ 1115717 h 2217998"/>
                <a:gd name="connsiteX11-233" fmla="*/ 2907621 w 3152217"/>
                <a:gd name="connsiteY11-234" fmla="*/ 1548940 h 2217998"/>
                <a:gd name="connsiteX12-235" fmla="*/ 2907621 w 3152217"/>
                <a:gd name="connsiteY12-236" fmla="*/ 1761157 h 2217998"/>
                <a:gd name="connsiteX13-237" fmla="*/ 2695404 w 3152217"/>
                <a:gd name="connsiteY13-238" fmla="*/ 1761157 h 2217998"/>
                <a:gd name="connsiteX14-239" fmla="*/ 2293017 w 3152217"/>
                <a:gd name="connsiteY14-240" fmla="*/ 1358769 h 2217998"/>
                <a:gd name="connsiteX15-241" fmla="*/ 2228234 w 3152217"/>
                <a:gd name="connsiteY15-242" fmla="*/ 1445578 h 2217998"/>
                <a:gd name="connsiteX16-243" fmla="*/ 2648161 w 3152217"/>
                <a:gd name="connsiteY16-244" fmla="*/ 1865505 h 2217998"/>
                <a:gd name="connsiteX17-245" fmla="*/ 2648161 w 3152217"/>
                <a:gd name="connsiteY17-246" fmla="*/ 2077722 h 2217998"/>
                <a:gd name="connsiteX18-247" fmla="*/ 2435944 w 3152217"/>
                <a:gd name="connsiteY18-248" fmla="*/ 2077722 h 2217998"/>
                <a:gd name="connsiteX19-249" fmla="*/ 2046853 w 3152217"/>
                <a:gd name="connsiteY19-250" fmla="*/ 1688629 h 2217998"/>
                <a:gd name="connsiteX20-251" fmla="*/ 1966688 w 3152217"/>
                <a:gd name="connsiteY20-252" fmla="*/ 1796050 h 2217998"/>
                <a:gd name="connsiteX21-253" fmla="*/ 1987859 w 3152217"/>
                <a:gd name="connsiteY21-254" fmla="*/ 1774879 h 2217998"/>
                <a:gd name="connsiteX22-255" fmla="*/ 2218760 w 3152217"/>
                <a:gd name="connsiteY22-256" fmla="*/ 2005781 h 2217998"/>
                <a:gd name="connsiteX23-257" fmla="*/ 2218760 w 3152217"/>
                <a:gd name="connsiteY23-258" fmla="*/ 2217998 h 2217998"/>
                <a:gd name="connsiteX24-259" fmla="*/ 2006543 w 3152217"/>
                <a:gd name="connsiteY24-260" fmla="*/ 2217998 h 2217998"/>
                <a:gd name="connsiteX25-261" fmla="*/ 1798691 w 3152217"/>
                <a:gd name="connsiteY25-262" fmla="*/ 2010144 h 2217998"/>
                <a:gd name="connsiteX26-263" fmla="*/ 1775643 w 3152217"/>
                <a:gd name="connsiteY26-264" fmla="*/ 1987096 h 2217998"/>
                <a:gd name="connsiteX27-265" fmla="*/ 1848068 w 3152217"/>
                <a:gd name="connsiteY27-266" fmla="*/ 1914670 h 2217998"/>
                <a:gd name="connsiteX28-267" fmla="*/ 1533525 w 3152217"/>
                <a:gd name="connsiteY28-268" fmla="*/ 1485900 h 2217998"/>
                <a:gd name="connsiteX29-269" fmla="*/ 1219200 w 3152217"/>
                <a:gd name="connsiteY29-270" fmla="*/ 1181100 h 2217998"/>
                <a:gd name="connsiteX30-271" fmla="*/ 571500 w 3152217"/>
                <a:gd name="connsiteY30-272" fmla="*/ 1295400 h 2217998"/>
                <a:gd name="connsiteX31-273" fmla="*/ 0 w 3152217"/>
                <a:gd name="connsiteY31-274" fmla="*/ 1266825 h 2217998"/>
                <a:gd name="connsiteX32-275" fmla="*/ 9525 w 3152217"/>
                <a:gd name="connsiteY32-276" fmla="*/ 28575 h 2217998"/>
                <a:gd name="connsiteX33-277" fmla="*/ 323850 w 3152217"/>
                <a:gd name="connsiteY33-278" fmla="*/ 0 h 2217998"/>
                <a:gd name="connsiteX0-279" fmla="*/ 323850 w 3152217"/>
                <a:gd name="connsiteY0-280" fmla="*/ 0 h 2217998"/>
                <a:gd name="connsiteX1-281" fmla="*/ 95250 w 3152217"/>
                <a:gd name="connsiteY1-282" fmla="*/ 209550 h 2217998"/>
                <a:gd name="connsiteX2-283" fmla="*/ 1352550 w 3152217"/>
                <a:gd name="connsiteY2-284" fmla="*/ 85725 h 2217998"/>
                <a:gd name="connsiteX3-285" fmla="*/ 2219325 w 3152217"/>
                <a:gd name="connsiteY3-286" fmla="*/ 295275 h 2217998"/>
                <a:gd name="connsiteX4-287" fmla="*/ 2724150 w 3152217"/>
                <a:gd name="connsiteY4-288" fmla="*/ 781050 h 2217998"/>
                <a:gd name="connsiteX5-289" fmla="*/ 2720489 w 3152217"/>
                <a:gd name="connsiteY5-290" fmla="*/ 785957 h 2217998"/>
                <a:gd name="connsiteX6-291" fmla="*/ 3152217 w 3152217"/>
                <a:gd name="connsiteY6-292" fmla="*/ 1217685 h 2217998"/>
                <a:gd name="connsiteX7-293" fmla="*/ 3152217 w 3152217"/>
                <a:gd name="connsiteY7-294" fmla="*/ 1429902 h 2217998"/>
                <a:gd name="connsiteX8-295" fmla="*/ 2940000 w 3152217"/>
                <a:gd name="connsiteY8-296" fmla="*/ 1429902 h 2217998"/>
                <a:gd name="connsiteX9-297" fmla="*/ 2539107 w 3152217"/>
                <a:gd name="connsiteY9-298" fmla="*/ 1029008 h 2217998"/>
                <a:gd name="connsiteX10-299" fmla="*/ 2474399 w 3152217"/>
                <a:gd name="connsiteY10-300" fmla="*/ 1115717 h 2217998"/>
                <a:gd name="connsiteX11-301" fmla="*/ 2907621 w 3152217"/>
                <a:gd name="connsiteY11-302" fmla="*/ 1548940 h 2217998"/>
                <a:gd name="connsiteX12-303" fmla="*/ 2907621 w 3152217"/>
                <a:gd name="connsiteY12-304" fmla="*/ 1761157 h 2217998"/>
                <a:gd name="connsiteX13-305" fmla="*/ 2695404 w 3152217"/>
                <a:gd name="connsiteY13-306" fmla="*/ 1761157 h 2217998"/>
                <a:gd name="connsiteX14-307" fmla="*/ 2293017 w 3152217"/>
                <a:gd name="connsiteY14-308" fmla="*/ 1358769 h 2217998"/>
                <a:gd name="connsiteX15-309" fmla="*/ 2228234 w 3152217"/>
                <a:gd name="connsiteY15-310" fmla="*/ 1445578 h 2217998"/>
                <a:gd name="connsiteX16-311" fmla="*/ 2648161 w 3152217"/>
                <a:gd name="connsiteY16-312" fmla="*/ 1865505 h 2217998"/>
                <a:gd name="connsiteX17-313" fmla="*/ 2648161 w 3152217"/>
                <a:gd name="connsiteY17-314" fmla="*/ 2077722 h 2217998"/>
                <a:gd name="connsiteX18-315" fmla="*/ 2435944 w 3152217"/>
                <a:gd name="connsiteY18-316" fmla="*/ 2077722 h 2217998"/>
                <a:gd name="connsiteX19-317" fmla="*/ 2046853 w 3152217"/>
                <a:gd name="connsiteY19-318" fmla="*/ 1688629 h 2217998"/>
                <a:gd name="connsiteX20-319" fmla="*/ 1987859 w 3152217"/>
                <a:gd name="connsiteY20-320" fmla="*/ 1774879 h 2217998"/>
                <a:gd name="connsiteX21-321" fmla="*/ 2218760 w 3152217"/>
                <a:gd name="connsiteY21-322" fmla="*/ 2005781 h 2217998"/>
                <a:gd name="connsiteX22-323" fmla="*/ 2218760 w 3152217"/>
                <a:gd name="connsiteY22-324" fmla="*/ 2217998 h 2217998"/>
                <a:gd name="connsiteX23-325" fmla="*/ 2006543 w 3152217"/>
                <a:gd name="connsiteY23-326" fmla="*/ 2217998 h 2217998"/>
                <a:gd name="connsiteX24-327" fmla="*/ 1798691 w 3152217"/>
                <a:gd name="connsiteY24-328" fmla="*/ 2010144 h 2217998"/>
                <a:gd name="connsiteX25-329" fmla="*/ 1775643 w 3152217"/>
                <a:gd name="connsiteY25-330" fmla="*/ 1987096 h 2217998"/>
                <a:gd name="connsiteX26-331" fmla="*/ 1848068 w 3152217"/>
                <a:gd name="connsiteY26-332" fmla="*/ 1914670 h 2217998"/>
                <a:gd name="connsiteX27-333" fmla="*/ 1533525 w 3152217"/>
                <a:gd name="connsiteY27-334" fmla="*/ 1485900 h 2217998"/>
                <a:gd name="connsiteX28-335" fmla="*/ 1219200 w 3152217"/>
                <a:gd name="connsiteY28-336" fmla="*/ 1181100 h 2217998"/>
                <a:gd name="connsiteX29-337" fmla="*/ 571500 w 3152217"/>
                <a:gd name="connsiteY29-338" fmla="*/ 1295400 h 2217998"/>
                <a:gd name="connsiteX30-339" fmla="*/ 0 w 3152217"/>
                <a:gd name="connsiteY30-340" fmla="*/ 1266825 h 2217998"/>
                <a:gd name="connsiteX31-341" fmla="*/ 9525 w 3152217"/>
                <a:gd name="connsiteY31-342" fmla="*/ 28575 h 2217998"/>
                <a:gd name="connsiteX32-343" fmla="*/ 323850 w 3152217"/>
                <a:gd name="connsiteY32-344" fmla="*/ 0 h 2217998"/>
                <a:gd name="connsiteX0-345" fmla="*/ 323850 w 3152217"/>
                <a:gd name="connsiteY0-346" fmla="*/ 0 h 2217998"/>
                <a:gd name="connsiteX1-347" fmla="*/ 95250 w 3152217"/>
                <a:gd name="connsiteY1-348" fmla="*/ 209550 h 2217998"/>
                <a:gd name="connsiteX2-349" fmla="*/ 1352550 w 3152217"/>
                <a:gd name="connsiteY2-350" fmla="*/ 85725 h 2217998"/>
                <a:gd name="connsiteX3-351" fmla="*/ 2219325 w 3152217"/>
                <a:gd name="connsiteY3-352" fmla="*/ 295275 h 2217998"/>
                <a:gd name="connsiteX4-353" fmla="*/ 2724150 w 3152217"/>
                <a:gd name="connsiteY4-354" fmla="*/ 781050 h 2217998"/>
                <a:gd name="connsiteX5-355" fmla="*/ 2720489 w 3152217"/>
                <a:gd name="connsiteY5-356" fmla="*/ 785957 h 2217998"/>
                <a:gd name="connsiteX6-357" fmla="*/ 3152217 w 3152217"/>
                <a:gd name="connsiteY6-358" fmla="*/ 1217685 h 2217998"/>
                <a:gd name="connsiteX7-359" fmla="*/ 3152217 w 3152217"/>
                <a:gd name="connsiteY7-360" fmla="*/ 1429902 h 2217998"/>
                <a:gd name="connsiteX8-361" fmla="*/ 2940000 w 3152217"/>
                <a:gd name="connsiteY8-362" fmla="*/ 1429902 h 2217998"/>
                <a:gd name="connsiteX9-363" fmla="*/ 2539107 w 3152217"/>
                <a:gd name="connsiteY9-364" fmla="*/ 1029008 h 2217998"/>
                <a:gd name="connsiteX10-365" fmla="*/ 2474399 w 3152217"/>
                <a:gd name="connsiteY10-366" fmla="*/ 1115717 h 2217998"/>
                <a:gd name="connsiteX11-367" fmla="*/ 2907621 w 3152217"/>
                <a:gd name="connsiteY11-368" fmla="*/ 1548940 h 2217998"/>
                <a:gd name="connsiteX12-369" fmla="*/ 2907621 w 3152217"/>
                <a:gd name="connsiteY12-370" fmla="*/ 1761157 h 2217998"/>
                <a:gd name="connsiteX13-371" fmla="*/ 2695404 w 3152217"/>
                <a:gd name="connsiteY13-372" fmla="*/ 1761157 h 2217998"/>
                <a:gd name="connsiteX14-373" fmla="*/ 2293017 w 3152217"/>
                <a:gd name="connsiteY14-374" fmla="*/ 1358769 h 2217998"/>
                <a:gd name="connsiteX15-375" fmla="*/ 2228234 w 3152217"/>
                <a:gd name="connsiteY15-376" fmla="*/ 1445578 h 2217998"/>
                <a:gd name="connsiteX16-377" fmla="*/ 2648161 w 3152217"/>
                <a:gd name="connsiteY16-378" fmla="*/ 1865505 h 2217998"/>
                <a:gd name="connsiteX17-379" fmla="*/ 2648161 w 3152217"/>
                <a:gd name="connsiteY17-380" fmla="*/ 2077722 h 2217998"/>
                <a:gd name="connsiteX18-381" fmla="*/ 2435944 w 3152217"/>
                <a:gd name="connsiteY18-382" fmla="*/ 2077722 h 2217998"/>
                <a:gd name="connsiteX19-383" fmla="*/ 2046853 w 3152217"/>
                <a:gd name="connsiteY19-384" fmla="*/ 1688629 h 2217998"/>
                <a:gd name="connsiteX20-385" fmla="*/ 1987859 w 3152217"/>
                <a:gd name="connsiteY20-386" fmla="*/ 1774879 h 2217998"/>
                <a:gd name="connsiteX21-387" fmla="*/ 2218760 w 3152217"/>
                <a:gd name="connsiteY21-388" fmla="*/ 2005781 h 2217998"/>
                <a:gd name="connsiteX22-389" fmla="*/ 2218760 w 3152217"/>
                <a:gd name="connsiteY22-390" fmla="*/ 2217998 h 2217998"/>
                <a:gd name="connsiteX23-391" fmla="*/ 2006543 w 3152217"/>
                <a:gd name="connsiteY23-392" fmla="*/ 2217998 h 2217998"/>
                <a:gd name="connsiteX24-393" fmla="*/ 1798691 w 3152217"/>
                <a:gd name="connsiteY24-394" fmla="*/ 2010144 h 2217998"/>
                <a:gd name="connsiteX25-395" fmla="*/ 1775643 w 3152217"/>
                <a:gd name="connsiteY25-396" fmla="*/ 1987096 h 2217998"/>
                <a:gd name="connsiteX26-397" fmla="*/ 1848068 w 3152217"/>
                <a:gd name="connsiteY26-398" fmla="*/ 1911865 h 2217998"/>
                <a:gd name="connsiteX27-399" fmla="*/ 1533525 w 3152217"/>
                <a:gd name="connsiteY27-400" fmla="*/ 1485900 h 2217998"/>
                <a:gd name="connsiteX28-401" fmla="*/ 1219200 w 3152217"/>
                <a:gd name="connsiteY28-402" fmla="*/ 1181100 h 2217998"/>
                <a:gd name="connsiteX29-403" fmla="*/ 571500 w 3152217"/>
                <a:gd name="connsiteY29-404" fmla="*/ 1295400 h 2217998"/>
                <a:gd name="connsiteX30-405" fmla="*/ 0 w 3152217"/>
                <a:gd name="connsiteY30-406" fmla="*/ 1266825 h 2217998"/>
                <a:gd name="connsiteX31-407" fmla="*/ 9525 w 3152217"/>
                <a:gd name="connsiteY31-408" fmla="*/ 28575 h 2217998"/>
                <a:gd name="connsiteX32-409" fmla="*/ 323850 w 3152217"/>
                <a:gd name="connsiteY32-410" fmla="*/ 0 h 2217998"/>
                <a:gd name="connsiteX0-411" fmla="*/ 323850 w 3152217"/>
                <a:gd name="connsiteY0-412" fmla="*/ 0 h 2217998"/>
                <a:gd name="connsiteX1-413" fmla="*/ 95250 w 3152217"/>
                <a:gd name="connsiteY1-414" fmla="*/ 209550 h 2217998"/>
                <a:gd name="connsiteX2-415" fmla="*/ 1352550 w 3152217"/>
                <a:gd name="connsiteY2-416" fmla="*/ 85725 h 2217998"/>
                <a:gd name="connsiteX3-417" fmla="*/ 2219325 w 3152217"/>
                <a:gd name="connsiteY3-418" fmla="*/ 295275 h 2217998"/>
                <a:gd name="connsiteX4-419" fmla="*/ 2724150 w 3152217"/>
                <a:gd name="connsiteY4-420" fmla="*/ 781050 h 2217998"/>
                <a:gd name="connsiteX5-421" fmla="*/ 2720489 w 3152217"/>
                <a:gd name="connsiteY5-422" fmla="*/ 785957 h 2217998"/>
                <a:gd name="connsiteX6-423" fmla="*/ 3152217 w 3152217"/>
                <a:gd name="connsiteY6-424" fmla="*/ 1217685 h 2217998"/>
                <a:gd name="connsiteX7-425" fmla="*/ 3152217 w 3152217"/>
                <a:gd name="connsiteY7-426" fmla="*/ 1429902 h 2217998"/>
                <a:gd name="connsiteX8-427" fmla="*/ 2940000 w 3152217"/>
                <a:gd name="connsiteY8-428" fmla="*/ 1429902 h 2217998"/>
                <a:gd name="connsiteX9-429" fmla="*/ 2539107 w 3152217"/>
                <a:gd name="connsiteY9-430" fmla="*/ 1029008 h 2217998"/>
                <a:gd name="connsiteX10-431" fmla="*/ 2474399 w 3152217"/>
                <a:gd name="connsiteY10-432" fmla="*/ 1115717 h 2217998"/>
                <a:gd name="connsiteX11-433" fmla="*/ 2907621 w 3152217"/>
                <a:gd name="connsiteY11-434" fmla="*/ 1548940 h 2217998"/>
                <a:gd name="connsiteX12-435" fmla="*/ 2907621 w 3152217"/>
                <a:gd name="connsiteY12-436" fmla="*/ 1761157 h 2217998"/>
                <a:gd name="connsiteX13-437" fmla="*/ 2695404 w 3152217"/>
                <a:gd name="connsiteY13-438" fmla="*/ 1761157 h 2217998"/>
                <a:gd name="connsiteX14-439" fmla="*/ 2293017 w 3152217"/>
                <a:gd name="connsiteY14-440" fmla="*/ 1358769 h 2217998"/>
                <a:gd name="connsiteX15-441" fmla="*/ 2228234 w 3152217"/>
                <a:gd name="connsiteY15-442" fmla="*/ 1445578 h 2217998"/>
                <a:gd name="connsiteX16-443" fmla="*/ 2648161 w 3152217"/>
                <a:gd name="connsiteY16-444" fmla="*/ 1865505 h 2217998"/>
                <a:gd name="connsiteX17-445" fmla="*/ 2648161 w 3152217"/>
                <a:gd name="connsiteY17-446" fmla="*/ 2077722 h 2217998"/>
                <a:gd name="connsiteX18-447" fmla="*/ 2435944 w 3152217"/>
                <a:gd name="connsiteY18-448" fmla="*/ 2077722 h 2217998"/>
                <a:gd name="connsiteX19-449" fmla="*/ 2046853 w 3152217"/>
                <a:gd name="connsiteY19-450" fmla="*/ 1688629 h 2217998"/>
                <a:gd name="connsiteX20-451" fmla="*/ 1987859 w 3152217"/>
                <a:gd name="connsiteY20-452" fmla="*/ 1774879 h 2217998"/>
                <a:gd name="connsiteX21-453" fmla="*/ 2218760 w 3152217"/>
                <a:gd name="connsiteY21-454" fmla="*/ 2005781 h 2217998"/>
                <a:gd name="connsiteX22-455" fmla="*/ 2218760 w 3152217"/>
                <a:gd name="connsiteY22-456" fmla="*/ 2217998 h 2217998"/>
                <a:gd name="connsiteX23-457" fmla="*/ 2006543 w 3152217"/>
                <a:gd name="connsiteY23-458" fmla="*/ 2217998 h 2217998"/>
                <a:gd name="connsiteX24-459" fmla="*/ 1798691 w 3152217"/>
                <a:gd name="connsiteY24-460" fmla="*/ 2010144 h 2217998"/>
                <a:gd name="connsiteX25-461" fmla="*/ 1775643 w 3152217"/>
                <a:gd name="connsiteY25-462" fmla="*/ 1987096 h 2217998"/>
                <a:gd name="connsiteX26-463" fmla="*/ 1848068 w 3152217"/>
                <a:gd name="connsiteY26-464" fmla="*/ 1911865 h 2217998"/>
                <a:gd name="connsiteX27-465" fmla="*/ 1533525 w 3152217"/>
                <a:gd name="connsiteY27-466" fmla="*/ 1485900 h 2217998"/>
                <a:gd name="connsiteX28-467" fmla="*/ 1219200 w 3152217"/>
                <a:gd name="connsiteY28-468" fmla="*/ 1181100 h 2217998"/>
                <a:gd name="connsiteX29-469" fmla="*/ 571500 w 3152217"/>
                <a:gd name="connsiteY29-470" fmla="*/ 1295400 h 2217998"/>
                <a:gd name="connsiteX30-471" fmla="*/ 0 w 3152217"/>
                <a:gd name="connsiteY30-472" fmla="*/ 1266825 h 2217998"/>
                <a:gd name="connsiteX31-473" fmla="*/ 9525 w 3152217"/>
                <a:gd name="connsiteY31-474" fmla="*/ 28575 h 2217998"/>
                <a:gd name="connsiteX32-475" fmla="*/ 323850 w 3152217"/>
                <a:gd name="connsiteY32-476" fmla="*/ 0 h 2217998"/>
                <a:gd name="connsiteX0-477" fmla="*/ 323850 w 3152217"/>
                <a:gd name="connsiteY0-478" fmla="*/ 0 h 2217998"/>
                <a:gd name="connsiteX1-479" fmla="*/ 95250 w 3152217"/>
                <a:gd name="connsiteY1-480" fmla="*/ 209550 h 2217998"/>
                <a:gd name="connsiteX2-481" fmla="*/ 1352550 w 3152217"/>
                <a:gd name="connsiteY2-482" fmla="*/ 85725 h 2217998"/>
                <a:gd name="connsiteX3-483" fmla="*/ 2219325 w 3152217"/>
                <a:gd name="connsiteY3-484" fmla="*/ 295275 h 2217998"/>
                <a:gd name="connsiteX4-485" fmla="*/ 2724150 w 3152217"/>
                <a:gd name="connsiteY4-486" fmla="*/ 781050 h 2217998"/>
                <a:gd name="connsiteX5-487" fmla="*/ 2720489 w 3152217"/>
                <a:gd name="connsiteY5-488" fmla="*/ 785957 h 2217998"/>
                <a:gd name="connsiteX6-489" fmla="*/ 3152217 w 3152217"/>
                <a:gd name="connsiteY6-490" fmla="*/ 1217685 h 2217998"/>
                <a:gd name="connsiteX7-491" fmla="*/ 3152217 w 3152217"/>
                <a:gd name="connsiteY7-492" fmla="*/ 1429902 h 2217998"/>
                <a:gd name="connsiteX8-493" fmla="*/ 2940000 w 3152217"/>
                <a:gd name="connsiteY8-494" fmla="*/ 1429902 h 2217998"/>
                <a:gd name="connsiteX9-495" fmla="*/ 2539107 w 3152217"/>
                <a:gd name="connsiteY9-496" fmla="*/ 1029008 h 2217998"/>
                <a:gd name="connsiteX10-497" fmla="*/ 2474399 w 3152217"/>
                <a:gd name="connsiteY10-498" fmla="*/ 1115717 h 2217998"/>
                <a:gd name="connsiteX11-499" fmla="*/ 2907621 w 3152217"/>
                <a:gd name="connsiteY11-500" fmla="*/ 1548940 h 2217998"/>
                <a:gd name="connsiteX12-501" fmla="*/ 2907621 w 3152217"/>
                <a:gd name="connsiteY12-502" fmla="*/ 1761157 h 2217998"/>
                <a:gd name="connsiteX13-503" fmla="*/ 2695404 w 3152217"/>
                <a:gd name="connsiteY13-504" fmla="*/ 1761157 h 2217998"/>
                <a:gd name="connsiteX14-505" fmla="*/ 2293017 w 3152217"/>
                <a:gd name="connsiteY14-506" fmla="*/ 1358769 h 2217998"/>
                <a:gd name="connsiteX15-507" fmla="*/ 2228234 w 3152217"/>
                <a:gd name="connsiteY15-508" fmla="*/ 1445578 h 2217998"/>
                <a:gd name="connsiteX16-509" fmla="*/ 2648161 w 3152217"/>
                <a:gd name="connsiteY16-510" fmla="*/ 1865505 h 2217998"/>
                <a:gd name="connsiteX17-511" fmla="*/ 2648161 w 3152217"/>
                <a:gd name="connsiteY17-512" fmla="*/ 2077722 h 2217998"/>
                <a:gd name="connsiteX18-513" fmla="*/ 2435944 w 3152217"/>
                <a:gd name="connsiteY18-514" fmla="*/ 2077722 h 2217998"/>
                <a:gd name="connsiteX19-515" fmla="*/ 2046853 w 3152217"/>
                <a:gd name="connsiteY19-516" fmla="*/ 1688629 h 2217998"/>
                <a:gd name="connsiteX20-517" fmla="*/ 1987859 w 3152217"/>
                <a:gd name="connsiteY20-518" fmla="*/ 1774879 h 2217998"/>
                <a:gd name="connsiteX21-519" fmla="*/ 2218760 w 3152217"/>
                <a:gd name="connsiteY21-520" fmla="*/ 2005781 h 2217998"/>
                <a:gd name="connsiteX22-521" fmla="*/ 2218760 w 3152217"/>
                <a:gd name="connsiteY22-522" fmla="*/ 2217998 h 2217998"/>
                <a:gd name="connsiteX23-523" fmla="*/ 2006543 w 3152217"/>
                <a:gd name="connsiteY23-524" fmla="*/ 2217998 h 2217998"/>
                <a:gd name="connsiteX24-525" fmla="*/ 1798691 w 3152217"/>
                <a:gd name="connsiteY24-526" fmla="*/ 2010144 h 2217998"/>
                <a:gd name="connsiteX25-527" fmla="*/ 1775643 w 3152217"/>
                <a:gd name="connsiteY25-528" fmla="*/ 1987096 h 2217998"/>
                <a:gd name="connsiteX26-529" fmla="*/ 1842458 w 3152217"/>
                <a:gd name="connsiteY26-530" fmla="*/ 1897840 h 2217998"/>
                <a:gd name="connsiteX27-531" fmla="*/ 1533525 w 3152217"/>
                <a:gd name="connsiteY27-532" fmla="*/ 1485900 h 2217998"/>
                <a:gd name="connsiteX28-533" fmla="*/ 1219200 w 3152217"/>
                <a:gd name="connsiteY28-534" fmla="*/ 1181100 h 2217998"/>
                <a:gd name="connsiteX29-535" fmla="*/ 571500 w 3152217"/>
                <a:gd name="connsiteY29-536" fmla="*/ 1295400 h 2217998"/>
                <a:gd name="connsiteX30-537" fmla="*/ 0 w 3152217"/>
                <a:gd name="connsiteY30-538" fmla="*/ 1266825 h 2217998"/>
                <a:gd name="connsiteX31-539" fmla="*/ 9525 w 3152217"/>
                <a:gd name="connsiteY31-540" fmla="*/ 28575 h 2217998"/>
                <a:gd name="connsiteX32-541" fmla="*/ 323850 w 3152217"/>
                <a:gd name="connsiteY32-542" fmla="*/ 0 h 2217998"/>
                <a:gd name="connsiteX0-543" fmla="*/ 323850 w 3152217"/>
                <a:gd name="connsiteY0-544" fmla="*/ 0 h 2217998"/>
                <a:gd name="connsiteX1-545" fmla="*/ 95250 w 3152217"/>
                <a:gd name="connsiteY1-546" fmla="*/ 209550 h 2217998"/>
                <a:gd name="connsiteX2-547" fmla="*/ 1352550 w 3152217"/>
                <a:gd name="connsiteY2-548" fmla="*/ 85725 h 2217998"/>
                <a:gd name="connsiteX3-549" fmla="*/ 2219325 w 3152217"/>
                <a:gd name="connsiteY3-550" fmla="*/ 295275 h 2217998"/>
                <a:gd name="connsiteX4-551" fmla="*/ 2724150 w 3152217"/>
                <a:gd name="connsiteY4-552" fmla="*/ 781050 h 2217998"/>
                <a:gd name="connsiteX5-553" fmla="*/ 2720489 w 3152217"/>
                <a:gd name="connsiteY5-554" fmla="*/ 785957 h 2217998"/>
                <a:gd name="connsiteX6-555" fmla="*/ 3152217 w 3152217"/>
                <a:gd name="connsiteY6-556" fmla="*/ 1217685 h 2217998"/>
                <a:gd name="connsiteX7-557" fmla="*/ 3152217 w 3152217"/>
                <a:gd name="connsiteY7-558" fmla="*/ 1429902 h 2217998"/>
                <a:gd name="connsiteX8-559" fmla="*/ 2940000 w 3152217"/>
                <a:gd name="connsiteY8-560" fmla="*/ 1429902 h 2217998"/>
                <a:gd name="connsiteX9-561" fmla="*/ 2539107 w 3152217"/>
                <a:gd name="connsiteY9-562" fmla="*/ 1029008 h 2217998"/>
                <a:gd name="connsiteX10-563" fmla="*/ 2474399 w 3152217"/>
                <a:gd name="connsiteY10-564" fmla="*/ 1115717 h 2217998"/>
                <a:gd name="connsiteX11-565" fmla="*/ 2907621 w 3152217"/>
                <a:gd name="connsiteY11-566" fmla="*/ 1548940 h 2217998"/>
                <a:gd name="connsiteX12-567" fmla="*/ 2907621 w 3152217"/>
                <a:gd name="connsiteY12-568" fmla="*/ 1761157 h 2217998"/>
                <a:gd name="connsiteX13-569" fmla="*/ 2695404 w 3152217"/>
                <a:gd name="connsiteY13-570" fmla="*/ 1761157 h 2217998"/>
                <a:gd name="connsiteX14-571" fmla="*/ 2293017 w 3152217"/>
                <a:gd name="connsiteY14-572" fmla="*/ 1358769 h 2217998"/>
                <a:gd name="connsiteX15-573" fmla="*/ 2228234 w 3152217"/>
                <a:gd name="connsiteY15-574" fmla="*/ 1445578 h 2217998"/>
                <a:gd name="connsiteX16-575" fmla="*/ 2648161 w 3152217"/>
                <a:gd name="connsiteY16-576" fmla="*/ 1865505 h 2217998"/>
                <a:gd name="connsiteX17-577" fmla="*/ 2648161 w 3152217"/>
                <a:gd name="connsiteY17-578" fmla="*/ 2077722 h 2217998"/>
                <a:gd name="connsiteX18-579" fmla="*/ 2435944 w 3152217"/>
                <a:gd name="connsiteY18-580" fmla="*/ 2077722 h 2217998"/>
                <a:gd name="connsiteX19-581" fmla="*/ 2046853 w 3152217"/>
                <a:gd name="connsiteY19-582" fmla="*/ 1688629 h 2217998"/>
                <a:gd name="connsiteX20-583" fmla="*/ 1987859 w 3152217"/>
                <a:gd name="connsiteY20-584" fmla="*/ 1774879 h 2217998"/>
                <a:gd name="connsiteX21-585" fmla="*/ 2218760 w 3152217"/>
                <a:gd name="connsiteY21-586" fmla="*/ 2005781 h 2217998"/>
                <a:gd name="connsiteX22-587" fmla="*/ 2218760 w 3152217"/>
                <a:gd name="connsiteY22-588" fmla="*/ 2217998 h 2217998"/>
                <a:gd name="connsiteX23-589" fmla="*/ 2006543 w 3152217"/>
                <a:gd name="connsiteY23-590" fmla="*/ 2217998 h 2217998"/>
                <a:gd name="connsiteX24-591" fmla="*/ 1798691 w 3152217"/>
                <a:gd name="connsiteY24-592" fmla="*/ 2010144 h 2217998"/>
                <a:gd name="connsiteX25-593" fmla="*/ 1775643 w 3152217"/>
                <a:gd name="connsiteY25-594" fmla="*/ 1987096 h 2217998"/>
                <a:gd name="connsiteX26-595" fmla="*/ 1842458 w 3152217"/>
                <a:gd name="connsiteY26-596" fmla="*/ 1897840 h 2217998"/>
                <a:gd name="connsiteX27-597" fmla="*/ 1533525 w 3152217"/>
                <a:gd name="connsiteY27-598" fmla="*/ 1485900 h 2217998"/>
                <a:gd name="connsiteX28-599" fmla="*/ 1219200 w 3152217"/>
                <a:gd name="connsiteY28-600" fmla="*/ 1181100 h 2217998"/>
                <a:gd name="connsiteX29-601" fmla="*/ 571500 w 3152217"/>
                <a:gd name="connsiteY29-602" fmla="*/ 1295400 h 2217998"/>
                <a:gd name="connsiteX30-603" fmla="*/ 0 w 3152217"/>
                <a:gd name="connsiteY30-604" fmla="*/ 1266825 h 2217998"/>
                <a:gd name="connsiteX31-605" fmla="*/ 9525 w 3152217"/>
                <a:gd name="connsiteY31-606" fmla="*/ 28575 h 2217998"/>
                <a:gd name="connsiteX32-607" fmla="*/ 323850 w 3152217"/>
                <a:gd name="connsiteY32-608" fmla="*/ 0 h 2217998"/>
                <a:gd name="connsiteX0-609" fmla="*/ 323850 w 3152217"/>
                <a:gd name="connsiteY0-610" fmla="*/ 0 h 2217998"/>
                <a:gd name="connsiteX1-611" fmla="*/ 95250 w 3152217"/>
                <a:gd name="connsiteY1-612" fmla="*/ 209550 h 2217998"/>
                <a:gd name="connsiteX2-613" fmla="*/ 1352550 w 3152217"/>
                <a:gd name="connsiteY2-614" fmla="*/ 85725 h 2217998"/>
                <a:gd name="connsiteX3-615" fmla="*/ 2219325 w 3152217"/>
                <a:gd name="connsiteY3-616" fmla="*/ 295275 h 2217998"/>
                <a:gd name="connsiteX4-617" fmla="*/ 2724150 w 3152217"/>
                <a:gd name="connsiteY4-618" fmla="*/ 781050 h 2217998"/>
                <a:gd name="connsiteX5-619" fmla="*/ 2720489 w 3152217"/>
                <a:gd name="connsiteY5-620" fmla="*/ 785957 h 2217998"/>
                <a:gd name="connsiteX6-621" fmla="*/ 3152217 w 3152217"/>
                <a:gd name="connsiteY6-622" fmla="*/ 1217685 h 2217998"/>
                <a:gd name="connsiteX7-623" fmla="*/ 3152217 w 3152217"/>
                <a:gd name="connsiteY7-624" fmla="*/ 1429902 h 2217998"/>
                <a:gd name="connsiteX8-625" fmla="*/ 2940000 w 3152217"/>
                <a:gd name="connsiteY8-626" fmla="*/ 1429902 h 2217998"/>
                <a:gd name="connsiteX9-627" fmla="*/ 2539107 w 3152217"/>
                <a:gd name="connsiteY9-628" fmla="*/ 1029008 h 2217998"/>
                <a:gd name="connsiteX10-629" fmla="*/ 2474399 w 3152217"/>
                <a:gd name="connsiteY10-630" fmla="*/ 1115717 h 2217998"/>
                <a:gd name="connsiteX11-631" fmla="*/ 2907621 w 3152217"/>
                <a:gd name="connsiteY11-632" fmla="*/ 1548940 h 2217998"/>
                <a:gd name="connsiteX12-633" fmla="*/ 2907621 w 3152217"/>
                <a:gd name="connsiteY12-634" fmla="*/ 1761157 h 2217998"/>
                <a:gd name="connsiteX13-635" fmla="*/ 2695404 w 3152217"/>
                <a:gd name="connsiteY13-636" fmla="*/ 1761157 h 2217998"/>
                <a:gd name="connsiteX14-637" fmla="*/ 2293017 w 3152217"/>
                <a:gd name="connsiteY14-638" fmla="*/ 1358769 h 2217998"/>
                <a:gd name="connsiteX15-639" fmla="*/ 2228234 w 3152217"/>
                <a:gd name="connsiteY15-640" fmla="*/ 1445578 h 2217998"/>
                <a:gd name="connsiteX16-641" fmla="*/ 2648161 w 3152217"/>
                <a:gd name="connsiteY16-642" fmla="*/ 1865505 h 2217998"/>
                <a:gd name="connsiteX17-643" fmla="*/ 2648161 w 3152217"/>
                <a:gd name="connsiteY17-644" fmla="*/ 2077722 h 2217998"/>
                <a:gd name="connsiteX18-645" fmla="*/ 2435944 w 3152217"/>
                <a:gd name="connsiteY18-646" fmla="*/ 2077722 h 2217998"/>
                <a:gd name="connsiteX19-647" fmla="*/ 2046853 w 3152217"/>
                <a:gd name="connsiteY19-648" fmla="*/ 1688629 h 2217998"/>
                <a:gd name="connsiteX20-649" fmla="*/ 1987859 w 3152217"/>
                <a:gd name="connsiteY20-650" fmla="*/ 1774879 h 2217998"/>
                <a:gd name="connsiteX21-651" fmla="*/ 2218760 w 3152217"/>
                <a:gd name="connsiteY21-652" fmla="*/ 2005781 h 2217998"/>
                <a:gd name="connsiteX22-653" fmla="*/ 2218760 w 3152217"/>
                <a:gd name="connsiteY22-654" fmla="*/ 2217998 h 2217998"/>
                <a:gd name="connsiteX23-655" fmla="*/ 2006543 w 3152217"/>
                <a:gd name="connsiteY23-656" fmla="*/ 2217998 h 2217998"/>
                <a:gd name="connsiteX24-657" fmla="*/ 1798691 w 3152217"/>
                <a:gd name="connsiteY24-658" fmla="*/ 2010144 h 2217998"/>
                <a:gd name="connsiteX25-659" fmla="*/ 1775643 w 3152217"/>
                <a:gd name="connsiteY25-660" fmla="*/ 1987096 h 2217998"/>
                <a:gd name="connsiteX26-661" fmla="*/ 1842458 w 3152217"/>
                <a:gd name="connsiteY26-662" fmla="*/ 1897840 h 2217998"/>
                <a:gd name="connsiteX27-663" fmla="*/ 1533525 w 3152217"/>
                <a:gd name="connsiteY27-664" fmla="*/ 1485900 h 2217998"/>
                <a:gd name="connsiteX28-665" fmla="*/ 1219200 w 3152217"/>
                <a:gd name="connsiteY28-666" fmla="*/ 1181100 h 2217998"/>
                <a:gd name="connsiteX29-667" fmla="*/ 571500 w 3152217"/>
                <a:gd name="connsiteY29-668" fmla="*/ 1295400 h 2217998"/>
                <a:gd name="connsiteX30-669" fmla="*/ 0 w 3152217"/>
                <a:gd name="connsiteY30-670" fmla="*/ 1266825 h 2217998"/>
                <a:gd name="connsiteX31-671" fmla="*/ 9525 w 3152217"/>
                <a:gd name="connsiteY31-672" fmla="*/ 28575 h 2217998"/>
                <a:gd name="connsiteX32-673" fmla="*/ 323850 w 3152217"/>
                <a:gd name="connsiteY32-674" fmla="*/ 0 h 2217998"/>
                <a:gd name="connsiteX0-675" fmla="*/ 323850 w 3152217"/>
                <a:gd name="connsiteY0-676" fmla="*/ 0 h 2217998"/>
                <a:gd name="connsiteX1-677" fmla="*/ 95250 w 3152217"/>
                <a:gd name="connsiteY1-678" fmla="*/ 209550 h 2217998"/>
                <a:gd name="connsiteX2-679" fmla="*/ 1352550 w 3152217"/>
                <a:gd name="connsiteY2-680" fmla="*/ 85725 h 2217998"/>
                <a:gd name="connsiteX3-681" fmla="*/ 2219325 w 3152217"/>
                <a:gd name="connsiteY3-682" fmla="*/ 295275 h 2217998"/>
                <a:gd name="connsiteX4-683" fmla="*/ 2724150 w 3152217"/>
                <a:gd name="connsiteY4-684" fmla="*/ 781050 h 2217998"/>
                <a:gd name="connsiteX5-685" fmla="*/ 2720489 w 3152217"/>
                <a:gd name="connsiteY5-686" fmla="*/ 785957 h 2217998"/>
                <a:gd name="connsiteX6-687" fmla="*/ 3152217 w 3152217"/>
                <a:gd name="connsiteY6-688" fmla="*/ 1217685 h 2217998"/>
                <a:gd name="connsiteX7-689" fmla="*/ 3152217 w 3152217"/>
                <a:gd name="connsiteY7-690" fmla="*/ 1429902 h 2217998"/>
                <a:gd name="connsiteX8-691" fmla="*/ 2940000 w 3152217"/>
                <a:gd name="connsiteY8-692" fmla="*/ 1429902 h 2217998"/>
                <a:gd name="connsiteX9-693" fmla="*/ 2539107 w 3152217"/>
                <a:gd name="connsiteY9-694" fmla="*/ 1029008 h 2217998"/>
                <a:gd name="connsiteX10-695" fmla="*/ 2474399 w 3152217"/>
                <a:gd name="connsiteY10-696" fmla="*/ 1115717 h 2217998"/>
                <a:gd name="connsiteX11-697" fmla="*/ 2907621 w 3152217"/>
                <a:gd name="connsiteY11-698" fmla="*/ 1548940 h 2217998"/>
                <a:gd name="connsiteX12-699" fmla="*/ 2907621 w 3152217"/>
                <a:gd name="connsiteY12-700" fmla="*/ 1761157 h 2217998"/>
                <a:gd name="connsiteX13-701" fmla="*/ 2695404 w 3152217"/>
                <a:gd name="connsiteY13-702" fmla="*/ 1761157 h 2217998"/>
                <a:gd name="connsiteX14-703" fmla="*/ 2293017 w 3152217"/>
                <a:gd name="connsiteY14-704" fmla="*/ 1358769 h 2217998"/>
                <a:gd name="connsiteX15-705" fmla="*/ 2228234 w 3152217"/>
                <a:gd name="connsiteY15-706" fmla="*/ 1445578 h 2217998"/>
                <a:gd name="connsiteX16-707" fmla="*/ 2648161 w 3152217"/>
                <a:gd name="connsiteY16-708" fmla="*/ 1865505 h 2217998"/>
                <a:gd name="connsiteX17-709" fmla="*/ 2648161 w 3152217"/>
                <a:gd name="connsiteY17-710" fmla="*/ 2077722 h 2217998"/>
                <a:gd name="connsiteX18-711" fmla="*/ 2435944 w 3152217"/>
                <a:gd name="connsiteY18-712" fmla="*/ 2077722 h 2217998"/>
                <a:gd name="connsiteX19-713" fmla="*/ 2046853 w 3152217"/>
                <a:gd name="connsiteY19-714" fmla="*/ 1688629 h 2217998"/>
                <a:gd name="connsiteX20-715" fmla="*/ 1987859 w 3152217"/>
                <a:gd name="connsiteY20-716" fmla="*/ 1774879 h 2217998"/>
                <a:gd name="connsiteX21-717" fmla="*/ 2218760 w 3152217"/>
                <a:gd name="connsiteY21-718" fmla="*/ 2005781 h 2217998"/>
                <a:gd name="connsiteX22-719" fmla="*/ 2218760 w 3152217"/>
                <a:gd name="connsiteY22-720" fmla="*/ 2217998 h 2217998"/>
                <a:gd name="connsiteX23-721" fmla="*/ 2006543 w 3152217"/>
                <a:gd name="connsiteY23-722" fmla="*/ 2217998 h 2217998"/>
                <a:gd name="connsiteX24-723" fmla="*/ 1798691 w 3152217"/>
                <a:gd name="connsiteY24-724" fmla="*/ 2010144 h 2217998"/>
                <a:gd name="connsiteX25-725" fmla="*/ 1775643 w 3152217"/>
                <a:gd name="connsiteY25-726" fmla="*/ 1987096 h 2217998"/>
                <a:gd name="connsiteX26-727" fmla="*/ 1842458 w 3152217"/>
                <a:gd name="connsiteY26-728" fmla="*/ 1897840 h 2217998"/>
                <a:gd name="connsiteX27-729" fmla="*/ 1533525 w 3152217"/>
                <a:gd name="connsiteY27-730" fmla="*/ 1485900 h 2217998"/>
                <a:gd name="connsiteX28-731" fmla="*/ 1219200 w 3152217"/>
                <a:gd name="connsiteY28-732" fmla="*/ 1181100 h 2217998"/>
                <a:gd name="connsiteX29-733" fmla="*/ 571500 w 3152217"/>
                <a:gd name="connsiteY29-734" fmla="*/ 1295400 h 2217998"/>
                <a:gd name="connsiteX30-735" fmla="*/ 0 w 3152217"/>
                <a:gd name="connsiteY30-736" fmla="*/ 1266825 h 2217998"/>
                <a:gd name="connsiteX31-737" fmla="*/ 9525 w 3152217"/>
                <a:gd name="connsiteY31-738" fmla="*/ 28575 h 2217998"/>
                <a:gd name="connsiteX32-739" fmla="*/ 323850 w 3152217"/>
                <a:gd name="connsiteY32-740" fmla="*/ 0 h 2217998"/>
                <a:gd name="connsiteX0-741" fmla="*/ 323850 w 3152217"/>
                <a:gd name="connsiteY0-742" fmla="*/ 0 h 2217998"/>
                <a:gd name="connsiteX1-743" fmla="*/ 95250 w 3152217"/>
                <a:gd name="connsiteY1-744" fmla="*/ 209550 h 2217998"/>
                <a:gd name="connsiteX2-745" fmla="*/ 1352550 w 3152217"/>
                <a:gd name="connsiteY2-746" fmla="*/ 85725 h 2217998"/>
                <a:gd name="connsiteX3-747" fmla="*/ 2219325 w 3152217"/>
                <a:gd name="connsiteY3-748" fmla="*/ 295275 h 2217998"/>
                <a:gd name="connsiteX4-749" fmla="*/ 2724150 w 3152217"/>
                <a:gd name="connsiteY4-750" fmla="*/ 781050 h 2217998"/>
                <a:gd name="connsiteX5-751" fmla="*/ 3152217 w 3152217"/>
                <a:gd name="connsiteY5-752" fmla="*/ 1217685 h 2217998"/>
                <a:gd name="connsiteX6-753" fmla="*/ 3152217 w 3152217"/>
                <a:gd name="connsiteY6-754" fmla="*/ 1429902 h 2217998"/>
                <a:gd name="connsiteX7-755" fmla="*/ 2940000 w 3152217"/>
                <a:gd name="connsiteY7-756" fmla="*/ 1429902 h 2217998"/>
                <a:gd name="connsiteX8-757" fmla="*/ 2539107 w 3152217"/>
                <a:gd name="connsiteY8-758" fmla="*/ 1029008 h 2217998"/>
                <a:gd name="connsiteX9-759" fmla="*/ 2474399 w 3152217"/>
                <a:gd name="connsiteY9-760" fmla="*/ 1115717 h 2217998"/>
                <a:gd name="connsiteX10-761" fmla="*/ 2907621 w 3152217"/>
                <a:gd name="connsiteY10-762" fmla="*/ 1548940 h 2217998"/>
                <a:gd name="connsiteX11-763" fmla="*/ 2907621 w 3152217"/>
                <a:gd name="connsiteY11-764" fmla="*/ 1761157 h 2217998"/>
                <a:gd name="connsiteX12-765" fmla="*/ 2695404 w 3152217"/>
                <a:gd name="connsiteY12-766" fmla="*/ 1761157 h 2217998"/>
                <a:gd name="connsiteX13-767" fmla="*/ 2293017 w 3152217"/>
                <a:gd name="connsiteY13-768" fmla="*/ 1358769 h 2217998"/>
                <a:gd name="connsiteX14-769" fmla="*/ 2228234 w 3152217"/>
                <a:gd name="connsiteY14-770" fmla="*/ 1445578 h 2217998"/>
                <a:gd name="connsiteX15-771" fmla="*/ 2648161 w 3152217"/>
                <a:gd name="connsiteY15-772" fmla="*/ 1865505 h 2217998"/>
                <a:gd name="connsiteX16-773" fmla="*/ 2648161 w 3152217"/>
                <a:gd name="connsiteY16-774" fmla="*/ 2077722 h 2217998"/>
                <a:gd name="connsiteX17-775" fmla="*/ 2435944 w 3152217"/>
                <a:gd name="connsiteY17-776" fmla="*/ 2077722 h 2217998"/>
                <a:gd name="connsiteX18-777" fmla="*/ 2046853 w 3152217"/>
                <a:gd name="connsiteY18-778" fmla="*/ 1688629 h 2217998"/>
                <a:gd name="connsiteX19-779" fmla="*/ 1987859 w 3152217"/>
                <a:gd name="connsiteY19-780" fmla="*/ 1774879 h 2217998"/>
                <a:gd name="connsiteX20-781" fmla="*/ 2218760 w 3152217"/>
                <a:gd name="connsiteY20-782" fmla="*/ 2005781 h 2217998"/>
                <a:gd name="connsiteX21-783" fmla="*/ 2218760 w 3152217"/>
                <a:gd name="connsiteY21-784" fmla="*/ 2217998 h 2217998"/>
                <a:gd name="connsiteX22-785" fmla="*/ 2006543 w 3152217"/>
                <a:gd name="connsiteY22-786" fmla="*/ 2217998 h 2217998"/>
                <a:gd name="connsiteX23-787" fmla="*/ 1798691 w 3152217"/>
                <a:gd name="connsiteY23-788" fmla="*/ 2010144 h 2217998"/>
                <a:gd name="connsiteX24-789" fmla="*/ 1775643 w 3152217"/>
                <a:gd name="connsiteY24-790" fmla="*/ 1987096 h 2217998"/>
                <a:gd name="connsiteX25-791" fmla="*/ 1842458 w 3152217"/>
                <a:gd name="connsiteY25-792" fmla="*/ 1897840 h 2217998"/>
                <a:gd name="connsiteX26-793" fmla="*/ 1533525 w 3152217"/>
                <a:gd name="connsiteY26-794" fmla="*/ 1485900 h 2217998"/>
                <a:gd name="connsiteX27-795" fmla="*/ 1219200 w 3152217"/>
                <a:gd name="connsiteY27-796" fmla="*/ 1181100 h 2217998"/>
                <a:gd name="connsiteX28-797" fmla="*/ 571500 w 3152217"/>
                <a:gd name="connsiteY28-798" fmla="*/ 1295400 h 2217998"/>
                <a:gd name="connsiteX29-799" fmla="*/ 0 w 3152217"/>
                <a:gd name="connsiteY29-800" fmla="*/ 1266825 h 2217998"/>
                <a:gd name="connsiteX30-801" fmla="*/ 9525 w 3152217"/>
                <a:gd name="connsiteY30-802" fmla="*/ 28575 h 2217998"/>
                <a:gd name="connsiteX31-803" fmla="*/ 323850 w 3152217"/>
                <a:gd name="connsiteY31-804" fmla="*/ 0 h 2217998"/>
                <a:gd name="connsiteX0-805" fmla="*/ 323850 w 3152217"/>
                <a:gd name="connsiteY0-806" fmla="*/ 0 h 2217998"/>
                <a:gd name="connsiteX1-807" fmla="*/ 95250 w 3152217"/>
                <a:gd name="connsiteY1-808" fmla="*/ 209550 h 2217998"/>
                <a:gd name="connsiteX2-809" fmla="*/ 1352550 w 3152217"/>
                <a:gd name="connsiteY2-810" fmla="*/ 85725 h 2217998"/>
                <a:gd name="connsiteX3-811" fmla="*/ 2314575 w 3152217"/>
                <a:gd name="connsiteY3-812" fmla="*/ 285750 h 2217998"/>
                <a:gd name="connsiteX4-813" fmla="*/ 2724150 w 3152217"/>
                <a:gd name="connsiteY4-814" fmla="*/ 781050 h 2217998"/>
                <a:gd name="connsiteX5-815" fmla="*/ 3152217 w 3152217"/>
                <a:gd name="connsiteY5-816" fmla="*/ 1217685 h 2217998"/>
                <a:gd name="connsiteX6-817" fmla="*/ 3152217 w 3152217"/>
                <a:gd name="connsiteY6-818" fmla="*/ 1429902 h 2217998"/>
                <a:gd name="connsiteX7-819" fmla="*/ 2940000 w 3152217"/>
                <a:gd name="connsiteY7-820" fmla="*/ 1429902 h 2217998"/>
                <a:gd name="connsiteX8-821" fmla="*/ 2539107 w 3152217"/>
                <a:gd name="connsiteY8-822" fmla="*/ 1029008 h 2217998"/>
                <a:gd name="connsiteX9-823" fmla="*/ 2474399 w 3152217"/>
                <a:gd name="connsiteY9-824" fmla="*/ 1115717 h 2217998"/>
                <a:gd name="connsiteX10-825" fmla="*/ 2907621 w 3152217"/>
                <a:gd name="connsiteY10-826" fmla="*/ 1548940 h 2217998"/>
                <a:gd name="connsiteX11-827" fmla="*/ 2907621 w 3152217"/>
                <a:gd name="connsiteY11-828" fmla="*/ 1761157 h 2217998"/>
                <a:gd name="connsiteX12-829" fmla="*/ 2695404 w 3152217"/>
                <a:gd name="connsiteY12-830" fmla="*/ 1761157 h 2217998"/>
                <a:gd name="connsiteX13-831" fmla="*/ 2293017 w 3152217"/>
                <a:gd name="connsiteY13-832" fmla="*/ 1358769 h 2217998"/>
                <a:gd name="connsiteX14-833" fmla="*/ 2228234 w 3152217"/>
                <a:gd name="connsiteY14-834" fmla="*/ 1445578 h 2217998"/>
                <a:gd name="connsiteX15-835" fmla="*/ 2648161 w 3152217"/>
                <a:gd name="connsiteY15-836" fmla="*/ 1865505 h 2217998"/>
                <a:gd name="connsiteX16-837" fmla="*/ 2648161 w 3152217"/>
                <a:gd name="connsiteY16-838" fmla="*/ 2077722 h 2217998"/>
                <a:gd name="connsiteX17-839" fmla="*/ 2435944 w 3152217"/>
                <a:gd name="connsiteY17-840" fmla="*/ 2077722 h 2217998"/>
                <a:gd name="connsiteX18-841" fmla="*/ 2046853 w 3152217"/>
                <a:gd name="connsiteY18-842" fmla="*/ 1688629 h 2217998"/>
                <a:gd name="connsiteX19-843" fmla="*/ 1987859 w 3152217"/>
                <a:gd name="connsiteY19-844" fmla="*/ 1774879 h 2217998"/>
                <a:gd name="connsiteX20-845" fmla="*/ 2218760 w 3152217"/>
                <a:gd name="connsiteY20-846" fmla="*/ 2005781 h 2217998"/>
                <a:gd name="connsiteX21-847" fmla="*/ 2218760 w 3152217"/>
                <a:gd name="connsiteY21-848" fmla="*/ 2217998 h 2217998"/>
                <a:gd name="connsiteX22-849" fmla="*/ 2006543 w 3152217"/>
                <a:gd name="connsiteY22-850" fmla="*/ 2217998 h 2217998"/>
                <a:gd name="connsiteX23-851" fmla="*/ 1798691 w 3152217"/>
                <a:gd name="connsiteY23-852" fmla="*/ 2010144 h 2217998"/>
                <a:gd name="connsiteX24-853" fmla="*/ 1775643 w 3152217"/>
                <a:gd name="connsiteY24-854" fmla="*/ 1987096 h 2217998"/>
                <a:gd name="connsiteX25-855" fmla="*/ 1842458 w 3152217"/>
                <a:gd name="connsiteY25-856" fmla="*/ 1897840 h 2217998"/>
                <a:gd name="connsiteX26-857" fmla="*/ 1533525 w 3152217"/>
                <a:gd name="connsiteY26-858" fmla="*/ 1485900 h 2217998"/>
                <a:gd name="connsiteX27-859" fmla="*/ 1219200 w 3152217"/>
                <a:gd name="connsiteY27-860" fmla="*/ 1181100 h 2217998"/>
                <a:gd name="connsiteX28-861" fmla="*/ 571500 w 3152217"/>
                <a:gd name="connsiteY28-862" fmla="*/ 1295400 h 2217998"/>
                <a:gd name="connsiteX29-863" fmla="*/ 0 w 3152217"/>
                <a:gd name="connsiteY29-864" fmla="*/ 1266825 h 2217998"/>
                <a:gd name="connsiteX30-865" fmla="*/ 9525 w 3152217"/>
                <a:gd name="connsiteY30-866" fmla="*/ 28575 h 2217998"/>
                <a:gd name="connsiteX31-867" fmla="*/ 323850 w 3152217"/>
                <a:gd name="connsiteY31-868" fmla="*/ 0 h 2217998"/>
                <a:gd name="connsiteX0-869" fmla="*/ 323850 w 3152217"/>
                <a:gd name="connsiteY0-870" fmla="*/ 0 h 2217998"/>
                <a:gd name="connsiteX1-871" fmla="*/ 95250 w 3152217"/>
                <a:gd name="connsiteY1-872" fmla="*/ 209550 h 2217998"/>
                <a:gd name="connsiteX2-873" fmla="*/ 1352550 w 3152217"/>
                <a:gd name="connsiteY2-874" fmla="*/ 85725 h 2217998"/>
                <a:gd name="connsiteX3-875" fmla="*/ 2314575 w 3152217"/>
                <a:gd name="connsiteY3-876" fmla="*/ 285750 h 2217998"/>
                <a:gd name="connsiteX4-877" fmla="*/ 2724150 w 3152217"/>
                <a:gd name="connsiteY4-878" fmla="*/ 781050 h 2217998"/>
                <a:gd name="connsiteX5-879" fmla="*/ 3152217 w 3152217"/>
                <a:gd name="connsiteY5-880" fmla="*/ 1217685 h 2217998"/>
                <a:gd name="connsiteX6-881" fmla="*/ 3152217 w 3152217"/>
                <a:gd name="connsiteY6-882" fmla="*/ 1429902 h 2217998"/>
                <a:gd name="connsiteX7-883" fmla="*/ 2940000 w 3152217"/>
                <a:gd name="connsiteY7-884" fmla="*/ 1429902 h 2217998"/>
                <a:gd name="connsiteX8-885" fmla="*/ 2539107 w 3152217"/>
                <a:gd name="connsiteY8-886" fmla="*/ 1029008 h 2217998"/>
                <a:gd name="connsiteX9-887" fmla="*/ 2474399 w 3152217"/>
                <a:gd name="connsiteY9-888" fmla="*/ 1115717 h 2217998"/>
                <a:gd name="connsiteX10-889" fmla="*/ 2907621 w 3152217"/>
                <a:gd name="connsiteY10-890" fmla="*/ 1548940 h 2217998"/>
                <a:gd name="connsiteX11-891" fmla="*/ 2907621 w 3152217"/>
                <a:gd name="connsiteY11-892" fmla="*/ 1761157 h 2217998"/>
                <a:gd name="connsiteX12-893" fmla="*/ 2695404 w 3152217"/>
                <a:gd name="connsiteY12-894" fmla="*/ 1761157 h 2217998"/>
                <a:gd name="connsiteX13-895" fmla="*/ 2293017 w 3152217"/>
                <a:gd name="connsiteY13-896" fmla="*/ 1358769 h 2217998"/>
                <a:gd name="connsiteX14-897" fmla="*/ 2228234 w 3152217"/>
                <a:gd name="connsiteY14-898" fmla="*/ 1445578 h 2217998"/>
                <a:gd name="connsiteX15-899" fmla="*/ 2648161 w 3152217"/>
                <a:gd name="connsiteY15-900" fmla="*/ 1865505 h 2217998"/>
                <a:gd name="connsiteX16-901" fmla="*/ 2648161 w 3152217"/>
                <a:gd name="connsiteY16-902" fmla="*/ 2077722 h 2217998"/>
                <a:gd name="connsiteX17-903" fmla="*/ 2435944 w 3152217"/>
                <a:gd name="connsiteY17-904" fmla="*/ 2077722 h 2217998"/>
                <a:gd name="connsiteX18-905" fmla="*/ 2046853 w 3152217"/>
                <a:gd name="connsiteY18-906" fmla="*/ 1688629 h 2217998"/>
                <a:gd name="connsiteX19-907" fmla="*/ 1987859 w 3152217"/>
                <a:gd name="connsiteY19-908" fmla="*/ 1774879 h 2217998"/>
                <a:gd name="connsiteX20-909" fmla="*/ 2218760 w 3152217"/>
                <a:gd name="connsiteY20-910" fmla="*/ 2005781 h 2217998"/>
                <a:gd name="connsiteX21-911" fmla="*/ 2218760 w 3152217"/>
                <a:gd name="connsiteY21-912" fmla="*/ 2217998 h 2217998"/>
                <a:gd name="connsiteX22-913" fmla="*/ 2006543 w 3152217"/>
                <a:gd name="connsiteY22-914" fmla="*/ 2217998 h 2217998"/>
                <a:gd name="connsiteX23-915" fmla="*/ 1798691 w 3152217"/>
                <a:gd name="connsiteY23-916" fmla="*/ 2010144 h 2217998"/>
                <a:gd name="connsiteX24-917" fmla="*/ 1775643 w 3152217"/>
                <a:gd name="connsiteY24-918" fmla="*/ 1987096 h 2217998"/>
                <a:gd name="connsiteX25-919" fmla="*/ 1842458 w 3152217"/>
                <a:gd name="connsiteY25-920" fmla="*/ 1897840 h 2217998"/>
                <a:gd name="connsiteX26-921" fmla="*/ 1533525 w 3152217"/>
                <a:gd name="connsiteY26-922" fmla="*/ 1485900 h 2217998"/>
                <a:gd name="connsiteX27-923" fmla="*/ 1219200 w 3152217"/>
                <a:gd name="connsiteY27-924" fmla="*/ 1181100 h 2217998"/>
                <a:gd name="connsiteX28-925" fmla="*/ 571500 w 3152217"/>
                <a:gd name="connsiteY28-926" fmla="*/ 1295400 h 2217998"/>
                <a:gd name="connsiteX29-927" fmla="*/ 0 w 3152217"/>
                <a:gd name="connsiteY29-928" fmla="*/ 1266825 h 2217998"/>
                <a:gd name="connsiteX30-929" fmla="*/ 9525 w 3152217"/>
                <a:gd name="connsiteY30-930" fmla="*/ 28575 h 2217998"/>
                <a:gd name="connsiteX31-931" fmla="*/ 323850 w 3152217"/>
                <a:gd name="connsiteY31-932" fmla="*/ 0 h 2217998"/>
                <a:gd name="connsiteX0-933" fmla="*/ 361950 w 3152217"/>
                <a:gd name="connsiteY0-934" fmla="*/ 0 h 2256098"/>
                <a:gd name="connsiteX1-935" fmla="*/ 95250 w 3152217"/>
                <a:gd name="connsiteY1-936" fmla="*/ 247650 h 2256098"/>
                <a:gd name="connsiteX2-937" fmla="*/ 1352550 w 3152217"/>
                <a:gd name="connsiteY2-938" fmla="*/ 123825 h 2256098"/>
                <a:gd name="connsiteX3-939" fmla="*/ 2314575 w 3152217"/>
                <a:gd name="connsiteY3-940" fmla="*/ 323850 h 2256098"/>
                <a:gd name="connsiteX4-941" fmla="*/ 2724150 w 3152217"/>
                <a:gd name="connsiteY4-942" fmla="*/ 819150 h 2256098"/>
                <a:gd name="connsiteX5-943" fmla="*/ 3152217 w 3152217"/>
                <a:gd name="connsiteY5-944" fmla="*/ 1255785 h 2256098"/>
                <a:gd name="connsiteX6-945" fmla="*/ 3152217 w 3152217"/>
                <a:gd name="connsiteY6-946" fmla="*/ 1468002 h 2256098"/>
                <a:gd name="connsiteX7-947" fmla="*/ 2940000 w 3152217"/>
                <a:gd name="connsiteY7-948" fmla="*/ 1468002 h 2256098"/>
                <a:gd name="connsiteX8-949" fmla="*/ 2539107 w 3152217"/>
                <a:gd name="connsiteY8-950" fmla="*/ 1067108 h 2256098"/>
                <a:gd name="connsiteX9-951" fmla="*/ 2474399 w 3152217"/>
                <a:gd name="connsiteY9-952" fmla="*/ 1153817 h 2256098"/>
                <a:gd name="connsiteX10-953" fmla="*/ 2907621 w 3152217"/>
                <a:gd name="connsiteY10-954" fmla="*/ 1587040 h 2256098"/>
                <a:gd name="connsiteX11-955" fmla="*/ 2907621 w 3152217"/>
                <a:gd name="connsiteY11-956" fmla="*/ 1799257 h 2256098"/>
                <a:gd name="connsiteX12-957" fmla="*/ 2695404 w 3152217"/>
                <a:gd name="connsiteY12-958" fmla="*/ 1799257 h 2256098"/>
                <a:gd name="connsiteX13-959" fmla="*/ 2293017 w 3152217"/>
                <a:gd name="connsiteY13-960" fmla="*/ 1396869 h 2256098"/>
                <a:gd name="connsiteX14-961" fmla="*/ 2228234 w 3152217"/>
                <a:gd name="connsiteY14-962" fmla="*/ 1483678 h 2256098"/>
                <a:gd name="connsiteX15-963" fmla="*/ 2648161 w 3152217"/>
                <a:gd name="connsiteY15-964" fmla="*/ 1903605 h 2256098"/>
                <a:gd name="connsiteX16-965" fmla="*/ 2648161 w 3152217"/>
                <a:gd name="connsiteY16-966" fmla="*/ 2115822 h 2256098"/>
                <a:gd name="connsiteX17-967" fmla="*/ 2435944 w 3152217"/>
                <a:gd name="connsiteY17-968" fmla="*/ 2115822 h 2256098"/>
                <a:gd name="connsiteX18-969" fmla="*/ 2046853 w 3152217"/>
                <a:gd name="connsiteY18-970" fmla="*/ 1726729 h 2256098"/>
                <a:gd name="connsiteX19-971" fmla="*/ 1987859 w 3152217"/>
                <a:gd name="connsiteY19-972" fmla="*/ 1812979 h 2256098"/>
                <a:gd name="connsiteX20-973" fmla="*/ 2218760 w 3152217"/>
                <a:gd name="connsiteY20-974" fmla="*/ 2043881 h 2256098"/>
                <a:gd name="connsiteX21-975" fmla="*/ 2218760 w 3152217"/>
                <a:gd name="connsiteY21-976" fmla="*/ 2256098 h 2256098"/>
                <a:gd name="connsiteX22-977" fmla="*/ 2006543 w 3152217"/>
                <a:gd name="connsiteY22-978" fmla="*/ 2256098 h 2256098"/>
                <a:gd name="connsiteX23-979" fmla="*/ 1798691 w 3152217"/>
                <a:gd name="connsiteY23-980" fmla="*/ 2048244 h 2256098"/>
                <a:gd name="connsiteX24-981" fmla="*/ 1775643 w 3152217"/>
                <a:gd name="connsiteY24-982" fmla="*/ 2025196 h 2256098"/>
                <a:gd name="connsiteX25-983" fmla="*/ 1842458 w 3152217"/>
                <a:gd name="connsiteY25-984" fmla="*/ 1935940 h 2256098"/>
                <a:gd name="connsiteX26-985" fmla="*/ 1533525 w 3152217"/>
                <a:gd name="connsiteY26-986" fmla="*/ 1524000 h 2256098"/>
                <a:gd name="connsiteX27-987" fmla="*/ 1219200 w 3152217"/>
                <a:gd name="connsiteY27-988" fmla="*/ 1219200 h 2256098"/>
                <a:gd name="connsiteX28-989" fmla="*/ 571500 w 3152217"/>
                <a:gd name="connsiteY28-990" fmla="*/ 1333500 h 2256098"/>
                <a:gd name="connsiteX29-991" fmla="*/ 0 w 3152217"/>
                <a:gd name="connsiteY29-992" fmla="*/ 1304925 h 2256098"/>
                <a:gd name="connsiteX30-993" fmla="*/ 9525 w 3152217"/>
                <a:gd name="connsiteY30-994" fmla="*/ 66675 h 2256098"/>
                <a:gd name="connsiteX31-995" fmla="*/ 361950 w 3152217"/>
                <a:gd name="connsiteY31-996" fmla="*/ 0 h 2256098"/>
                <a:gd name="connsiteX0-997" fmla="*/ 361950 w 3152217"/>
                <a:gd name="connsiteY0-998" fmla="*/ 9525 h 2265623"/>
                <a:gd name="connsiteX1-999" fmla="*/ 95250 w 3152217"/>
                <a:gd name="connsiteY1-1000" fmla="*/ 257175 h 2265623"/>
                <a:gd name="connsiteX2-1001" fmla="*/ 1352550 w 3152217"/>
                <a:gd name="connsiteY2-1002" fmla="*/ 133350 h 2265623"/>
                <a:gd name="connsiteX3-1003" fmla="*/ 2314575 w 3152217"/>
                <a:gd name="connsiteY3-1004" fmla="*/ 333375 h 2265623"/>
                <a:gd name="connsiteX4-1005" fmla="*/ 2724150 w 3152217"/>
                <a:gd name="connsiteY4-1006" fmla="*/ 828675 h 2265623"/>
                <a:gd name="connsiteX5-1007" fmla="*/ 3152217 w 3152217"/>
                <a:gd name="connsiteY5-1008" fmla="*/ 1265310 h 2265623"/>
                <a:gd name="connsiteX6-1009" fmla="*/ 3152217 w 3152217"/>
                <a:gd name="connsiteY6-1010" fmla="*/ 1477527 h 2265623"/>
                <a:gd name="connsiteX7-1011" fmla="*/ 2940000 w 3152217"/>
                <a:gd name="connsiteY7-1012" fmla="*/ 1477527 h 2265623"/>
                <a:gd name="connsiteX8-1013" fmla="*/ 2539107 w 3152217"/>
                <a:gd name="connsiteY8-1014" fmla="*/ 1076633 h 2265623"/>
                <a:gd name="connsiteX9-1015" fmla="*/ 2474399 w 3152217"/>
                <a:gd name="connsiteY9-1016" fmla="*/ 1163342 h 2265623"/>
                <a:gd name="connsiteX10-1017" fmla="*/ 2907621 w 3152217"/>
                <a:gd name="connsiteY10-1018" fmla="*/ 1596565 h 2265623"/>
                <a:gd name="connsiteX11-1019" fmla="*/ 2907621 w 3152217"/>
                <a:gd name="connsiteY11-1020" fmla="*/ 1808782 h 2265623"/>
                <a:gd name="connsiteX12-1021" fmla="*/ 2695404 w 3152217"/>
                <a:gd name="connsiteY12-1022" fmla="*/ 1808782 h 2265623"/>
                <a:gd name="connsiteX13-1023" fmla="*/ 2293017 w 3152217"/>
                <a:gd name="connsiteY13-1024" fmla="*/ 1406394 h 2265623"/>
                <a:gd name="connsiteX14-1025" fmla="*/ 2228234 w 3152217"/>
                <a:gd name="connsiteY14-1026" fmla="*/ 1493203 h 2265623"/>
                <a:gd name="connsiteX15-1027" fmla="*/ 2648161 w 3152217"/>
                <a:gd name="connsiteY15-1028" fmla="*/ 1913130 h 2265623"/>
                <a:gd name="connsiteX16-1029" fmla="*/ 2648161 w 3152217"/>
                <a:gd name="connsiteY16-1030" fmla="*/ 2125347 h 2265623"/>
                <a:gd name="connsiteX17-1031" fmla="*/ 2435944 w 3152217"/>
                <a:gd name="connsiteY17-1032" fmla="*/ 2125347 h 2265623"/>
                <a:gd name="connsiteX18-1033" fmla="*/ 2046853 w 3152217"/>
                <a:gd name="connsiteY18-1034" fmla="*/ 1736254 h 2265623"/>
                <a:gd name="connsiteX19-1035" fmla="*/ 1987859 w 3152217"/>
                <a:gd name="connsiteY19-1036" fmla="*/ 1822504 h 2265623"/>
                <a:gd name="connsiteX20-1037" fmla="*/ 2218760 w 3152217"/>
                <a:gd name="connsiteY20-1038" fmla="*/ 2053406 h 2265623"/>
                <a:gd name="connsiteX21-1039" fmla="*/ 2218760 w 3152217"/>
                <a:gd name="connsiteY21-1040" fmla="*/ 2265623 h 2265623"/>
                <a:gd name="connsiteX22-1041" fmla="*/ 2006543 w 3152217"/>
                <a:gd name="connsiteY22-1042" fmla="*/ 2265623 h 2265623"/>
                <a:gd name="connsiteX23-1043" fmla="*/ 1798691 w 3152217"/>
                <a:gd name="connsiteY23-1044" fmla="*/ 2057769 h 2265623"/>
                <a:gd name="connsiteX24-1045" fmla="*/ 1775643 w 3152217"/>
                <a:gd name="connsiteY24-1046" fmla="*/ 2034721 h 2265623"/>
                <a:gd name="connsiteX25-1047" fmla="*/ 1842458 w 3152217"/>
                <a:gd name="connsiteY25-1048" fmla="*/ 1945465 h 2265623"/>
                <a:gd name="connsiteX26-1049" fmla="*/ 1533525 w 3152217"/>
                <a:gd name="connsiteY26-1050" fmla="*/ 1533525 h 2265623"/>
                <a:gd name="connsiteX27-1051" fmla="*/ 1219200 w 3152217"/>
                <a:gd name="connsiteY27-1052" fmla="*/ 1228725 h 2265623"/>
                <a:gd name="connsiteX28-1053" fmla="*/ 571500 w 3152217"/>
                <a:gd name="connsiteY28-1054" fmla="*/ 1343025 h 2265623"/>
                <a:gd name="connsiteX29-1055" fmla="*/ 0 w 3152217"/>
                <a:gd name="connsiteY29-1056" fmla="*/ 1314450 h 2265623"/>
                <a:gd name="connsiteX30-1057" fmla="*/ 0 w 3152217"/>
                <a:gd name="connsiteY30-1058" fmla="*/ 0 h 2265623"/>
                <a:gd name="connsiteX31-1059" fmla="*/ 361950 w 3152217"/>
                <a:gd name="connsiteY31-1060" fmla="*/ 9525 h 2265623"/>
                <a:gd name="connsiteX0-1061" fmla="*/ 409575 w 3152217"/>
                <a:gd name="connsiteY0-1062" fmla="*/ 9525 h 2265623"/>
                <a:gd name="connsiteX1-1063" fmla="*/ 95250 w 3152217"/>
                <a:gd name="connsiteY1-1064" fmla="*/ 257175 h 2265623"/>
                <a:gd name="connsiteX2-1065" fmla="*/ 1352550 w 3152217"/>
                <a:gd name="connsiteY2-1066" fmla="*/ 133350 h 2265623"/>
                <a:gd name="connsiteX3-1067" fmla="*/ 2314575 w 3152217"/>
                <a:gd name="connsiteY3-1068" fmla="*/ 333375 h 2265623"/>
                <a:gd name="connsiteX4-1069" fmla="*/ 2724150 w 3152217"/>
                <a:gd name="connsiteY4-1070" fmla="*/ 828675 h 2265623"/>
                <a:gd name="connsiteX5-1071" fmla="*/ 3152217 w 3152217"/>
                <a:gd name="connsiteY5-1072" fmla="*/ 1265310 h 2265623"/>
                <a:gd name="connsiteX6-1073" fmla="*/ 3152217 w 3152217"/>
                <a:gd name="connsiteY6-1074" fmla="*/ 1477527 h 2265623"/>
                <a:gd name="connsiteX7-1075" fmla="*/ 2940000 w 3152217"/>
                <a:gd name="connsiteY7-1076" fmla="*/ 1477527 h 2265623"/>
                <a:gd name="connsiteX8-1077" fmla="*/ 2539107 w 3152217"/>
                <a:gd name="connsiteY8-1078" fmla="*/ 1076633 h 2265623"/>
                <a:gd name="connsiteX9-1079" fmla="*/ 2474399 w 3152217"/>
                <a:gd name="connsiteY9-1080" fmla="*/ 1163342 h 2265623"/>
                <a:gd name="connsiteX10-1081" fmla="*/ 2907621 w 3152217"/>
                <a:gd name="connsiteY10-1082" fmla="*/ 1596565 h 2265623"/>
                <a:gd name="connsiteX11-1083" fmla="*/ 2907621 w 3152217"/>
                <a:gd name="connsiteY11-1084" fmla="*/ 1808782 h 2265623"/>
                <a:gd name="connsiteX12-1085" fmla="*/ 2695404 w 3152217"/>
                <a:gd name="connsiteY12-1086" fmla="*/ 1808782 h 2265623"/>
                <a:gd name="connsiteX13-1087" fmla="*/ 2293017 w 3152217"/>
                <a:gd name="connsiteY13-1088" fmla="*/ 1406394 h 2265623"/>
                <a:gd name="connsiteX14-1089" fmla="*/ 2228234 w 3152217"/>
                <a:gd name="connsiteY14-1090" fmla="*/ 1493203 h 2265623"/>
                <a:gd name="connsiteX15-1091" fmla="*/ 2648161 w 3152217"/>
                <a:gd name="connsiteY15-1092" fmla="*/ 1913130 h 2265623"/>
                <a:gd name="connsiteX16-1093" fmla="*/ 2648161 w 3152217"/>
                <a:gd name="connsiteY16-1094" fmla="*/ 2125347 h 2265623"/>
                <a:gd name="connsiteX17-1095" fmla="*/ 2435944 w 3152217"/>
                <a:gd name="connsiteY17-1096" fmla="*/ 2125347 h 2265623"/>
                <a:gd name="connsiteX18-1097" fmla="*/ 2046853 w 3152217"/>
                <a:gd name="connsiteY18-1098" fmla="*/ 1736254 h 2265623"/>
                <a:gd name="connsiteX19-1099" fmla="*/ 1987859 w 3152217"/>
                <a:gd name="connsiteY19-1100" fmla="*/ 1822504 h 2265623"/>
                <a:gd name="connsiteX20-1101" fmla="*/ 2218760 w 3152217"/>
                <a:gd name="connsiteY20-1102" fmla="*/ 2053406 h 2265623"/>
                <a:gd name="connsiteX21-1103" fmla="*/ 2218760 w 3152217"/>
                <a:gd name="connsiteY21-1104" fmla="*/ 2265623 h 2265623"/>
                <a:gd name="connsiteX22-1105" fmla="*/ 2006543 w 3152217"/>
                <a:gd name="connsiteY22-1106" fmla="*/ 2265623 h 2265623"/>
                <a:gd name="connsiteX23-1107" fmla="*/ 1798691 w 3152217"/>
                <a:gd name="connsiteY23-1108" fmla="*/ 2057769 h 2265623"/>
                <a:gd name="connsiteX24-1109" fmla="*/ 1775643 w 3152217"/>
                <a:gd name="connsiteY24-1110" fmla="*/ 2034721 h 2265623"/>
                <a:gd name="connsiteX25-1111" fmla="*/ 1842458 w 3152217"/>
                <a:gd name="connsiteY25-1112" fmla="*/ 1945465 h 2265623"/>
                <a:gd name="connsiteX26-1113" fmla="*/ 1533525 w 3152217"/>
                <a:gd name="connsiteY26-1114" fmla="*/ 1533525 h 2265623"/>
                <a:gd name="connsiteX27-1115" fmla="*/ 1219200 w 3152217"/>
                <a:gd name="connsiteY27-1116" fmla="*/ 1228725 h 2265623"/>
                <a:gd name="connsiteX28-1117" fmla="*/ 571500 w 3152217"/>
                <a:gd name="connsiteY28-1118" fmla="*/ 1343025 h 2265623"/>
                <a:gd name="connsiteX29-1119" fmla="*/ 0 w 3152217"/>
                <a:gd name="connsiteY29-1120" fmla="*/ 1314450 h 2265623"/>
                <a:gd name="connsiteX30-1121" fmla="*/ 0 w 3152217"/>
                <a:gd name="connsiteY30-1122" fmla="*/ 0 h 2265623"/>
                <a:gd name="connsiteX31-1123" fmla="*/ 409575 w 3152217"/>
                <a:gd name="connsiteY31-1124" fmla="*/ 9525 h 2265623"/>
                <a:gd name="connsiteX0-1125" fmla="*/ 390525 w 3152217"/>
                <a:gd name="connsiteY0-1126" fmla="*/ 9525 h 2265623"/>
                <a:gd name="connsiteX1-1127" fmla="*/ 95250 w 3152217"/>
                <a:gd name="connsiteY1-1128" fmla="*/ 257175 h 2265623"/>
                <a:gd name="connsiteX2-1129" fmla="*/ 1352550 w 3152217"/>
                <a:gd name="connsiteY2-1130" fmla="*/ 133350 h 2265623"/>
                <a:gd name="connsiteX3-1131" fmla="*/ 2314575 w 3152217"/>
                <a:gd name="connsiteY3-1132" fmla="*/ 333375 h 2265623"/>
                <a:gd name="connsiteX4-1133" fmla="*/ 2724150 w 3152217"/>
                <a:gd name="connsiteY4-1134" fmla="*/ 828675 h 2265623"/>
                <a:gd name="connsiteX5-1135" fmla="*/ 3152217 w 3152217"/>
                <a:gd name="connsiteY5-1136" fmla="*/ 1265310 h 2265623"/>
                <a:gd name="connsiteX6-1137" fmla="*/ 3152217 w 3152217"/>
                <a:gd name="connsiteY6-1138" fmla="*/ 1477527 h 2265623"/>
                <a:gd name="connsiteX7-1139" fmla="*/ 2940000 w 3152217"/>
                <a:gd name="connsiteY7-1140" fmla="*/ 1477527 h 2265623"/>
                <a:gd name="connsiteX8-1141" fmla="*/ 2539107 w 3152217"/>
                <a:gd name="connsiteY8-1142" fmla="*/ 1076633 h 2265623"/>
                <a:gd name="connsiteX9-1143" fmla="*/ 2474399 w 3152217"/>
                <a:gd name="connsiteY9-1144" fmla="*/ 1163342 h 2265623"/>
                <a:gd name="connsiteX10-1145" fmla="*/ 2907621 w 3152217"/>
                <a:gd name="connsiteY10-1146" fmla="*/ 1596565 h 2265623"/>
                <a:gd name="connsiteX11-1147" fmla="*/ 2907621 w 3152217"/>
                <a:gd name="connsiteY11-1148" fmla="*/ 1808782 h 2265623"/>
                <a:gd name="connsiteX12-1149" fmla="*/ 2695404 w 3152217"/>
                <a:gd name="connsiteY12-1150" fmla="*/ 1808782 h 2265623"/>
                <a:gd name="connsiteX13-1151" fmla="*/ 2293017 w 3152217"/>
                <a:gd name="connsiteY13-1152" fmla="*/ 1406394 h 2265623"/>
                <a:gd name="connsiteX14-1153" fmla="*/ 2228234 w 3152217"/>
                <a:gd name="connsiteY14-1154" fmla="*/ 1493203 h 2265623"/>
                <a:gd name="connsiteX15-1155" fmla="*/ 2648161 w 3152217"/>
                <a:gd name="connsiteY15-1156" fmla="*/ 1913130 h 2265623"/>
                <a:gd name="connsiteX16-1157" fmla="*/ 2648161 w 3152217"/>
                <a:gd name="connsiteY16-1158" fmla="*/ 2125347 h 2265623"/>
                <a:gd name="connsiteX17-1159" fmla="*/ 2435944 w 3152217"/>
                <a:gd name="connsiteY17-1160" fmla="*/ 2125347 h 2265623"/>
                <a:gd name="connsiteX18-1161" fmla="*/ 2046853 w 3152217"/>
                <a:gd name="connsiteY18-1162" fmla="*/ 1736254 h 2265623"/>
                <a:gd name="connsiteX19-1163" fmla="*/ 1987859 w 3152217"/>
                <a:gd name="connsiteY19-1164" fmla="*/ 1822504 h 2265623"/>
                <a:gd name="connsiteX20-1165" fmla="*/ 2218760 w 3152217"/>
                <a:gd name="connsiteY20-1166" fmla="*/ 2053406 h 2265623"/>
                <a:gd name="connsiteX21-1167" fmla="*/ 2218760 w 3152217"/>
                <a:gd name="connsiteY21-1168" fmla="*/ 2265623 h 2265623"/>
                <a:gd name="connsiteX22-1169" fmla="*/ 2006543 w 3152217"/>
                <a:gd name="connsiteY22-1170" fmla="*/ 2265623 h 2265623"/>
                <a:gd name="connsiteX23-1171" fmla="*/ 1798691 w 3152217"/>
                <a:gd name="connsiteY23-1172" fmla="*/ 2057769 h 2265623"/>
                <a:gd name="connsiteX24-1173" fmla="*/ 1775643 w 3152217"/>
                <a:gd name="connsiteY24-1174" fmla="*/ 2034721 h 2265623"/>
                <a:gd name="connsiteX25-1175" fmla="*/ 1842458 w 3152217"/>
                <a:gd name="connsiteY25-1176" fmla="*/ 1945465 h 2265623"/>
                <a:gd name="connsiteX26-1177" fmla="*/ 1533525 w 3152217"/>
                <a:gd name="connsiteY26-1178" fmla="*/ 1533525 h 2265623"/>
                <a:gd name="connsiteX27-1179" fmla="*/ 1219200 w 3152217"/>
                <a:gd name="connsiteY27-1180" fmla="*/ 1228725 h 2265623"/>
                <a:gd name="connsiteX28-1181" fmla="*/ 571500 w 3152217"/>
                <a:gd name="connsiteY28-1182" fmla="*/ 1343025 h 2265623"/>
                <a:gd name="connsiteX29-1183" fmla="*/ 0 w 3152217"/>
                <a:gd name="connsiteY29-1184" fmla="*/ 1314450 h 2265623"/>
                <a:gd name="connsiteX30-1185" fmla="*/ 0 w 3152217"/>
                <a:gd name="connsiteY30-1186" fmla="*/ 0 h 2265623"/>
                <a:gd name="connsiteX31-1187" fmla="*/ 390525 w 3152217"/>
                <a:gd name="connsiteY31-1188" fmla="*/ 9525 h 2265623"/>
                <a:gd name="connsiteX0-1189" fmla="*/ 390525 w 3152217"/>
                <a:gd name="connsiteY0-1190" fmla="*/ 24506 h 2280604"/>
                <a:gd name="connsiteX1-1191" fmla="*/ 95250 w 3152217"/>
                <a:gd name="connsiteY1-1192" fmla="*/ 272156 h 2280604"/>
                <a:gd name="connsiteX2-1193" fmla="*/ 1352550 w 3152217"/>
                <a:gd name="connsiteY2-1194" fmla="*/ 148331 h 2280604"/>
                <a:gd name="connsiteX3-1195" fmla="*/ 2314575 w 3152217"/>
                <a:gd name="connsiteY3-1196" fmla="*/ 348356 h 2280604"/>
                <a:gd name="connsiteX4-1197" fmla="*/ 2724150 w 3152217"/>
                <a:gd name="connsiteY4-1198" fmla="*/ 843656 h 2280604"/>
                <a:gd name="connsiteX5-1199" fmla="*/ 3152217 w 3152217"/>
                <a:gd name="connsiteY5-1200" fmla="*/ 1280291 h 2280604"/>
                <a:gd name="connsiteX6-1201" fmla="*/ 3152217 w 3152217"/>
                <a:gd name="connsiteY6-1202" fmla="*/ 1492508 h 2280604"/>
                <a:gd name="connsiteX7-1203" fmla="*/ 2940000 w 3152217"/>
                <a:gd name="connsiteY7-1204" fmla="*/ 1492508 h 2280604"/>
                <a:gd name="connsiteX8-1205" fmla="*/ 2539107 w 3152217"/>
                <a:gd name="connsiteY8-1206" fmla="*/ 1091614 h 2280604"/>
                <a:gd name="connsiteX9-1207" fmla="*/ 2474399 w 3152217"/>
                <a:gd name="connsiteY9-1208" fmla="*/ 1178323 h 2280604"/>
                <a:gd name="connsiteX10-1209" fmla="*/ 2907621 w 3152217"/>
                <a:gd name="connsiteY10-1210" fmla="*/ 1611546 h 2280604"/>
                <a:gd name="connsiteX11-1211" fmla="*/ 2907621 w 3152217"/>
                <a:gd name="connsiteY11-1212" fmla="*/ 1823763 h 2280604"/>
                <a:gd name="connsiteX12-1213" fmla="*/ 2695404 w 3152217"/>
                <a:gd name="connsiteY12-1214" fmla="*/ 1823763 h 2280604"/>
                <a:gd name="connsiteX13-1215" fmla="*/ 2293017 w 3152217"/>
                <a:gd name="connsiteY13-1216" fmla="*/ 1421375 h 2280604"/>
                <a:gd name="connsiteX14-1217" fmla="*/ 2228234 w 3152217"/>
                <a:gd name="connsiteY14-1218" fmla="*/ 1508184 h 2280604"/>
                <a:gd name="connsiteX15-1219" fmla="*/ 2648161 w 3152217"/>
                <a:gd name="connsiteY15-1220" fmla="*/ 1928111 h 2280604"/>
                <a:gd name="connsiteX16-1221" fmla="*/ 2648161 w 3152217"/>
                <a:gd name="connsiteY16-1222" fmla="*/ 2140328 h 2280604"/>
                <a:gd name="connsiteX17-1223" fmla="*/ 2435944 w 3152217"/>
                <a:gd name="connsiteY17-1224" fmla="*/ 2140328 h 2280604"/>
                <a:gd name="connsiteX18-1225" fmla="*/ 2046853 w 3152217"/>
                <a:gd name="connsiteY18-1226" fmla="*/ 1751235 h 2280604"/>
                <a:gd name="connsiteX19-1227" fmla="*/ 1987859 w 3152217"/>
                <a:gd name="connsiteY19-1228" fmla="*/ 1837485 h 2280604"/>
                <a:gd name="connsiteX20-1229" fmla="*/ 2218760 w 3152217"/>
                <a:gd name="connsiteY20-1230" fmla="*/ 2068387 h 2280604"/>
                <a:gd name="connsiteX21-1231" fmla="*/ 2218760 w 3152217"/>
                <a:gd name="connsiteY21-1232" fmla="*/ 2280604 h 2280604"/>
                <a:gd name="connsiteX22-1233" fmla="*/ 2006543 w 3152217"/>
                <a:gd name="connsiteY22-1234" fmla="*/ 2280604 h 2280604"/>
                <a:gd name="connsiteX23-1235" fmla="*/ 1798691 w 3152217"/>
                <a:gd name="connsiteY23-1236" fmla="*/ 2072750 h 2280604"/>
                <a:gd name="connsiteX24-1237" fmla="*/ 1775643 w 3152217"/>
                <a:gd name="connsiteY24-1238" fmla="*/ 2049702 h 2280604"/>
                <a:gd name="connsiteX25-1239" fmla="*/ 1842458 w 3152217"/>
                <a:gd name="connsiteY25-1240" fmla="*/ 1960446 h 2280604"/>
                <a:gd name="connsiteX26-1241" fmla="*/ 1533525 w 3152217"/>
                <a:gd name="connsiteY26-1242" fmla="*/ 1548506 h 2280604"/>
                <a:gd name="connsiteX27-1243" fmla="*/ 1219200 w 3152217"/>
                <a:gd name="connsiteY27-1244" fmla="*/ 1243706 h 2280604"/>
                <a:gd name="connsiteX28-1245" fmla="*/ 571500 w 3152217"/>
                <a:gd name="connsiteY28-1246" fmla="*/ 1358006 h 2280604"/>
                <a:gd name="connsiteX29-1247" fmla="*/ 0 w 3152217"/>
                <a:gd name="connsiteY29-1248" fmla="*/ 1329431 h 2280604"/>
                <a:gd name="connsiteX30-1249" fmla="*/ 0 w 3152217"/>
                <a:gd name="connsiteY30-1250" fmla="*/ 14981 h 2280604"/>
                <a:gd name="connsiteX31-1251" fmla="*/ 390525 w 3152217"/>
                <a:gd name="connsiteY31-1252" fmla="*/ 24506 h 2280604"/>
                <a:gd name="connsiteX0-1253" fmla="*/ 390525 w 3152217"/>
                <a:gd name="connsiteY0-1254" fmla="*/ 33386 h 2289484"/>
                <a:gd name="connsiteX1-1255" fmla="*/ 95250 w 3152217"/>
                <a:gd name="connsiteY1-1256" fmla="*/ 281036 h 2289484"/>
                <a:gd name="connsiteX2-1257" fmla="*/ 1352550 w 3152217"/>
                <a:gd name="connsiteY2-1258" fmla="*/ 157211 h 2289484"/>
                <a:gd name="connsiteX3-1259" fmla="*/ 2314575 w 3152217"/>
                <a:gd name="connsiteY3-1260" fmla="*/ 357236 h 2289484"/>
                <a:gd name="connsiteX4-1261" fmla="*/ 2724150 w 3152217"/>
                <a:gd name="connsiteY4-1262" fmla="*/ 852536 h 2289484"/>
                <a:gd name="connsiteX5-1263" fmla="*/ 3152217 w 3152217"/>
                <a:gd name="connsiteY5-1264" fmla="*/ 1289171 h 2289484"/>
                <a:gd name="connsiteX6-1265" fmla="*/ 3152217 w 3152217"/>
                <a:gd name="connsiteY6-1266" fmla="*/ 1501388 h 2289484"/>
                <a:gd name="connsiteX7-1267" fmla="*/ 2940000 w 3152217"/>
                <a:gd name="connsiteY7-1268" fmla="*/ 1501388 h 2289484"/>
                <a:gd name="connsiteX8-1269" fmla="*/ 2539107 w 3152217"/>
                <a:gd name="connsiteY8-1270" fmla="*/ 1100494 h 2289484"/>
                <a:gd name="connsiteX9-1271" fmla="*/ 2474399 w 3152217"/>
                <a:gd name="connsiteY9-1272" fmla="*/ 1187203 h 2289484"/>
                <a:gd name="connsiteX10-1273" fmla="*/ 2907621 w 3152217"/>
                <a:gd name="connsiteY10-1274" fmla="*/ 1620426 h 2289484"/>
                <a:gd name="connsiteX11-1275" fmla="*/ 2907621 w 3152217"/>
                <a:gd name="connsiteY11-1276" fmla="*/ 1832643 h 2289484"/>
                <a:gd name="connsiteX12-1277" fmla="*/ 2695404 w 3152217"/>
                <a:gd name="connsiteY12-1278" fmla="*/ 1832643 h 2289484"/>
                <a:gd name="connsiteX13-1279" fmla="*/ 2293017 w 3152217"/>
                <a:gd name="connsiteY13-1280" fmla="*/ 1430255 h 2289484"/>
                <a:gd name="connsiteX14-1281" fmla="*/ 2228234 w 3152217"/>
                <a:gd name="connsiteY14-1282" fmla="*/ 1517064 h 2289484"/>
                <a:gd name="connsiteX15-1283" fmla="*/ 2648161 w 3152217"/>
                <a:gd name="connsiteY15-1284" fmla="*/ 1936991 h 2289484"/>
                <a:gd name="connsiteX16-1285" fmla="*/ 2648161 w 3152217"/>
                <a:gd name="connsiteY16-1286" fmla="*/ 2149208 h 2289484"/>
                <a:gd name="connsiteX17-1287" fmla="*/ 2435944 w 3152217"/>
                <a:gd name="connsiteY17-1288" fmla="*/ 2149208 h 2289484"/>
                <a:gd name="connsiteX18-1289" fmla="*/ 2046853 w 3152217"/>
                <a:gd name="connsiteY18-1290" fmla="*/ 1760115 h 2289484"/>
                <a:gd name="connsiteX19-1291" fmla="*/ 1987859 w 3152217"/>
                <a:gd name="connsiteY19-1292" fmla="*/ 1846365 h 2289484"/>
                <a:gd name="connsiteX20-1293" fmla="*/ 2218760 w 3152217"/>
                <a:gd name="connsiteY20-1294" fmla="*/ 2077267 h 2289484"/>
                <a:gd name="connsiteX21-1295" fmla="*/ 2218760 w 3152217"/>
                <a:gd name="connsiteY21-1296" fmla="*/ 2289484 h 2289484"/>
                <a:gd name="connsiteX22-1297" fmla="*/ 2006543 w 3152217"/>
                <a:gd name="connsiteY22-1298" fmla="*/ 2289484 h 2289484"/>
                <a:gd name="connsiteX23-1299" fmla="*/ 1798691 w 3152217"/>
                <a:gd name="connsiteY23-1300" fmla="*/ 2081630 h 2289484"/>
                <a:gd name="connsiteX24-1301" fmla="*/ 1775643 w 3152217"/>
                <a:gd name="connsiteY24-1302" fmla="*/ 2058582 h 2289484"/>
                <a:gd name="connsiteX25-1303" fmla="*/ 1842458 w 3152217"/>
                <a:gd name="connsiteY25-1304" fmla="*/ 1969326 h 2289484"/>
                <a:gd name="connsiteX26-1305" fmla="*/ 1533525 w 3152217"/>
                <a:gd name="connsiteY26-1306" fmla="*/ 1557386 h 2289484"/>
                <a:gd name="connsiteX27-1307" fmla="*/ 1219200 w 3152217"/>
                <a:gd name="connsiteY27-1308" fmla="*/ 1252586 h 2289484"/>
                <a:gd name="connsiteX28-1309" fmla="*/ 571500 w 3152217"/>
                <a:gd name="connsiteY28-1310" fmla="*/ 1366886 h 2289484"/>
                <a:gd name="connsiteX29-1311" fmla="*/ 0 w 3152217"/>
                <a:gd name="connsiteY29-1312" fmla="*/ 1338311 h 2289484"/>
                <a:gd name="connsiteX30-1313" fmla="*/ 0 w 3152217"/>
                <a:gd name="connsiteY30-1314" fmla="*/ 23861 h 2289484"/>
                <a:gd name="connsiteX31-1315" fmla="*/ 390525 w 3152217"/>
                <a:gd name="connsiteY31-1316" fmla="*/ 33386 h 2289484"/>
                <a:gd name="connsiteX0-1317" fmla="*/ 390525 w 3152217"/>
                <a:gd name="connsiteY0-1318" fmla="*/ 24507 h 2280605"/>
                <a:gd name="connsiteX1-1319" fmla="*/ 95250 w 3152217"/>
                <a:gd name="connsiteY1-1320" fmla="*/ 272157 h 2280605"/>
                <a:gd name="connsiteX2-1321" fmla="*/ 1352550 w 3152217"/>
                <a:gd name="connsiteY2-1322" fmla="*/ 148332 h 2280605"/>
                <a:gd name="connsiteX3-1323" fmla="*/ 2314575 w 3152217"/>
                <a:gd name="connsiteY3-1324" fmla="*/ 348357 h 2280605"/>
                <a:gd name="connsiteX4-1325" fmla="*/ 2724150 w 3152217"/>
                <a:gd name="connsiteY4-1326" fmla="*/ 843657 h 2280605"/>
                <a:gd name="connsiteX5-1327" fmla="*/ 3152217 w 3152217"/>
                <a:gd name="connsiteY5-1328" fmla="*/ 1280292 h 2280605"/>
                <a:gd name="connsiteX6-1329" fmla="*/ 3152217 w 3152217"/>
                <a:gd name="connsiteY6-1330" fmla="*/ 1492509 h 2280605"/>
                <a:gd name="connsiteX7-1331" fmla="*/ 2940000 w 3152217"/>
                <a:gd name="connsiteY7-1332" fmla="*/ 1492509 h 2280605"/>
                <a:gd name="connsiteX8-1333" fmla="*/ 2539107 w 3152217"/>
                <a:gd name="connsiteY8-1334" fmla="*/ 1091615 h 2280605"/>
                <a:gd name="connsiteX9-1335" fmla="*/ 2474399 w 3152217"/>
                <a:gd name="connsiteY9-1336" fmla="*/ 1178324 h 2280605"/>
                <a:gd name="connsiteX10-1337" fmla="*/ 2907621 w 3152217"/>
                <a:gd name="connsiteY10-1338" fmla="*/ 1611547 h 2280605"/>
                <a:gd name="connsiteX11-1339" fmla="*/ 2907621 w 3152217"/>
                <a:gd name="connsiteY11-1340" fmla="*/ 1823764 h 2280605"/>
                <a:gd name="connsiteX12-1341" fmla="*/ 2695404 w 3152217"/>
                <a:gd name="connsiteY12-1342" fmla="*/ 1823764 h 2280605"/>
                <a:gd name="connsiteX13-1343" fmla="*/ 2293017 w 3152217"/>
                <a:gd name="connsiteY13-1344" fmla="*/ 1421376 h 2280605"/>
                <a:gd name="connsiteX14-1345" fmla="*/ 2228234 w 3152217"/>
                <a:gd name="connsiteY14-1346" fmla="*/ 1508185 h 2280605"/>
                <a:gd name="connsiteX15-1347" fmla="*/ 2648161 w 3152217"/>
                <a:gd name="connsiteY15-1348" fmla="*/ 1928112 h 2280605"/>
                <a:gd name="connsiteX16-1349" fmla="*/ 2648161 w 3152217"/>
                <a:gd name="connsiteY16-1350" fmla="*/ 2140329 h 2280605"/>
                <a:gd name="connsiteX17-1351" fmla="*/ 2435944 w 3152217"/>
                <a:gd name="connsiteY17-1352" fmla="*/ 2140329 h 2280605"/>
                <a:gd name="connsiteX18-1353" fmla="*/ 2046853 w 3152217"/>
                <a:gd name="connsiteY18-1354" fmla="*/ 1751236 h 2280605"/>
                <a:gd name="connsiteX19-1355" fmla="*/ 1987859 w 3152217"/>
                <a:gd name="connsiteY19-1356" fmla="*/ 1837486 h 2280605"/>
                <a:gd name="connsiteX20-1357" fmla="*/ 2218760 w 3152217"/>
                <a:gd name="connsiteY20-1358" fmla="*/ 2068388 h 2280605"/>
                <a:gd name="connsiteX21-1359" fmla="*/ 2218760 w 3152217"/>
                <a:gd name="connsiteY21-1360" fmla="*/ 2280605 h 2280605"/>
                <a:gd name="connsiteX22-1361" fmla="*/ 2006543 w 3152217"/>
                <a:gd name="connsiteY22-1362" fmla="*/ 2280605 h 2280605"/>
                <a:gd name="connsiteX23-1363" fmla="*/ 1798691 w 3152217"/>
                <a:gd name="connsiteY23-1364" fmla="*/ 2072751 h 2280605"/>
                <a:gd name="connsiteX24-1365" fmla="*/ 1775643 w 3152217"/>
                <a:gd name="connsiteY24-1366" fmla="*/ 2049703 h 2280605"/>
                <a:gd name="connsiteX25-1367" fmla="*/ 1842458 w 3152217"/>
                <a:gd name="connsiteY25-1368" fmla="*/ 1960447 h 2280605"/>
                <a:gd name="connsiteX26-1369" fmla="*/ 1533525 w 3152217"/>
                <a:gd name="connsiteY26-1370" fmla="*/ 1548507 h 2280605"/>
                <a:gd name="connsiteX27-1371" fmla="*/ 1219200 w 3152217"/>
                <a:gd name="connsiteY27-1372" fmla="*/ 1243707 h 2280605"/>
                <a:gd name="connsiteX28-1373" fmla="*/ 571500 w 3152217"/>
                <a:gd name="connsiteY28-1374" fmla="*/ 1358007 h 2280605"/>
                <a:gd name="connsiteX29-1375" fmla="*/ 0 w 3152217"/>
                <a:gd name="connsiteY29-1376" fmla="*/ 1329432 h 2280605"/>
                <a:gd name="connsiteX30-1377" fmla="*/ 0 w 3152217"/>
                <a:gd name="connsiteY30-1378" fmla="*/ 14982 h 2280605"/>
                <a:gd name="connsiteX31-1379" fmla="*/ 390525 w 3152217"/>
                <a:gd name="connsiteY31-1380" fmla="*/ 24507 h 2280605"/>
                <a:gd name="connsiteX0-1381" fmla="*/ 390525 w 3152217"/>
                <a:gd name="connsiteY0-1382" fmla="*/ 9525 h 2265623"/>
                <a:gd name="connsiteX1-1383" fmla="*/ 95250 w 3152217"/>
                <a:gd name="connsiteY1-1384" fmla="*/ 257175 h 2265623"/>
                <a:gd name="connsiteX2-1385" fmla="*/ 1352550 w 3152217"/>
                <a:gd name="connsiteY2-1386" fmla="*/ 133350 h 2265623"/>
                <a:gd name="connsiteX3-1387" fmla="*/ 2314575 w 3152217"/>
                <a:gd name="connsiteY3-1388" fmla="*/ 333375 h 2265623"/>
                <a:gd name="connsiteX4-1389" fmla="*/ 2724150 w 3152217"/>
                <a:gd name="connsiteY4-1390" fmla="*/ 828675 h 2265623"/>
                <a:gd name="connsiteX5-1391" fmla="*/ 3152217 w 3152217"/>
                <a:gd name="connsiteY5-1392" fmla="*/ 1265310 h 2265623"/>
                <a:gd name="connsiteX6-1393" fmla="*/ 3152217 w 3152217"/>
                <a:gd name="connsiteY6-1394" fmla="*/ 1477527 h 2265623"/>
                <a:gd name="connsiteX7-1395" fmla="*/ 2940000 w 3152217"/>
                <a:gd name="connsiteY7-1396" fmla="*/ 1477527 h 2265623"/>
                <a:gd name="connsiteX8-1397" fmla="*/ 2539107 w 3152217"/>
                <a:gd name="connsiteY8-1398" fmla="*/ 1076633 h 2265623"/>
                <a:gd name="connsiteX9-1399" fmla="*/ 2474399 w 3152217"/>
                <a:gd name="connsiteY9-1400" fmla="*/ 1163342 h 2265623"/>
                <a:gd name="connsiteX10-1401" fmla="*/ 2907621 w 3152217"/>
                <a:gd name="connsiteY10-1402" fmla="*/ 1596565 h 2265623"/>
                <a:gd name="connsiteX11-1403" fmla="*/ 2907621 w 3152217"/>
                <a:gd name="connsiteY11-1404" fmla="*/ 1808782 h 2265623"/>
                <a:gd name="connsiteX12-1405" fmla="*/ 2695404 w 3152217"/>
                <a:gd name="connsiteY12-1406" fmla="*/ 1808782 h 2265623"/>
                <a:gd name="connsiteX13-1407" fmla="*/ 2293017 w 3152217"/>
                <a:gd name="connsiteY13-1408" fmla="*/ 1406394 h 2265623"/>
                <a:gd name="connsiteX14-1409" fmla="*/ 2228234 w 3152217"/>
                <a:gd name="connsiteY14-1410" fmla="*/ 1493203 h 2265623"/>
                <a:gd name="connsiteX15-1411" fmla="*/ 2648161 w 3152217"/>
                <a:gd name="connsiteY15-1412" fmla="*/ 1913130 h 2265623"/>
                <a:gd name="connsiteX16-1413" fmla="*/ 2648161 w 3152217"/>
                <a:gd name="connsiteY16-1414" fmla="*/ 2125347 h 2265623"/>
                <a:gd name="connsiteX17-1415" fmla="*/ 2435944 w 3152217"/>
                <a:gd name="connsiteY17-1416" fmla="*/ 2125347 h 2265623"/>
                <a:gd name="connsiteX18-1417" fmla="*/ 2046853 w 3152217"/>
                <a:gd name="connsiteY18-1418" fmla="*/ 1736254 h 2265623"/>
                <a:gd name="connsiteX19-1419" fmla="*/ 1987859 w 3152217"/>
                <a:gd name="connsiteY19-1420" fmla="*/ 1822504 h 2265623"/>
                <a:gd name="connsiteX20-1421" fmla="*/ 2218760 w 3152217"/>
                <a:gd name="connsiteY20-1422" fmla="*/ 2053406 h 2265623"/>
                <a:gd name="connsiteX21-1423" fmla="*/ 2218760 w 3152217"/>
                <a:gd name="connsiteY21-1424" fmla="*/ 2265623 h 2265623"/>
                <a:gd name="connsiteX22-1425" fmla="*/ 2006543 w 3152217"/>
                <a:gd name="connsiteY22-1426" fmla="*/ 2265623 h 2265623"/>
                <a:gd name="connsiteX23-1427" fmla="*/ 1798691 w 3152217"/>
                <a:gd name="connsiteY23-1428" fmla="*/ 2057769 h 2265623"/>
                <a:gd name="connsiteX24-1429" fmla="*/ 1775643 w 3152217"/>
                <a:gd name="connsiteY24-1430" fmla="*/ 2034721 h 2265623"/>
                <a:gd name="connsiteX25-1431" fmla="*/ 1842458 w 3152217"/>
                <a:gd name="connsiteY25-1432" fmla="*/ 1945465 h 2265623"/>
                <a:gd name="connsiteX26-1433" fmla="*/ 1533525 w 3152217"/>
                <a:gd name="connsiteY26-1434" fmla="*/ 1533525 h 2265623"/>
                <a:gd name="connsiteX27-1435" fmla="*/ 1219200 w 3152217"/>
                <a:gd name="connsiteY27-1436" fmla="*/ 1228725 h 2265623"/>
                <a:gd name="connsiteX28-1437" fmla="*/ 571500 w 3152217"/>
                <a:gd name="connsiteY28-1438" fmla="*/ 1343025 h 2265623"/>
                <a:gd name="connsiteX29-1439" fmla="*/ 0 w 3152217"/>
                <a:gd name="connsiteY29-1440" fmla="*/ 1314450 h 2265623"/>
                <a:gd name="connsiteX30-1441" fmla="*/ 0 w 3152217"/>
                <a:gd name="connsiteY30-1442" fmla="*/ 0 h 2265623"/>
                <a:gd name="connsiteX31-1443" fmla="*/ 390525 w 3152217"/>
                <a:gd name="connsiteY31-1444" fmla="*/ 9525 h 2265623"/>
                <a:gd name="connsiteX0-1445" fmla="*/ 390525 w 3152217"/>
                <a:gd name="connsiteY0-1446" fmla="*/ 9525 h 2265623"/>
                <a:gd name="connsiteX1-1447" fmla="*/ 95250 w 3152217"/>
                <a:gd name="connsiteY1-1448" fmla="*/ 257175 h 2265623"/>
                <a:gd name="connsiteX2-1449" fmla="*/ 1352550 w 3152217"/>
                <a:gd name="connsiteY2-1450" fmla="*/ 133350 h 2265623"/>
                <a:gd name="connsiteX3-1451" fmla="*/ 2314575 w 3152217"/>
                <a:gd name="connsiteY3-1452" fmla="*/ 333375 h 2265623"/>
                <a:gd name="connsiteX4-1453" fmla="*/ 2724150 w 3152217"/>
                <a:gd name="connsiteY4-1454" fmla="*/ 828675 h 2265623"/>
                <a:gd name="connsiteX5-1455" fmla="*/ 3152217 w 3152217"/>
                <a:gd name="connsiteY5-1456" fmla="*/ 1265310 h 2265623"/>
                <a:gd name="connsiteX6-1457" fmla="*/ 3152217 w 3152217"/>
                <a:gd name="connsiteY6-1458" fmla="*/ 1477527 h 2265623"/>
                <a:gd name="connsiteX7-1459" fmla="*/ 2940000 w 3152217"/>
                <a:gd name="connsiteY7-1460" fmla="*/ 1477527 h 2265623"/>
                <a:gd name="connsiteX8-1461" fmla="*/ 2539107 w 3152217"/>
                <a:gd name="connsiteY8-1462" fmla="*/ 1076633 h 2265623"/>
                <a:gd name="connsiteX9-1463" fmla="*/ 2474399 w 3152217"/>
                <a:gd name="connsiteY9-1464" fmla="*/ 1163342 h 2265623"/>
                <a:gd name="connsiteX10-1465" fmla="*/ 2907621 w 3152217"/>
                <a:gd name="connsiteY10-1466" fmla="*/ 1596565 h 2265623"/>
                <a:gd name="connsiteX11-1467" fmla="*/ 2907621 w 3152217"/>
                <a:gd name="connsiteY11-1468" fmla="*/ 1808782 h 2265623"/>
                <a:gd name="connsiteX12-1469" fmla="*/ 2695404 w 3152217"/>
                <a:gd name="connsiteY12-1470" fmla="*/ 1808782 h 2265623"/>
                <a:gd name="connsiteX13-1471" fmla="*/ 2293017 w 3152217"/>
                <a:gd name="connsiteY13-1472" fmla="*/ 1406394 h 2265623"/>
                <a:gd name="connsiteX14-1473" fmla="*/ 2228234 w 3152217"/>
                <a:gd name="connsiteY14-1474" fmla="*/ 1493203 h 2265623"/>
                <a:gd name="connsiteX15-1475" fmla="*/ 2648161 w 3152217"/>
                <a:gd name="connsiteY15-1476" fmla="*/ 1913130 h 2265623"/>
                <a:gd name="connsiteX16-1477" fmla="*/ 2648161 w 3152217"/>
                <a:gd name="connsiteY16-1478" fmla="*/ 2125347 h 2265623"/>
                <a:gd name="connsiteX17-1479" fmla="*/ 2435944 w 3152217"/>
                <a:gd name="connsiteY17-1480" fmla="*/ 2125347 h 2265623"/>
                <a:gd name="connsiteX18-1481" fmla="*/ 2046853 w 3152217"/>
                <a:gd name="connsiteY18-1482" fmla="*/ 1736254 h 2265623"/>
                <a:gd name="connsiteX19-1483" fmla="*/ 1987859 w 3152217"/>
                <a:gd name="connsiteY19-1484" fmla="*/ 1822504 h 2265623"/>
                <a:gd name="connsiteX20-1485" fmla="*/ 2218760 w 3152217"/>
                <a:gd name="connsiteY20-1486" fmla="*/ 2053406 h 2265623"/>
                <a:gd name="connsiteX21-1487" fmla="*/ 2218760 w 3152217"/>
                <a:gd name="connsiteY21-1488" fmla="*/ 2265623 h 2265623"/>
                <a:gd name="connsiteX22-1489" fmla="*/ 2006543 w 3152217"/>
                <a:gd name="connsiteY22-1490" fmla="*/ 2265623 h 2265623"/>
                <a:gd name="connsiteX23-1491" fmla="*/ 1798691 w 3152217"/>
                <a:gd name="connsiteY23-1492" fmla="*/ 2057769 h 2265623"/>
                <a:gd name="connsiteX24-1493" fmla="*/ 1775643 w 3152217"/>
                <a:gd name="connsiteY24-1494" fmla="*/ 2034721 h 2265623"/>
                <a:gd name="connsiteX25-1495" fmla="*/ 1842458 w 3152217"/>
                <a:gd name="connsiteY25-1496" fmla="*/ 1945465 h 2265623"/>
                <a:gd name="connsiteX26-1497" fmla="*/ 1533525 w 3152217"/>
                <a:gd name="connsiteY26-1498" fmla="*/ 1533525 h 2265623"/>
                <a:gd name="connsiteX27-1499" fmla="*/ 1219200 w 3152217"/>
                <a:gd name="connsiteY27-1500" fmla="*/ 1228725 h 2265623"/>
                <a:gd name="connsiteX28-1501" fmla="*/ 571500 w 3152217"/>
                <a:gd name="connsiteY28-1502" fmla="*/ 1343025 h 2265623"/>
                <a:gd name="connsiteX29-1503" fmla="*/ 0 w 3152217"/>
                <a:gd name="connsiteY29-1504" fmla="*/ 1314450 h 2265623"/>
                <a:gd name="connsiteX30-1505" fmla="*/ 0 w 3152217"/>
                <a:gd name="connsiteY30-1506" fmla="*/ 0 h 2265623"/>
                <a:gd name="connsiteX31-1507" fmla="*/ 390525 w 3152217"/>
                <a:gd name="connsiteY31-1508" fmla="*/ 9525 h 2265623"/>
                <a:gd name="connsiteX0-1509" fmla="*/ 400050 w 3152217"/>
                <a:gd name="connsiteY0-1510" fmla="*/ 0 h 2284673"/>
                <a:gd name="connsiteX1-1511" fmla="*/ 95250 w 3152217"/>
                <a:gd name="connsiteY1-1512" fmla="*/ 276225 h 2284673"/>
                <a:gd name="connsiteX2-1513" fmla="*/ 1352550 w 3152217"/>
                <a:gd name="connsiteY2-1514" fmla="*/ 152400 h 2284673"/>
                <a:gd name="connsiteX3-1515" fmla="*/ 2314575 w 3152217"/>
                <a:gd name="connsiteY3-1516" fmla="*/ 352425 h 2284673"/>
                <a:gd name="connsiteX4-1517" fmla="*/ 2724150 w 3152217"/>
                <a:gd name="connsiteY4-1518" fmla="*/ 847725 h 2284673"/>
                <a:gd name="connsiteX5-1519" fmla="*/ 3152217 w 3152217"/>
                <a:gd name="connsiteY5-1520" fmla="*/ 1284360 h 2284673"/>
                <a:gd name="connsiteX6-1521" fmla="*/ 3152217 w 3152217"/>
                <a:gd name="connsiteY6-1522" fmla="*/ 1496577 h 2284673"/>
                <a:gd name="connsiteX7-1523" fmla="*/ 2940000 w 3152217"/>
                <a:gd name="connsiteY7-1524" fmla="*/ 1496577 h 2284673"/>
                <a:gd name="connsiteX8-1525" fmla="*/ 2539107 w 3152217"/>
                <a:gd name="connsiteY8-1526" fmla="*/ 1095683 h 2284673"/>
                <a:gd name="connsiteX9-1527" fmla="*/ 2474399 w 3152217"/>
                <a:gd name="connsiteY9-1528" fmla="*/ 1182392 h 2284673"/>
                <a:gd name="connsiteX10-1529" fmla="*/ 2907621 w 3152217"/>
                <a:gd name="connsiteY10-1530" fmla="*/ 1615615 h 2284673"/>
                <a:gd name="connsiteX11-1531" fmla="*/ 2907621 w 3152217"/>
                <a:gd name="connsiteY11-1532" fmla="*/ 1827832 h 2284673"/>
                <a:gd name="connsiteX12-1533" fmla="*/ 2695404 w 3152217"/>
                <a:gd name="connsiteY12-1534" fmla="*/ 1827832 h 2284673"/>
                <a:gd name="connsiteX13-1535" fmla="*/ 2293017 w 3152217"/>
                <a:gd name="connsiteY13-1536" fmla="*/ 1425444 h 2284673"/>
                <a:gd name="connsiteX14-1537" fmla="*/ 2228234 w 3152217"/>
                <a:gd name="connsiteY14-1538" fmla="*/ 1512253 h 2284673"/>
                <a:gd name="connsiteX15-1539" fmla="*/ 2648161 w 3152217"/>
                <a:gd name="connsiteY15-1540" fmla="*/ 1932180 h 2284673"/>
                <a:gd name="connsiteX16-1541" fmla="*/ 2648161 w 3152217"/>
                <a:gd name="connsiteY16-1542" fmla="*/ 2144397 h 2284673"/>
                <a:gd name="connsiteX17-1543" fmla="*/ 2435944 w 3152217"/>
                <a:gd name="connsiteY17-1544" fmla="*/ 2144397 h 2284673"/>
                <a:gd name="connsiteX18-1545" fmla="*/ 2046853 w 3152217"/>
                <a:gd name="connsiteY18-1546" fmla="*/ 1755304 h 2284673"/>
                <a:gd name="connsiteX19-1547" fmla="*/ 1987859 w 3152217"/>
                <a:gd name="connsiteY19-1548" fmla="*/ 1841554 h 2284673"/>
                <a:gd name="connsiteX20-1549" fmla="*/ 2218760 w 3152217"/>
                <a:gd name="connsiteY20-1550" fmla="*/ 2072456 h 2284673"/>
                <a:gd name="connsiteX21-1551" fmla="*/ 2218760 w 3152217"/>
                <a:gd name="connsiteY21-1552" fmla="*/ 2284673 h 2284673"/>
                <a:gd name="connsiteX22-1553" fmla="*/ 2006543 w 3152217"/>
                <a:gd name="connsiteY22-1554" fmla="*/ 2284673 h 2284673"/>
                <a:gd name="connsiteX23-1555" fmla="*/ 1798691 w 3152217"/>
                <a:gd name="connsiteY23-1556" fmla="*/ 2076819 h 2284673"/>
                <a:gd name="connsiteX24-1557" fmla="*/ 1775643 w 3152217"/>
                <a:gd name="connsiteY24-1558" fmla="*/ 2053771 h 2284673"/>
                <a:gd name="connsiteX25-1559" fmla="*/ 1842458 w 3152217"/>
                <a:gd name="connsiteY25-1560" fmla="*/ 1964515 h 2284673"/>
                <a:gd name="connsiteX26-1561" fmla="*/ 1533525 w 3152217"/>
                <a:gd name="connsiteY26-1562" fmla="*/ 1552575 h 2284673"/>
                <a:gd name="connsiteX27-1563" fmla="*/ 1219200 w 3152217"/>
                <a:gd name="connsiteY27-1564" fmla="*/ 1247775 h 2284673"/>
                <a:gd name="connsiteX28-1565" fmla="*/ 571500 w 3152217"/>
                <a:gd name="connsiteY28-1566" fmla="*/ 1362075 h 2284673"/>
                <a:gd name="connsiteX29-1567" fmla="*/ 0 w 3152217"/>
                <a:gd name="connsiteY29-1568" fmla="*/ 1333500 h 2284673"/>
                <a:gd name="connsiteX30-1569" fmla="*/ 0 w 3152217"/>
                <a:gd name="connsiteY30-1570" fmla="*/ 19050 h 2284673"/>
                <a:gd name="connsiteX31-1571" fmla="*/ 400050 w 3152217"/>
                <a:gd name="connsiteY31-1572" fmla="*/ 0 h 228467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0" y="2277516"/>
            <a:ext cx="4224000" cy="165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Rectangle 11"/>
          <p:cNvSpPr/>
          <p:nvPr/>
        </p:nvSpPr>
        <p:spPr>
          <a:xfrm>
            <a:off x="7968003" y="2277516"/>
            <a:ext cx="4223999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Rectangle 12"/>
          <p:cNvSpPr/>
          <p:nvPr/>
        </p:nvSpPr>
        <p:spPr>
          <a:xfrm>
            <a:off x="3341105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8970" y="2806520"/>
            <a:ext cx="2772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bg1"/>
                </a:solidFill>
              </a:rPr>
              <a:t>Server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26613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40744" y="2410728"/>
            <a:ext cx="29559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Client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17" name="Oval 1"/>
          <p:cNvSpPr>
            <a:spLocks noChangeAspect="1"/>
          </p:cNvSpPr>
          <p:nvPr/>
        </p:nvSpPr>
        <p:spPr>
          <a:xfrm>
            <a:off x="3431106" y="2967685"/>
            <a:ext cx="324002" cy="324000"/>
          </a:xfrm>
          <a:custGeom>
            <a:avLst/>
            <a:gdLst/>
            <a:ahLst/>
            <a:cxnLst/>
            <a:rect l="l" t="t" r="r" b="b"/>
            <a:pathLst>
              <a:path w="3848188" h="3848188">
                <a:moveTo>
                  <a:pt x="1531053" y="504131"/>
                </a:moveTo>
                <a:lnTo>
                  <a:pt x="1531053" y="1481511"/>
                </a:lnTo>
                <a:lnTo>
                  <a:pt x="553673" y="1481511"/>
                </a:lnTo>
                <a:lnTo>
                  <a:pt x="553673" y="2263055"/>
                </a:lnTo>
                <a:lnTo>
                  <a:pt x="1531053" y="2263055"/>
                </a:lnTo>
                <a:lnTo>
                  <a:pt x="1531053" y="3240435"/>
                </a:lnTo>
                <a:lnTo>
                  <a:pt x="2312597" y="3240435"/>
                </a:lnTo>
                <a:lnTo>
                  <a:pt x="2312597" y="2263055"/>
                </a:lnTo>
                <a:lnTo>
                  <a:pt x="3289977" y="2263055"/>
                </a:lnTo>
                <a:lnTo>
                  <a:pt x="3289977" y="1481511"/>
                </a:lnTo>
                <a:lnTo>
                  <a:pt x="2312597" y="1481511"/>
                </a:lnTo>
                <a:lnTo>
                  <a:pt x="2312597" y="504131"/>
                </a:lnTo>
                <a:close/>
                <a:moveTo>
                  <a:pt x="1924094" y="0"/>
                </a:moveTo>
                <a:cubicBezTo>
                  <a:pt x="2986742" y="0"/>
                  <a:pt x="3848188" y="861446"/>
                  <a:pt x="3848188" y="1924094"/>
                </a:cubicBezTo>
                <a:cubicBezTo>
                  <a:pt x="3848188" y="2986742"/>
                  <a:pt x="2986742" y="3848188"/>
                  <a:pt x="1924094" y="3848188"/>
                </a:cubicBezTo>
                <a:cubicBezTo>
                  <a:pt x="861446" y="3848188"/>
                  <a:pt x="0" y="2986742"/>
                  <a:pt x="0" y="1924094"/>
                </a:cubicBezTo>
                <a:cubicBezTo>
                  <a:pt x="0" y="861446"/>
                  <a:pt x="861446" y="0"/>
                  <a:pt x="19240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18" name="Rectangle 6"/>
          <p:cNvSpPr>
            <a:spLocks noChangeAspect="1"/>
          </p:cNvSpPr>
          <p:nvPr/>
        </p:nvSpPr>
        <p:spPr>
          <a:xfrm>
            <a:off x="8429565" y="2967685"/>
            <a:ext cx="298096" cy="324000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0596" y="4685000"/>
            <a:ext cx="2209035" cy="610352"/>
          </a:xfrm>
          <a:prstGeom prst="rect">
            <a:avLst/>
          </a:prstGeom>
          <a:solidFill>
            <a:schemeClr val="accent1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Periodic Communication</a:t>
            </a:r>
            <a:endParaRPr lang="ko-KR" alt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4174909" y="4685000"/>
            <a:ext cx="3261272" cy="610352"/>
          </a:xfrm>
          <a:prstGeom prst="rect">
            <a:avLst/>
          </a:prstGeom>
          <a:solidFill>
            <a:schemeClr val="accent2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Encrypted  Traffic</a:t>
            </a:r>
            <a:endParaRPr lang="ko-KR" altLang="en-US" b="1" dirty="0"/>
          </a:p>
        </p:txBody>
      </p:sp>
      <p:grpSp>
        <p:nvGrpSpPr>
          <p:cNvPr id="52" name="Group 51"/>
          <p:cNvGrpSpPr/>
          <p:nvPr/>
        </p:nvGrpSpPr>
        <p:grpSpPr>
          <a:xfrm>
            <a:off x="8616894" y="4673790"/>
            <a:ext cx="2926216" cy="1177806"/>
            <a:chOff x="5207850" y="4685000"/>
            <a:chExt cx="1959995" cy="1177806"/>
          </a:xfrm>
        </p:grpSpPr>
        <p:sp>
          <p:nvSpPr>
            <p:cNvPr id="22" name="Rectangle 21"/>
            <p:cNvSpPr/>
            <p:nvPr/>
          </p:nvSpPr>
          <p:spPr>
            <a:xfrm>
              <a:off x="5207850" y="4685000"/>
              <a:ext cx="1884220" cy="610352"/>
            </a:xfrm>
            <a:prstGeom prst="rect">
              <a:avLst/>
            </a:prstGeom>
            <a:solidFill>
              <a:schemeClr val="accent3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Command response pattern</a:t>
              </a:r>
              <a:endParaRPr lang="ko-KR" altLang="en-US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11993" y="5585807"/>
              <a:ext cx="19558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D23892F-9D09-D086-FE5B-FACBB089EB6B}"/>
              </a:ext>
            </a:extLst>
          </p:cNvPr>
          <p:cNvSpPr/>
          <p:nvPr/>
        </p:nvSpPr>
        <p:spPr>
          <a:xfrm>
            <a:off x="4224000" y="5485693"/>
            <a:ext cx="4224000" cy="1177400"/>
          </a:xfrm>
          <a:prstGeom prst="rect">
            <a:avLst/>
          </a:prstGeom>
          <a:solidFill>
            <a:schemeClr val="accent1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Examples:</a:t>
            </a:r>
          </a:p>
          <a:p>
            <a:pPr lvl="2"/>
            <a:r>
              <a:rPr lang="en-US" altLang="ko-KR" b="1" dirty="0"/>
              <a:t>Botnets</a:t>
            </a:r>
          </a:p>
          <a:p>
            <a:pPr lvl="2"/>
            <a:r>
              <a:rPr lang="en-US" altLang="ko-KR" b="1" dirty="0"/>
              <a:t>Malware backdoors</a:t>
            </a:r>
          </a:p>
          <a:p>
            <a:pPr lvl="2"/>
            <a:r>
              <a:rPr lang="en-US" altLang="ko-KR" b="1" dirty="0"/>
              <a:t>APT infrastructure</a:t>
            </a:r>
            <a:endParaRPr lang="ko-KR" altLang="en-US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CBC8CE-A749-191E-719B-2A29DFCB986A}"/>
              </a:ext>
            </a:extLst>
          </p:cNvPr>
          <p:cNvSpPr/>
          <p:nvPr/>
        </p:nvSpPr>
        <p:spPr>
          <a:xfrm>
            <a:off x="2438038" y="1073143"/>
            <a:ext cx="6819293" cy="610352"/>
          </a:xfrm>
          <a:prstGeom prst="rect">
            <a:avLst/>
          </a:prstGeom>
          <a:solidFill>
            <a:schemeClr val="accent2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Attacker maintains control over infected system</a:t>
            </a:r>
            <a:endParaRPr lang="ko-KR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168059"/>
            <a:ext cx="11573197" cy="724247"/>
          </a:xfrm>
        </p:spPr>
        <p:txBody>
          <a:bodyPr/>
          <a:lstStyle/>
          <a:p>
            <a:r>
              <a:rPr lang="en-US" u="sng" dirty="0"/>
              <a:t>C2 &amp; RCE ATTACK CHAIN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7E4C98C-DC09-5472-D4F9-B8C77D534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756" y="1922051"/>
            <a:ext cx="1438476" cy="160995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A78A10B3-E677-E6EB-B05C-B472E711C766}"/>
              </a:ext>
            </a:extLst>
          </p:cNvPr>
          <p:cNvGrpSpPr/>
          <p:nvPr/>
        </p:nvGrpSpPr>
        <p:grpSpPr>
          <a:xfrm>
            <a:off x="2070156" y="1893472"/>
            <a:ext cx="1935144" cy="1638529"/>
            <a:chOff x="2070156" y="1244559"/>
            <a:chExt cx="1935144" cy="163852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E19C938-1BE8-71A1-A64B-6E8150E3A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70156" y="1244559"/>
              <a:ext cx="1305107" cy="1638529"/>
            </a:xfrm>
            <a:prstGeom prst="rect">
              <a:avLst/>
            </a:prstGeom>
          </p:spPr>
        </p:pic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34F6588B-40A4-E2C9-5DA2-10D0E77C725E}"/>
                </a:ext>
              </a:extLst>
            </p:cNvPr>
            <p:cNvSpPr/>
            <p:nvPr/>
          </p:nvSpPr>
          <p:spPr>
            <a:xfrm>
              <a:off x="3131816" y="1851338"/>
              <a:ext cx="873484" cy="254071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062837-43F8-B3E8-F420-7CE7AB2C1DB1}"/>
              </a:ext>
            </a:extLst>
          </p:cNvPr>
          <p:cNvGrpSpPr/>
          <p:nvPr/>
        </p:nvGrpSpPr>
        <p:grpSpPr>
          <a:xfrm>
            <a:off x="234759" y="1808948"/>
            <a:ext cx="1942955" cy="2381582"/>
            <a:chOff x="234759" y="1160035"/>
            <a:chExt cx="1942955" cy="2381582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7F71DE2-5AEC-CCB6-D297-AB045A0AE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4759" y="1160035"/>
              <a:ext cx="1295581" cy="2381582"/>
            </a:xfrm>
            <a:prstGeom prst="rect">
              <a:avLst/>
            </a:prstGeom>
          </p:spPr>
        </p:pic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5A213715-FEBD-25C7-ECD5-FFE45E93D0DB}"/>
                </a:ext>
              </a:extLst>
            </p:cNvPr>
            <p:cNvSpPr/>
            <p:nvPr/>
          </p:nvSpPr>
          <p:spPr>
            <a:xfrm>
              <a:off x="1422783" y="1851338"/>
              <a:ext cx="754931" cy="245659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89C18BE-A2FA-FA95-A7F4-A444A74332C7}"/>
              </a:ext>
            </a:extLst>
          </p:cNvPr>
          <p:cNvGrpSpPr/>
          <p:nvPr/>
        </p:nvGrpSpPr>
        <p:grpSpPr>
          <a:xfrm>
            <a:off x="8004331" y="1917287"/>
            <a:ext cx="2183414" cy="1590897"/>
            <a:chOff x="8043658" y="1268374"/>
            <a:chExt cx="2183414" cy="159089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344569C-DBF3-D254-B8CA-DA716E78E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43658" y="1268374"/>
              <a:ext cx="1390844" cy="1590897"/>
            </a:xfrm>
            <a:prstGeom prst="rect">
              <a:avLst/>
            </a:prstGeom>
          </p:spPr>
        </p:pic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E3EF8BCF-5283-A031-4960-519A2434D795}"/>
                </a:ext>
              </a:extLst>
            </p:cNvPr>
            <p:cNvSpPr/>
            <p:nvPr/>
          </p:nvSpPr>
          <p:spPr>
            <a:xfrm>
              <a:off x="9332189" y="1872478"/>
              <a:ext cx="894883" cy="22451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9ED94C7-2F6E-F3F1-49DA-9380711FA28E}"/>
              </a:ext>
            </a:extLst>
          </p:cNvPr>
          <p:cNvGrpSpPr/>
          <p:nvPr/>
        </p:nvGrpSpPr>
        <p:grpSpPr>
          <a:xfrm>
            <a:off x="6018863" y="1964919"/>
            <a:ext cx="2077490" cy="1590897"/>
            <a:chOff x="6097519" y="1316006"/>
            <a:chExt cx="2077490" cy="1590897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CBDDECA-A60D-11F9-683E-691A89AEE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97519" y="1316006"/>
              <a:ext cx="1324160" cy="1590897"/>
            </a:xfrm>
            <a:prstGeom prst="rect">
              <a:avLst/>
            </a:prstGeom>
          </p:spPr>
        </p:pic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AD331020-7ED7-C21C-0E67-08E7EC17517D}"/>
                </a:ext>
              </a:extLst>
            </p:cNvPr>
            <p:cNvSpPr/>
            <p:nvPr/>
          </p:nvSpPr>
          <p:spPr>
            <a:xfrm>
              <a:off x="7280126" y="1872478"/>
              <a:ext cx="894883" cy="22451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3F53804-BE66-BF1C-4EDF-8D0B20F07822}"/>
              </a:ext>
            </a:extLst>
          </p:cNvPr>
          <p:cNvGrpSpPr/>
          <p:nvPr/>
        </p:nvGrpSpPr>
        <p:grpSpPr>
          <a:xfrm>
            <a:off x="3857364" y="1917287"/>
            <a:ext cx="2338222" cy="1638529"/>
            <a:chOff x="3857364" y="1268374"/>
            <a:chExt cx="2338222" cy="163852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1B94FB9-F96F-56A2-CD81-BE5AC2EEB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7364" y="1268374"/>
              <a:ext cx="1286054" cy="1638529"/>
            </a:xfrm>
            <a:prstGeom prst="rect">
              <a:avLst/>
            </a:prstGeom>
          </p:spPr>
        </p:pic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A925C86D-04F4-43C2-9195-663399A8BFA7}"/>
                </a:ext>
              </a:extLst>
            </p:cNvPr>
            <p:cNvSpPr/>
            <p:nvPr/>
          </p:nvSpPr>
          <p:spPr>
            <a:xfrm>
              <a:off x="4959401" y="1872478"/>
              <a:ext cx="1236185" cy="254071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3EDCC0E-12A7-D161-1102-8B852C881615}"/>
              </a:ext>
            </a:extLst>
          </p:cNvPr>
          <p:cNvGrpSpPr/>
          <p:nvPr/>
        </p:nvGrpSpPr>
        <p:grpSpPr>
          <a:xfrm>
            <a:off x="2514743" y="3426296"/>
            <a:ext cx="2097941" cy="1225899"/>
            <a:chOff x="2613065" y="2777383"/>
            <a:chExt cx="2097941" cy="1225899"/>
          </a:xfrm>
        </p:grpSpPr>
        <p:sp>
          <p:nvSpPr>
            <p:cNvPr id="52" name="Arrow: Bent-Up 51">
              <a:extLst>
                <a:ext uri="{FF2B5EF4-FFF2-40B4-BE49-F238E27FC236}">
                  <a16:creationId xmlns:a16="http://schemas.microsoft.com/office/drawing/2014/main" id="{426A3582-50AD-BCD7-9E16-6A2E611BFEE1}"/>
                </a:ext>
              </a:extLst>
            </p:cNvPr>
            <p:cNvSpPr/>
            <p:nvPr/>
          </p:nvSpPr>
          <p:spPr>
            <a:xfrm rot="5400000">
              <a:off x="2317202" y="3073246"/>
              <a:ext cx="1094352" cy="502626"/>
            </a:xfrm>
            <a:prstGeom prst="bentUp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Arrow: Bent-Up 53">
              <a:extLst>
                <a:ext uri="{FF2B5EF4-FFF2-40B4-BE49-F238E27FC236}">
                  <a16:creationId xmlns:a16="http://schemas.microsoft.com/office/drawing/2014/main" id="{BD1E2FA9-4563-3F17-31E2-F14BE0C72354}"/>
                </a:ext>
              </a:extLst>
            </p:cNvPr>
            <p:cNvSpPr/>
            <p:nvPr/>
          </p:nvSpPr>
          <p:spPr>
            <a:xfrm rot="16200000" flipH="1">
              <a:off x="3912517" y="3073246"/>
              <a:ext cx="1094352" cy="502626"/>
            </a:xfrm>
            <a:prstGeom prst="bentUp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85941B0-285B-084E-22D5-10976763013B}"/>
                </a:ext>
              </a:extLst>
            </p:cNvPr>
            <p:cNvSpPr txBox="1"/>
            <p:nvPr/>
          </p:nvSpPr>
          <p:spPr>
            <a:xfrm>
              <a:off x="2974503" y="3541617"/>
              <a:ext cx="14008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Connect to C2 Server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6305113-D07E-19E7-ADE7-2BA3A17C1C50}"/>
              </a:ext>
            </a:extLst>
          </p:cNvPr>
          <p:cNvGrpSpPr/>
          <p:nvPr/>
        </p:nvGrpSpPr>
        <p:grpSpPr>
          <a:xfrm>
            <a:off x="6481956" y="3426296"/>
            <a:ext cx="2830421" cy="1119405"/>
            <a:chOff x="6570444" y="2777383"/>
            <a:chExt cx="2830421" cy="1119405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FAB20F8-71F9-1EF6-459D-20EE778EFDBD}"/>
                </a:ext>
              </a:extLst>
            </p:cNvPr>
            <p:cNvGrpSpPr/>
            <p:nvPr/>
          </p:nvGrpSpPr>
          <p:grpSpPr>
            <a:xfrm>
              <a:off x="6570444" y="2777383"/>
              <a:ext cx="2830421" cy="1119405"/>
              <a:chOff x="2504913" y="2752330"/>
              <a:chExt cx="2830421" cy="1119405"/>
            </a:xfrm>
          </p:grpSpPr>
          <p:sp>
            <p:nvSpPr>
              <p:cNvPr id="59" name="Arrow: Bent-Up 58">
                <a:extLst>
                  <a:ext uri="{FF2B5EF4-FFF2-40B4-BE49-F238E27FC236}">
                    <a16:creationId xmlns:a16="http://schemas.microsoft.com/office/drawing/2014/main" id="{772BA2D9-08A1-90A7-69FC-5BC614A5BF80}"/>
                  </a:ext>
                </a:extLst>
              </p:cNvPr>
              <p:cNvSpPr/>
              <p:nvPr/>
            </p:nvSpPr>
            <p:spPr>
              <a:xfrm rot="5400000">
                <a:off x="2209050" y="3073246"/>
                <a:ext cx="1094352" cy="502626"/>
              </a:xfrm>
              <a:prstGeom prst="bentUpArrow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Arrow: Bent-Up 59">
                <a:extLst>
                  <a:ext uri="{FF2B5EF4-FFF2-40B4-BE49-F238E27FC236}">
                    <a16:creationId xmlns:a16="http://schemas.microsoft.com/office/drawing/2014/main" id="{C688396F-20AB-B719-8A9E-2A07576A6736}"/>
                  </a:ext>
                </a:extLst>
              </p:cNvPr>
              <p:cNvSpPr/>
              <p:nvPr/>
            </p:nvSpPr>
            <p:spPr>
              <a:xfrm rot="5400000">
                <a:off x="4536845" y="3048193"/>
                <a:ext cx="1094352" cy="502626"/>
              </a:xfrm>
              <a:prstGeom prst="bentUpArrow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30AB0B3-C9A9-7E73-F0EB-1C8296634C82}"/>
                  </a:ext>
                </a:extLst>
              </p:cNvPr>
              <p:cNvSpPr txBox="1"/>
              <p:nvPr/>
            </p:nvSpPr>
            <p:spPr>
              <a:xfrm>
                <a:off x="2974503" y="3541617"/>
                <a:ext cx="14008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i="1" dirty="0"/>
                  <a:t>Execute Exploit</a:t>
                </a:r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6D5D0DD-50D7-AE29-456F-B4DAA395AB08}"/>
                </a:ext>
              </a:extLst>
            </p:cNvPr>
            <p:cNvSpPr/>
            <p:nvPr/>
          </p:nvSpPr>
          <p:spPr>
            <a:xfrm>
              <a:off x="8332736" y="3706760"/>
              <a:ext cx="675016" cy="107411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D16C556-ACF5-76E0-4DD2-54EB15ABBA7D}"/>
              </a:ext>
            </a:extLst>
          </p:cNvPr>
          <p:cNvGrpSpPr/>
          <p:nvPr/>
        </p:nvGrpSpPr>
        <p:grpSpPr>
          <a:xfrm>
            <a:off x="9393791" y="3426296"/>
            <a:ext cx="1815772" cy="1262715"/>
            <a:chOff x="9393791" y="2777383"/>
            <a:chExt cx="1815772" cy="1262715"/>
          </a:xfrm>
        </p:grpSpPr>
        <p:sp>
          <p:nvSpPr>
            <p:cNvPr id="72" name="Arrow: Bent-Up 71">
              <a:extLst>
                <a:ext uri="{FF2B5EF4-FFF2-40B4-BE49-F238E27FC236}">
                  <a16:creationId xmlns:a16="http://schemas.microsoft.com/office/drawing/2014/main" id="{84C6D85E-8ACA-4EC8-58C9-B31348271B81}"/>
                </a:ext>
              </a:extLst>
            </p:cNvPr>
            <p:cNvSpPr/>
            <p:nvPr/>
          </p:nvSpPr>
          <p:spPr>
            <a:xfrm rot="16200000" flipH="1">
              <a:off x="10411074" y="3073246"/>
              <a:ext cx="1094352" cy="502626"/>
            </a:xfrm>
            <a:prstGeom prst="bentUp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00ADBC5-7048-DD1D-3DA1-FB3C87EC5F16}"/>
                </a:ext>
              </a:extLst>
            </p:cNvPr>
            <p:cNvSpPr txBox="1"/>
            <p:nvPr/>
          </p:nvSpPr>
          <p:spPr>
            <a:xfrm>
              <a:off x="9393791" y="3578433"/>
              <a:ext cx="14008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Steal data, install malware </a:t>
              </a:r>
              <a:r>
                <a:rPr lang="en-US" sz="1200" i="1" dirty="0" err="1"/>
                <a:t>etc</a:t>
              </a:r>
              <a:endParaRPr lang="en-US" sz="1200" i="1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296D9A3-E514-756B-BDBC-4623939D9751}"/>
              </a:ext>
            </a:extLst>
          </p:cNvPr>
          <p:cNvGrpSpPr/>
          <p:nvPr/>
        </p:nvGrpSpPr>
        <p:grpSpPr>
          <a:xfrm>
            <a:off x="882549" y="3555817"/>
            <a:ext cx="5869767" cy="1713174"/>
            <a:chOff x="882549" y="2906903"/>
            <a:chExt cx="4179929" cy="174375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82E209D-B335-4F9C-754C-DF5D1C02978D}"/>
                </a:ext>
              </a:extLst>
            </p:cNvPr>
            <p:cNvSpPr/>
            <p:nvPr/>
          </p:nvSpPr>
          <p:spPr>
            <a:xfrm>
              <a:off x="882549" y="2906903"/>
              <a:ext cx="99888" cy="1743755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Arrow: Left-Right 74">
              <a:extLst>
                <a:ext uri="{FF2B5EF4-FFF2-40B4-BE49-F238E27FC236}">
                  <a16:creationId xmlns:a16="http://schemas.microsoft.com/office/drawing/2014/main" id="{5294AA84-B6DD-F4F7-0FC2-E1E99A49BAEB}"/>
                </a:ext>
              </a:extLst>
            </p:cNvPr>
            <p:cNvSpPr/>
            <p:nvPr/>
          </p:nvSpPr>
          <p:spPr>
            <a:xfrm>
              <a:off x="972259" y="4315333"/>
              <a:ext cx="4090219" cy="334296"/>
            </a:xfrm>
            <a:prstGeom prst="left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Command &amp; Control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E204DB7-9CB5-6A37-CCC2-F8643D12690D}"/>
              </a:ext>
            </a:extLst>
          </p:cNvPr>
          <p:cNvGrpSpPr/>
          <p:nvPr/>
        </p:nvGrpSpPr>
        <p:grpSpPr>
          <a:xfrm>
            <a:off x="6752315" y="3447661"/>
            <a:ext cx="4712826" cy="1826339"/>
            <a:chOff x="6752315" y="2798748"/>
            <a:chExt cx="4712826" cy="1826339"/>
          </a:xfrm>
        </p:grpSpPr>
        <p:sp>
          <p:nvSpPr>
            <p:cNvPr id="78" name="Arrow: Left-Right 77">
              <a:extLst>
                <a:ext uri="{FF2B5EF4-FFF2-40B4-BE49-F238E27FC236}">
                  <a16:creationId xmlns:a16="http://schemas.microsoft.com/office/drawing/2014/main" id="{BFEFC243-6FF3-7E35-54B5-8E88953FA126}"/>
                </a:ext>
              </a:extLst>
            </p:cNvPr>
            <p:cNvSpPr/>
            <p:nvPr/>
          </p:nvSpPr>
          <p:spPr>
            <a:xfrm>
              <a:off x="6752315" y="4290634"/>
              <a:ext cx="4568967" cy="334453"/>
            </a:xfrm>
            <a:prstGeom prst="left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Remote Code Execution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05F1EE8-124D-9F28-9EB2-029E00F61584}"/>
                </a:ext>
              </a:extLst>
            </p:cNvPr>
            <p:cNvSpPr/>
            <p:nvPr/>
          </p:nvSpPr>
          <p:spPr>
            <a:xfrm>
              <a:off x="11324871" y="2798748"/>
              <a:ext cx="140270" cy="171317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95850"/>
            <a:ext cx="12192000" cy="196215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flipH="1">
            <a:off x="-352425" y="5115222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5400" spc="3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Simulation Section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>
                <a:solidFill>
                  <a:srgbClr val="1B5251">
                    <a:lumMod val="85000"/>
                    <a:lumOff val="15000"/>
                  </a:srgbClr>
                </a:solidFill>
              </a:rPr>
              <a:t>Simulation Architecture</a:t>
            </a:r>
            <a:endParaRPr lang="en-US" u="sng" dirty="0"/>
          </a:p>
        </p:txBody>
      </p:sp>
      <p:grpSp>
        <p:nvGrpSpPr>
          <p:cNvPr id="50" name="Group 49"/>
          <p:cNvGrpSpPr/>
          <p:nvPr/>
        </p:nvGrpSpPr>
        <p:grpSpPr>
          <a:xfrm>
            <a:off x="1224932" y="4910687"/>
            <a:ext cx="3726434" cy="842481"/>
            <a:chOff x="1661662" y="4460303"/>
            <a:chExt cx="3726434" cy="842481"/>
          </a:xfrm>
        </p:grpSpPr>
        <p:sp>
          <p:nvSpPr>
            <p:cNvPr id="5" name="Bent-Up Arrow 129"/>
            <p:cNvSpPr/>
            <p:nvPr/>
          </p:nvSpPr>
          <p:spPr>
            <a:xfrm rot="16200000" flipV="1">
              <a:off x="1769765" y="4597473"/>
              <a:ext cx="597208" cy="813414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2445170" y="4460303"/>
              <a:ext cx="2942926" cy="792000"/>
              <a:chOff x="2445170" y="4460303"/>
              <a:chExt cx="2942926" cy="7920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445170" y="4460303"/>
                <a:ext cx="2942926" cy="792000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120338" y="4655497"/>
                <a:ext cx="2009403" cy="3385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Arial Unicode MS"/>
                    <a:cs typeface="Arial" panose="020B0604020202020204" pitchFamily="34" charset="0"/>
                  </a:rPr>
                  <a:t>Client Agent</a:t>
                </a:r>
                <a:endPara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792052" y="4690709"/>
                <a:ext cx="317209" cy="316282"/>
              </a:xfrm>
              <a:custGeom>
                <a:avLst/>
                <a:gdLst/>
                <a:ahLst/>
                <a:cxnLst/>
                <a:rect l="l" t="t" r="r" b="b"/>
                <a:pathLst>
                  <a:path w="3240000" h="3230531">
                    <a:moveTo>
                      <a:pt x="720000" y="2697973"/>
                    </a:moveTo>
                    <a:cubicBezTo>
                      <a:pt x="680235" y="2697973"/>
                      <a:pt x="648000" y="2730208"/>
                      <a:pt x="648000" y="2769973"/>
                    </a:cubicBezTo>
                    <a:cubicBezTo>
                      <a:pt x="648000" y="2809738"/>
                      <a:pt x="680235" y="2841973"/>
                      <a:pt x="720000" y="2841973"/>
                    </a:cubicBezTo>
                    <a:lnTo>
                      <a:pt x="2520000" y="2841973"/>
                    </a:lnTo>
                    <a:cubicBezTo>
                      <a:pt x="2559765" y="2841973"/>
                      <a:pt x="2592000" y="2809738"/>
                      <a:pt x="2592000" y="2769973"/>
                    </a:cubicBezTo>
                    <a:cubicBezTo>
                      <a:pt x="2592000" y="2730208"/>
                      <a:pt x="2559765" y="2697973"/>
                      <a:pt x="2520000" y="2697973"/>
                    </a:cubicBezTo>
                    <a:close/>
                    <a:moveTo>
                      <a:pt x="720000" y="2366733"/>
                    </a:moveTo>
                    <a:cubicBezTo>
                      <a:pt x="680235" y="2366733"/>
                      <a:pt x="648000" y="2398968"/>
                      <a:pt x="648000" y="2438733"/>
                    </a:cubicBezTo>
                    <a:cubicBezTo>
                      <a:pt x="648000" y="2478498"/>
                      <a:pt x="680235" y="2510733"/>
                      <a:pt x="720000" y="2510733"/>
                    </a:cubicBezTo>
                    <a:lnTo>
                      <a:pt x="2520000" y="2510733"/>
                    </a:lnTo>
                    <a:cubicBezTo>
                      <a:pt x="2559765" y="2510733"/>
                      <a:pt x="2592000" y="2478498"/>
                      <a:pt x="2592000" y="2438733"/>
                    </a:cubicBezTo>
                    <a:cubicBezTo>
                      <a:pt x="2592000" y="2398968"/>
                      <a:pt x="2559765" y="2366733"/>
                      <a:pt x="2520000" y="2366733"/>
                    </a:cubicBezTo>
                    <a:close/>
                    <a:moveTo>
                      <a:pt x="720000" y="2035493"/>
                    </a:moveTo>
                    <a:cubicBezTo>
                      <a:pt x="680235" y="2035493"/>
                      <a:pt x="648000" y="2067728"/>
                      <a:pt x="648000" y="2107493"/>
                    </a:cubicBezTo>
                    <a:cubicBezTo>
                      <a:pt x="648000" y="2147258"/>
                      <a:pt x="680235" y="2179493"/>
                      <a:pt x="720000" y="2179493"/>
                    </a:cubicBezTo>
                    <a:lnTo>
                      <a:pt x="2520000" y="2179493"/>
                    </a:lnTo>
                    <a:cubicBezTo>
                      <a:pt x="2559765" y="2179493"/>
                      <a:pt x="2592000" y="2147258"/>
                      <a:pt x="2592000" y="2107493"/>
                    </a:cubicBezTo>
                    <a:cubicBezTo>
                      <a:pt x="2592000" y="2067728"/>
                      <a:pt x="2559765" y="2035493"/>
                      <a:pt x="2520000" y="2035493"/>
                    </a:cubicBezTo>
                    <a:close/>
                    <a:moveTo>
                      <a:pt x="720000" y="1704253"/>
                    </a:moveTo>
                    <a:cubicBezTo>
                      <a:pt x="680235" y="1704253"/>
                      <a:pt x="648000" y="1736488"/>
                      <a:pt x="648000" y="1776253"/>
                    </a:cubicBezTo>
                    <a:cubicBezTo>
                      <a:pt x="648000" y="1816018"/>
                      <a:pt x="680235" y="1848253"/>
                      <a:pt x="720000" y="1848253"/>
                    </a:cubicBezTo>
                    <a:lnTo>
                      <a:pt x="2520000" y="1848253"/>
                    </a:lnTo>
                    <a:cubicBezTo>
                      <a:pt x="2559765" y="1848253"/>
                      <a:pt x="2592000" y="1816018"/>
                      <a:pt x="2592000" y="1776253"/>
                    </a:cubicBezTo>
                    <a:cubicBezTo>
                      <a:pt x="2592000" y="1736488"/>
                      <a:pt x="2559765" y="1704253"/>
                      <a:pt x="2520000" y="1704253"/>
                    </a:cubicBezTo>
                    <a:close/>
                    <a:moveTo>
                      <a:pt x="720000" y="1373013"/>
                    </a:moveTo>
                    <a:cubicBezTo>
                      <a:pt x="680235" y="1373013"/>
                      <a:pt x="648000" y="1405248"/>
                      <a:pt x="648000" y="1445013"/>
                    </a:cubicBezTo>
                    <a:cubicBezTo>
                      <a:pt x="648000" y="1484778"/>
                      <a:pt x="680235" y="1517013"/>
                      <a:pt x="720000" y="1517013"/>
                    </a:cubicBezTo>
                    <a:lnTo>
                      <a:pt x="2520000" y="1517013"/>
                    </a:lnTo>
                    <a:cubicBezTo>
                      <a:pt x="2559765" y="1517013"/>
                      <a:pt x="2592000" y="1484778"/>
                      <a:pt x="2592000" y="1445013"/>
                    </a:cubicBezTo>
                    <a:cubicBezTo>
                      <a:pt x="2592000" y="1405248"/>
                      <a:pt x="2559765" y="1373013"/>
                      <a:pt x="2520000" y="1373013"/>
                    </a:cubicBezTo>
                    <a:close/>
                    <a:moveTo>
                      <a:pt x="720000" y="1041773"/>
                    </a:moveTo>
                    <a:cubicBezTo>
                      <a:pt x="680235" y="1041773"/>
                      <a:pt x="648000" y="1074008"/>
                      <a:pt x="648000" y="1113773"/>
                    </a:cubicBezTo>
                    <a:cubicBezTo>
                      <a:pt x="648000" y="1153538"/>
                      <a:pt x="680235" y="1185773"/>
                      <a:pt x="720000" y="1185773"/>
                    </a:cubicBezTo>
                    <a:lnTo>
                      <a:pt x="2520000" y="1185773"/>
                    </a:lnTo>
                    <a:cubicBezTo>
                      <a:pt x="2559765" y="1185773"/>
                      <a:pt x="2592000" y="1153538"/>
                      <a:pt x="2592000" y="1113773"/>
                    </a:cubicBezTo>
                    <a:cubicBezTo>
                      <a:pt x="2592000" y="1074008"/>
                      <a:pt x="2559765" y="1041773"/>
                      <a:pt x="2520000" y="1041773"/>
                    </a:cubicBezTo>
                    <a:close/>
                    <a:moveTo>
                      <a:pt x="0" y="305988"/>
                    </a:moveTo>
                    <a:lnTo>
                      <a:pt x="181957" y="305988"/>
                    </a:lnTo>
                    <a:lnTo>
                      <a:pt x="181957" y="470032"/>
                    </a:lnTo>
                    <a:cubicBezTo>
                      <a:pt x="181957" y="599267"/>
                      <a:pt x="286722" y="704032"/>
                      <a:pt x="415957" y="704032"/>
                    </a:cubicBezTo>
                    <a:cubicBezTo>
                      <a:pt x="545192" y="704032"/>
                      <a:pt x="649957" y="599267"/>
                      <a:pt x="649957" y="470032"/>
                    </a:cubicBezTo>
                    <a:lnTo>
                      <a:pt x="649957" y="305988"/>
                    </a:lnTo>
                    <a:lnTo>
                      <a:pt x="802357" y="305988"/>
                    </a:lnTo>
                    <a:lnTo>
                      <a:pt x="802357" y="470031"/>
                    </a:lnTo>
                    <a:cubicBezTo>
                      <a:pt x="802357" y="599266"/>
                      <a:pt x="907122" y="704031"/>
                      <a:pt x="1036357" y="704031"/>
                    </a:cubicBezTo>
                    <a:cubicBezTo>
                      <a:pt x="1165592" y="704031"/>
                      <a:pt x="1270357" y="599266"/>
                      <a:pt x="1270357" y="470031"/>
                    </a:cubicBezTo>
                    <a:lnTo>
                      <a:pt x="1270357" y="305988"/>
                    </a:lnTo>
                    <a:lnTo>
                      <a:pt x="1422757" y="305988"/>
                    </a:lnTo>
                    <a:lnTo>
                      <a:pt x="1422757" y="470030"/>
                    </a:lnTo>
                    <a:cubicBezTo>
                      <a:pt x="1422757" y="599265"/>
                      <a:pt x="1527522" y="704030"/>
                      <a:pt x="1656757" y="704030"/>
                    </a:cubicBezTo>
                    <a:cubicBezTo>
                      <a:pt x="1785992" y="704030"/>
                      <a:pt x="1890757" y="599265"/>
                      <a:pt x="1890757" y="470030"/>
                    </a:cubicBezTo>
                    <a:lnTo>
                      <a:pt x="1890757" y="305988"/>
                    </a:lnTo>
                    <a:lnTo>
                      <a:pt x="2043157" y="305988"/>
                    </a:lnTo>
                    <a:lnTo>
                      <a:pt x="2043157" y="470029"/>
                    </a:lnTo>
                    <a:cubicBezTo>
                      <a:pt x="2043157" y="599264"/>
                      <a:pt x="2147922" y="704029"/>
                      <a:pt x="2277157" y="704029"/>
                    </a:cubicBezTo>
                    <a:cubicBezTo>
                      <a:pt x="2406392" y="704029"/>
                      <a:pt x="2511157" y="599264"/>
                      <a:pt x="2511157" y="470029"/>
                    </a:cubicBezTo>
                    <a:lnTo>
                      <a:pt x="2511157" y="305988"/>
                    </a:lnTo>
                    <a:lnTo>
                      <a:pt x="2663557" y="305988"/>
                    </a:lnTo>
                    <a:lnTo>
                      <a:pt x="2663557" y="470028"/>
                    </a:lnTo>
                    <a:cubicBezTo>
                      <a:pt x="2663557" y="599263"/>
                      <a:pt x="2768322" y="704028"/>
                      <a:pt x="2897557" y="704028"/>
                    </a:cubicBezTo>
                    <a:cubicBezTo>
                      <a:pt x="3026792" y="704028"/>
                      <a:pt x="3131557" y="599263"/>
                      <a:pt x="3131557" y="470028"/>
                    </a:cubicBezTo>
                    <a:lnTo>
                      <a:pt x="3131557" y="305988"/>
                    </a:lnTo>
                    <a:lnTo>
                      <a:pt x="3240000" y="305988"/>
                    </a:lnTo>
                    <a:lnTo>
                      <a:pt x="3240000" y="3230531"/>
                    </a:lnTo>
                    <a:lnTo>
                      <a:pt x="0" y="3230531"/>
                    </a:lnTo>
                    <a:close/>
                    <a:moveTo>
                      <a:pt x="415957" y="4"/>
                    </a:moveTo>
                    <a:cubicBezTo>
                      <a:pt x="485545" y="4"/>
                      <a:pt x="541957" y="56416"/>
                      <a:pt x="541957" y="126004"/>
                    </a:cubicBezTo>
                    <a:lnTo>
                      <a:pt x="541957" y="485972"/>
                    </a:lnTo>
                    <a:cubicBezTo>
                      <a:pt x="541957" y="555560"/>
                      <a:pt x="485545" y="611972"/>
                      <a:pt x="415957" y="611972"/>
                    </a:cubicBezTo>
                    <a:cubicBezTo>
                      <a:pt x="346369" y="611972"/>
                      <a:pt x="289957" y="555560"/>
                      <a:pt x="289957" y="485972"/>
                    </a:cubicBezTo>
                    <a:lnTo>
                      <a:pt x="289957" y="126004"/>
                    </a:lnTo>
                    <a:cubicBezTo>
                      <a:pt x="289957" y="56416"/>
                      <a:pt x="346369" y="4"/>
                      <a:pt x="415957" y="4"/>
                    </a:cubicBezTo>
                    <a:close/>
                    <a:moveTo>
                      <a:pt x="1036357" y="3"/>
                    </a:moveTo>
                    <a:cubicBezTo>
                      <a:pt x="1105945" y="3"/>
                      <a:pt x="1162357" y="56415"/>
                      <a:pt x="1162357" y="126003"/>
                    </a:cubicBezTo>
                    <a:lnTo>
                      <a:pt x="1162357" y="485971"/>
                    </a:lnTo>
                    <a:cubicBezTo>
                      <a:pt x="1162357" y="555559"/>
                      <a:pt x="1105945" y="611971"/>
                      <a:pt x="1036357" y="611971"/>
                    </a:cubicBezTo>
                    <a:cubicBezTo>
                      <a:pt x="966769" y="611971"/>
                      <a:pt x="910357" y="555559"/>
                      <a:pt x="910357" y="485971"/>
                    </a:cubicBezTo>
                    <a:lnTo>
                      <a:pt x="910357" y="126003"/>
                    </a:lnTo>
                    <a:cubicBezTo>
                      <a:pt x="910357" y="56415"/>
                      <a:pt x="966769" y="3"/>
                      <a:pt x="1036357" y="3"/>
                    </a:cubicBezTo>
                    <a:close/>
                    <a:moveTo>
                      <a:pt x="1656757" y="2"/>
                    </a:moveTo>
                    <a:cubicBezTo>
                      <a:pt x="1726345" y="2"/>
                      <a:pt x="1782757" y="56414"/>
                      <a:pt x="1782757" y="126002"/>
                    </a:cubicBezTo>
                    <a:lnTo>
                      <a:pt x="1782757" y="485970"/>
                    </a:lnTo>
                    <a:cubicBezTo>
                      <a:pt x="1782757" y="555558"/>
                      <a:pt x="1726345" y="611970"/>
                      <a:pt x="1656757" y="611970"/>
                    </a:cubicBezTo>
                    <a:cubicBezTo>
                      <a:pt x="1587169" y="611970"/>
                      <a:pt x="1530757" y="555558"/>
                      <a:pt x="1530757" y="485970"/>
                    </a:cubicBezTo>
                    <a:lnTo>
                      <a:pt x="1530757" y="126002"/>
                    </a:lnTo>
                    <a:cubicBezTo>
                      <a:pt x="1530757" y="56414"/>
                      <a:pt x="1587169" y="2"/>
                      <a:pt x="1656757" y="2"/>
                    </a:cubicBezTo>
                    <a:close/>
                    <a:moveTo>
                      <a:pt x="2277157" y="1"/>
                    </a:moveTo>
                    <a:cubicBezTo>
                      <a:pt x="2346745" y="1"/>
                      <a:pt x="2403157" y="56413"/>
                      <a:pt x="2403157" y="126001"/>
                    </a:cubicBezTo>
                    <a:lnTo>
                      <a:pt x="2403157" y="485969"/>
                    </a:lnTo>
                    <a:cubicBezTo>
                      <a:pt x="2403157" y="555557"/>
                      <a:pt x="2346745" y="611969"/>
                      <a:pt x="2277157" y="611969"/>
                    </a:cubicBezTo>
                    <a:cubicBezTo>
                      <a:pt x="2207569" y="611969"/>
                      <a:pt x="2151157" y="555557"/>
                      <a:pt x="2151157" y="485969"/>
                    </a:cubicBezTo>
                    <a:lnTo>
                      <a:pt x="2151157" y="126001"/>
                    </a:lnTo>
                    <a:cubicBezTo>
                      <a:pt x="2151157" y="56413"/>
                      <a:pt x="2207569" y="1"/>
                      <a:pt x="2277157" y="1"/>
                    </a:cubicBezTo>
                    <a:close/>
                    <a:moveTo>
                      <a:pt x="2897557" y="0"/>
                    </a:moveTo>
                    <a:cubicBezTo>
                      <a:pt x="2967145" y="0"/>
                      <a:pt x="3023557" y="56412"/>
                      <a:pt x="3023557" y="126000"/>
                    </a:cubicBezTo>
                    <a:lnTo>
                      <a:pt x="3023557" y="485968"/>
                    </a:lnTo>
                    <a:cubicBezTo>
                      <a:pt x="3023557" y="555556"/>
                      <a:pt x="2967145" y="611968"/>
                      <a:pt x="2897557" y="611968"/>
                    </a:cubicBezTo>
                    <a:cubicBezTo>
                      <a:pt x="2827969" y="611968"/>
                      <a:pt x="2771557" y="555556"/>
                      <a:pt x="2771557" y="485968"/>
                    </a:cubicBezTo>
                    <a:lnTo>
                      <a:pt x="2771557" y="126000"/>
                    </a:lnTo>
                    <a:cubicBezTo>
                      <a:pt x="2771557" y="56412"/>
                      <a:pt x="2827969" y="0"/>
                      <a:pt x="289755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</p:grpSp>
      </p:grpSp>
      <p:grpSp>
        <p:nvGrpSpPr>
          <p:cNvPr id="47" name="Group 46"/>
          <p:cNvGrpSpPr/>
          <p:nvPr/>
        </p:nvGrpSpPr>
        <p:grpSpPr>
          <a:xfrm>
            <a:off x="3106989" y="4067842"/>
            <a:ext cx="3741387" cy="868713"/>
            <a:chOff x="3816685" y="3617458"/>
            <a:chExt cx="3741387" cy="868713"/>
          </a:xfrm>
        </p:grpSpPr>
        <p:sp>
          <p:nvSpPr>
            <p:cNvPr id="7" name="Bent-Up Arrow 130"/>
            <p:cNvSpPr/>
            <p:nvPr/>
          </p:nvSpPr>
          <p:spPr>
            <a:xfrm rot="16200000" flipV="1">
              <a:off x="3924788" y="3780860"/>
              <a:ext cx="597208" cy="813414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15146" y="3617458"/>
              <a:ext cx="2942926" cy="792000"/>
            </a:xfrm>
            <a:prstGeom prst="rect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58554" y="3855623"/>
              <a:ext cx="20504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Arial" panose="020B0604020202020204" pitchFamily="34" charset="0"/>
                </a:rPr>
                <a:t>Encryption Layer</a:t>
              </a:r>
              <a:endPara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33" name="Donut 39"/>
            <p:cNvSpPr/>
            <p:nvPr/>
          </p:nvSpPr>
          <p:spPr>
            <a:xfrm>
              <a:off x="4852784" y="3821022"/>
              <a:ext cx="404132" cy="404132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152300" y="922782"/>
                  </a:moveTo>
                  <a:lnTo>
                    <a:pt x="2354400" y="1620000"/>
                  </a:lnTo>
                  <a:lnTo>
                    <a:pt x="1152300" y="2317218"/>
                  </a:lnTo>
                  <a:close/>
                  <a:moveTo>
                    <a:pt x="1620000" y="342403"/>
                  </a:moveTo>
                  <a:cubicBezTo>
                    <a:pt x="914403" y="342403"/>
                    <a:pt x="342403" y="914403"/>
                    <a:pt x="342403" y="1620000"/>
                  </a:cubicBezTo>
                  <a:cubicBezTo>
                    <a:pt x="342403" y="2325597"/>
                    <a:pt x="914403" y="2897597"/>
                    <a:pt x="1620000" y="2897597"/>
                  </a:cubicBezTo>
                  <a:cubicBezTo>
                    <a:pt x="2325597" y="2897597"/>
                    <a:pt x="2897597" y="2325597"/>
                    <a:pt x="2897597" y="1620000"/>
                  </a:cubicBezTo>
                  <a:cubicBezTo>
                    <a:pt x="2897597" y="914403"/>
                    <a:pt x="2325597" y="342403"/>
                    <a:pt x="1620000" y="342403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5251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856467" y="3197037"/>
            <a:ext cx="3756341" cy="894944"/>
            <a:chOff x="5971708" y="2774613"/>
            <a:chExt cx="3756341" cy="894944"/>
          </a:xfrm>
        </p:grpSpPr>
        <p:sp>
          <p:nvSpPr>
            <p:cNvPr id="3" name="Rectangle 2"/>
            <p:cNvSpPr/>
            <p:nvPr/>
          </p:nvSpPr>
          <p:spPr>
            <a:xfrm>
              <a:off x="6785123" y="2774613"/>
              <a:ext cx="2942926" cy="792000"/>
            </a:xfrm>
            <a:prstGeom prst="rect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9" name="Bent-Up Arrow 131"/>
            <p:cNvSpPr/>
            <p:nvPr/>
          </p:nvSpPr>
          <p:spPr>
            <a:xfrm rot="16200000" flipV="1">
              <a:off x="6079811" y="2964245"/>
              <a:ext cx="597209" cy="813415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69021" y="2960729"/>
              <a:ext cx="201678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Arial" panose="020B0604020202020204" pitchFamily="34" charset="0"/>
                </a:rPr>
                <a:t>Logging System</a:t>
              </a:r>
              <a:endPara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34" name="Rectangle 130"/>
            <p:cNvSpPr/>
            <p:nvPr/>
          </p:nvSpPr>
          <p:spPr>
            <a:xfrm>
              <a:off x="7002399" y="3027367"/>
              <a:ext cx="338397" cy="339933"/>
            </a:xfrm>
            <a:custGeom>
              <a:avLst/>
              <a:gdLst/>
              <a:ahLst/>
              <a:cxnLst/>
              <a:rect l="l" t="t" r="r" b="b"/>
              <a:pathLst>
                <a:path w="371900" h="373588">
                  <a:moveTo>
                    <a:pt x="297080" y="129105"/>
                  </a:moveTo>
                  <a:lnTo>
                    <a:pt x="284273" y="219737"/>
                  </a:lnTo>
                  <a:lnTo>
                    <a:pt x="305496" y="219737"/>
                  </a:lnTo>
                  <a:lnTo>
                    <a:pt x="333001" y="129105"/>
                  </a:lnTo>
                  <a:close/>
                  <a:moveTo>
                    <a:pt x="228265" y="129105"/>
                  </a:moveTo>
                  <a:lnTo>
                    <a:pt x="228265" y="219737"/>
                  </a:lnTo>
                  <a:lnTo>
                    <a:pt x="250807" y="219737"/>
                  </a:lnTo>
                  <a:lnTo>
                    <a:pt x="263614" y="129105"/>
                  </a:lnTo>
                  <a:close/>
                  <a:moveTo>
                    <a:pt x="157021" y="129105"/>
                  </a:moveTo>
                  <a:lnTo>
                    <a:pt x="175826" y="219737"/>
                  </a:lnTo>
                  <a:lnTo>
                    <a:pt x="195129" y="219737"/>
                  </a:lnTo>
                  <a:lnTo>
                    <a:pt x="195129" y="129105"/>
                  </a:lnTo>
                  <a:close/>
                  <a:moveTo>
                    <a:pt x="93087" y="129105"/>
                  </a:moveTo>
                  <a:lnTo>
                    <a:pt x="117372" y="219737"/>
                  </a:lnTo>
                  <a:lnTo>
                    <a:pt x="141984" y="219737"/>
                  </a:lnTo>
                  <a:lnTo>
                    <a:pt x="123179" y="129105"/>
                  </a:lnTo>
                  <a:close/>
                  <a:moveTo>
                    <a:pt x="58494" y="0"/>
                  </a:moveTo>
                  <a:lnTo>
                    <a:pt x="84208" y="95969"/>
                  </a:lnTo>
                  <a:lnTo>
                    <a:pt x="354346" y="95969"/>
                  </a:lnTo>
                  <a:lnTo>
                    <a:pt x="354346" y="97437"/>
                  </a:lnTo>
                  <a:cubicBezTo>
                    <a:pt x="356087" y="96136"/>
                    <a:pt x="357928" y="96353"/>
                    <a:pt x="359747" y="96905"/>
                  </a:cubicBezTo>
                  <a:lnTo>
                    <a:pt x="360371" y="97095"/>
                  </a:lnTo>
                  <a:cubicBezTo>
                    <a:pt x="368954" y="99700"/>
                    <a:pt x="373801" y="108770"/>
                    <a:pt x="371196" y="117354"/>
                  </a:cubicBezTo>
                  <a:lnTo>
                    <a:pt x="333339" y="242097"/>
                  </a:lnTo>
                  <a:cubicBezTo>
                    <a:pt x="331591" y="247858"/>
                    <a:pt x="326929" y="251935"/>
                    <a:pt x="321206" y="252122"/>
                  </a:cubicBezTo>
                  <a:lnTo>
                    <a:pt x="321206" y="252873"/>
                  </a:lnTo>
                  <a:lnTo>
                    <a:pt x="313576" y="252873"/>
                  </a:lnTo>
                  <a:cubicBezTo>
                    <a:pt x="313378" y="253010"/>
                    <a:pt x="313229" y="252967"/>
                    <a:pt x="313080" y="252922"/>
                  </a:cubicBezTo>
                  <a:lnTo>
                    <a:pt x="312919" y="252873"/>
                  </a:lnTo>
                  <a:lnTo>
                    <a:pt x="126251" y="252873"/>
                  </a:lnTo>
                  <a:lnTo>
                    <a:pt x="133971" y="281687"/>
                  </a:lnTo>
                  <a:lnTo>
                    <a:pt x="321075" y="281687"/>
                  </a:lnTo>
                  <a:lnTo>
                    <a:pt x="321075" y="314823"/>
                  </a:lnTo>
                  <a:lnTo>
                    <a:pt x="318480" y="314823"/>
                  </a:lnTo>
                  <a:cubicBezTo>
                    <a:pt x="329614" y="318311"/>
                    <a:pt x="336414" y="328969"/>
                    <a:pt x="336414" y="341215"/>
                  </a:cubicBezTo>
                  <a:cubicBezTo>
                    <a:pt x="336414" y="359094"/>
                    <a:pt x="321920" y="373588"/>
                    <a:pt x="304041" y="373588"/>
                  </a:cubicBezTo>
                  <a:cubicBezTo>
                    <a:pt x="286162" y="373588"/>
                    <a:pt x="271668" y="359094"/>
                    <a:pt x="271668" y="341215"/>
                  </a:cubicBezTo>
                  <a:cubicBezTo>
                    <a:pt x="271668" y="328969"/>
                    <a:pt x="278468" y="318311"/>
                    <a:pt x="289602" y="314823"/>
                  </a:cubicBezTo>
                  <a:lnTo>
                    <a:pt x="142850" y="314823"/>
                  </a:lnTo>
                  <a:lnTo>
                    <a:pt x="143397" y="316865"/>
                  </a:lnTo>
                  <a:cubicBezTo>
                    <a:pt x="151629" y="321811"/>
                    <a:pt x="156401" y="330956"/>
                    <a:pt x="156401" y="341215"/>
                  </a:cubicBezTo>
                  <a:cubicBezTo>
                    <a:pt x="156401" y="359094"/>
                    <a:pt x="141907" y="373588"/>
                    <a:pt x="124028" y="373588"/>
                  </a:cubicBezTo>
                  <a:cubicBezTo>
                    <a:pt x="106149" y="373588"/>
                    <a:pt x="91655" y="359094"/>
                    <a:pt x="91655" y="341215"/>
                  </a:cubicBezTo>
                  <a:cubicBezTo>
                    <a:pt x="91655" y="329356"/>
                    <a:pt x="98032" y="318986"/>
                    <a:pt x="108649" y="315212"/>
                  </a:cubicBezTo>
                  <a:lnTo>
                    <a:pt x="33542" y="34909"/>
                  </a:lnTo>
                  <a:lnTo>
                    <a:pt x="0" y="34909"/>
                  </a:lnTo>
                  <a:lnTo>
                    <a:pt x="0" y="1773"/>
                  </a:lnTo>
                  <a:lnTo>
                    <a:pt x="51879" y="17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5251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480558" y="2325156"/>
            <a:ext cx="3780010" cy="894944"/>
            <a:chOff x="8116716" y="1889772"/>
            <a:chExt cx="3780010" cy="894944"/>
          </a:xfrm>
        </p:grpSpPr>
        <p:sp>
          <p:nvSpPr>
            <p:cNvPr id="36" name="Rectangle 35"/>
            <p:cNvSpPr/>
            <p:nvPr/>
          </p:nvSpPr>
          <p:spPr>
            <a:xfrm>
              <a:off x="8930131" y="1889772"/>
              <a:ext cx="2942926" cy="792000"/>
            </a:xfrm>
            <a:prstGeom prst="rect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37" name="Bent-Up Arrow 131"/>
            <p:cNvSpPr/>
            <p:nvPr/>
          </p:nvSpPr>
          <p:spPr>
            <a:xfrm rot="16200000" flipV="1">
              <a:off x="8224819" y="2079404"/>
              <a:ext cx="597209" cy="813415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485804" y="2017246"/>
              <a:ext cx="241092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Arial" panose="020B0604020202020204" pitchFamily="34" charset="0"/>
                </a:rPr>
                <a:t>Detection Engine</a:t>
              </a:r>
              <a:endPara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75194" y="2076166"/>
            <a:ext cx="2942926" cy="4469366"/>
            <a:chOff x="275194" y="1625782"/>
            <a:chExt cx="2942926" cy="4469366"/>
          </a:xfrm>
        </p:grpSpPr>
        <p:sp>
          <p:nvSpPr>
            <p:cNvPr id="35" name="Graphic 46"/>
            <p:cNvSpPr/>
            <p:nvPr/>
          </p:nvSpPr>
          <p:spPr>
            <a:xfrm rot="20395817">
              <a:off x="760918" y="1625782"/>
              <a:ext cx="2356748" cy="2710941"/>
            </a:xfrm>
            <a:custGeom>
              <a:avLst/>
              <a:gdLst>
                <a:gd name="connsiteX0" fmla="*/ 104368 w 5961980"/>
                <a:gd name="connsiteY0" fmla="*/ 2552216 h 6858000"/>
                <a:gd name="connsiteX1" fmla="*/ 255313 w 5961980"/>
                <a:gd name="connsiteY1" fmla="*/ 2883054 h 6858000"/>
                <a:gd name="connsiteX2" fmla="*/ 775694 w 5961980"/>
                <a:gd name="connsiteY2" fmla="*/ 4027203 h 6858000"/>
                <a:gd name="connsiteX3" fmla="*/ 956965 w 5961980"/>
                <a:gd name="connsiteY3" fmla="*/ 4084410 h 6858000"/>
                <a:gd name="connsiteX4" fmla="*/ 1439438 w 5961980"/>
                <a:gd name="connsiteY4" fmla="*/ 3781831 h 6858000"/>
                <a:gd name="connsiteX5" fmla="*/ 2087329 w 5961980"/>
                <a:gd name="connsiteY5" fmla="*/ 3384136 h 6858000"/>
                <a:gd name="connsiteX6" fmla="*/ 2136955 w 5961980"/>
                <a:gd name="connsiteY6" fmla="*/ 3218717 h 6858000"/>
                <a:gd name="connsiteX7" fmla="*/ 2034947 w 5961980"/>
                <a:gd name="connsiteY7" fmla="*/ 2971967 h 6858000"/>
                <a:gd name="connsiteX8" fmla="*/ 1844025 w 5961980"/>
                <a:gd name="connsiteY8" fmla="*/ 2617005 h 6858000"/>
                <a:gd name="connsiteX9" fmla="*/ 2038393 w 5961980"/>
                <a:gd name="connsiteY9" fmla="*/ 2572204 h 6858000"/>
                <a:gd name="connsiteX10" fmla="*/ 2122481 w 5961980"/>
                <a:gd name="connsiteY10" fmla="*/ 2191740 h 6858000"/>
                <a:gd name="connsiteX11" fmla="*/ 2136955 w 5961980"/>
                <a:gd name="connsiteY11" fmla="*/ 2158656 h 6858000"/>
                <a:gd name="connsiteX12" fmla="*/ 2451941 w 5961980"/>
                <a:gd name="connsiteY12" fmla="*/ 1705132 h 6858000"/>
                <a:gd name="connsiteX13" fmla="*/ 2638037 w 5961980"/>
                <a:gd name="connsiteY13" fmla="*/ 1526617 h 6858000"/>
                <a:gd name="connsiteX14" fmla="*/ 3055031 w 5961980"/>
                <a:gd name="connsiteY14" fmla="*/ 1408756 h 6858000"/>
                <a:gd name="connsiteX15" fmla="*/ 3072262 w 5961980"/>
                <a:gd name="connsiteY15" fmla="*/ 1435637 h 6858000"/>
                <a:gd name="connsiteX16" fmla="*/ 3000581 w 5961980"/>
                <a:gd name="connsiteY16" fmla="*/ 1607259 h 6858000"/>
                <a:gd name="connsiteX17" fmla="*/ 2736599 w 5961980"/>
                <a:gd name="connsiteY17" fmla="*/ 1895364 h 6858000"/>
                <a:gd name="connsiteX18" fmla="*/ 2685595 w 5961980"/>
                <a:gd name="connsiteY18" fmla="*/ 1956018 h 6858000"/>
                <a:gd name="connsiteX19" fmla="*/ 2171417 w 5961980"/>
                <a:gd name="connsiteY19" fmla="*/ 2837564 h 6858000"/>
                <a:gd name="connsiteX20" fmla="*/ 2163147 w 5961980"/>
                <a:gd name="connsiteY20" fmla="*/ 2894771 h 6858000"/>
                <a:gd name="connsiteX21" fmla="*/ 2234828 w 5961980"/>
                <a:gd name="connsiteY21" fmla="*/ 3050541 h 6858000"/>
                <a:gd name="connsiteX22" fmla="*/ 2400247 w 5961980"/>
                <a:gd name="connsiteY22" fmla="*/ 3365526 h 6858000"/>
                <a:gd name="connsiteX23" fmla="*/ 2658025 w 5961980"/>
                <a:gd name="connsiteY23" fmla="*/ 3505443 h 6858000"/>
                <a:gd name="connsiteX24" fmla="*/ 2691109 w 5961980"/>
                <a:gd name="connsiteY24" fmla="*/ 3768046 h 6858000"/>
                <a:gd name="connsiteX25" fmla="*/ 2600129 w 5961980"/>
                <a:gd name="connsiteY25" fmla="*/ 4579978 h 6858000"/>
                <a:gd name="connsiteX26" fmla="*/ 2482267 w 5961980"/>
                <a:gd name="connsiteY26" fmla="*/ 4634429 h 6858000"/>
                <a:gd name="connsiteX27" fmla="*/ 2179688 w 5961980"/>
                <a:gd name="connsiteY27" fmla="*/ 4865326 h 6858000"/>
                <a:gd name="connsiteX28" fmla="*/ 1788197 w 5961980"/>
                <a:gd name="connsiteY28" fmla="*/ 5180312 h 6858000"/>
                <a:gd name="connsiteX29" fmla="*/ 1668957 w 5961980"/>
                <a:gd name="connsiteY29" fmla="*/ 5269225 h 6858000"/>
                <a:gd name="connsiteX30" fmla="*/ 1225082 w 5961980"/>
                <a:gd name="connsiteY30" fmla="*/ 5487026 h 6858000"/>
                <a:gd name="connsiteX31" fmla="*/ 950073 w 5961980"/>
                <a:gd name="connsiteY31" fmla="*/ 5563533 h 6858000"/>
                <a:gd name="connsiteX32" fmla="*/ 735028 w 5961980"/>
                <a:gd name="connsiteY32" fmla="*/ 5601441 h 6858000"/>
                <a:gd name="connsiteX33" fmla="*/ 697120 w 5961980"/>
                <a:gd name="connsiteY33" fmla="*/ 5637971 h 6858000"/>
                <a:gd name="connsiteX34" fmla="*/ 722622 w 5961980"/>
                <a:gd name="connsiteY34" fmla="*/ 6007407 h 6858000"/>
                <a:gd name="connsiteX35" fmla="*/ 760530 w 5961980"/>
                <a:gd name="connsiteY35" fmla="*/ 6177651 h 6858000"/>
                <a:gd name="connsiteX36" fmla="*/ 1001077 w 5961980"/>
                <a:gd name="connsiteY36" fmla="*/ 6801419 h 6858000"/>
                <a:gd name="connsiteX37" fmla="*/ 1114114 w 5961980"/>
                <a:gd name="connsiteY37" fmla="*/ 6858626 h 6858000"/>
                <a:gd name="connsiteX38" fmla="*/ 1206473 w 5961980"/>
                <a:gd name="connsiteY38" fmla="*/ 6733183 h 6858000"/>
                <a:gd name="connsiteX39" fmla="*/ 1205094 w 5961980"/>
                <a:gd name="connsiteY39" fmla="*/ 6647028 h 6858000"/>
                <a:gd name="connsiteX40" fmla="*/ 1217501 w 5961980"/>
                <a:gd name="connsiteY40" fmla="*/ 6236237 h 6858000"/>
                <a:gd name="connsiteX41" fmla="*/ 1292628 w 5961980"/>
                <a:gd name="connsiteY41" fmla="*/ 6021192 h 6858000"/>
                <a:gd name="connsiteX42" fmla="*/ 1644144 w 5961980"/>
                <a:gd name="connsiteY42" fmla="*/ 6234169 h 6858000"/>
                <a:gd name="connsiteX43" fmla="*/ 1704798 w 5961980"/>
                <a:gd name="connsiteY43" fmla="*/ 6085981 h 6858000"/>
                <a:gd name="connsiteX44" fmla="*/ 1854364 w 5961980"/>
                <a:gd name="connsiteY44" fmla="*/ 5802701 h 6858000"/>
                <a:gd name="connsiteX45" fmla="*/ 2161768 w 5961980"/>
                <a:gd name="connsiteY45" fmla="*/ 5616605 h 6858000"/>
                <a:gd name="connsiteX46" fmla="*/ 2683527 w 5961980"/>
                <a:gd name="connsiteY46" fmla="*/ 5433265 h 6858000"/>
                <a:gd name="connsiteX47" fmla="*/ 3032286 w 5961980"/>
                <a:gd name="connsiteY47" fmla="*/ 5191340 h 6858000"/>
                <a:gd name="connsiteX48" fmla="*/ 3356921 w 5961980"/>
                <a:gd name="connsiteY48" fmla="*/ 4594452 h 6858000"/>
                <a:gd name="connsiteX49" fmla="*/ 3667082 w 5961980"/>
                <a:gd name="connsiteY49" fmla="*/ 4026514 h 6858000"/>
                <a:gd name="connsiteX50" fmla="*/ 3770469 w 5961980"/>
                <a:gd name="connsiteY50" fmla="*/ 4004458 h 6858000"/>
                <a:gd name="connsiteX51" fmla="*/ 4011016 w 5961980"/>
                <a:gd name="connsiteY51" fmla="*/ 4098195 h 6858000"/>
                <a:gd name="connsiteX52" fmla="*/ 4375627 w 5961980"/>
                <a:gd name="connsiteY52" fmla="*/ 4195379 h 6858000"/>
                <a:gd name="connsiteX53" fmla="*/ 4574819 w 5961980"/>
                <a:gd name="connsiteY53" fmla="*/ 4418006 h 6858000"/>
                <a:gd name="connsiteX54" fmla="*/ 4605146 w 5961980"/>
                <a:gd name="connsiteY54" fmla="*/ 4470388 h 6858000"/>
                <a:gd name="connsiteX55" fmla="*/ 4640298 w 5961980"/>
                <a:gd name="connsiteY55" fmla="*/ 4528974 h 6858000"/>
                <a:gd name="connsiteX56" fmla="*/ 4700951 w 5961980"/>
                <a:gd name="connsiteY56" fmla="*/ 4766075 h 6858000"/>
                <a:gd name="connsiteX57" fmla="*/ 4711290 w 5961980"/>
                <a:gd name="connsiteY57" fmla="*/ 4903235 h 6858000"/>
                <a:gd name="connsiteX58" fmla="*/ 4705087 w 5961980"/>
                <a:gd name="connsiteY58" fmla="*/ 4996972 h 6858000"/>
                <a:gd name="connsiteX59" fmla="*/ 4776079 w 5961980"/>
                <a:gd name="connsiteY59" fmla="*/ 5296105 h 6858000"/>
                <a:gd name="connsiteX60" fmla="*/ 4862924 w 5961980"/>
                <a:gd name="connsiteY60" fmla="*/ 5763414 h 6858000"/>
                <a:gd name="connsiteX61" fmla="*/ 4932538 w 5961980"/>
                <a:gd name="connsiteY61" fmla="*/ 5762036 h 6858000"/>
                <a:gd name="connsiteX62" fmla="*/ 4912550 w 5961980"/>
                <a:gd name="connsiteY62" fmla="*/ 6119065 h 6858000"/>
                <a:gd name="connsiteX63" fmla="*/ 4938052 w 5961980"/>
                <a:gd name="connsiteY63" fmla="*/ 6387182 h 6858000"/>
                <a:gd name="connsiteX64" fmla="*/ 5117256 w 5961980"/>
                <a:gd name="connsiteY64" fmla="*/ 6368572 h 6858000"/>
                <a:gd name="connsiteX65" fmla="*/ 5117256 w 5961980"/>
                <a:gd name="connsiteY65" fmla="*/ 6294134 h 6858000"/>
                <a:gd name="connsiteX66" fmla="*/ 5196519 w 5961980"/>
                <a:gd name="connsiteY66" fmla="*/ 6356166 h 6858000"/>
                <a:gd name="connsiteX67" fmla="*/ 5927120 w 5961980"/>
                <a:gd name="connsiteY67" fmla="*/ 6380290 h 6858000"/>
                <a:gd name="connsiteX68" fmla="*/ 5947798 w 5961980"/>
                <a:gd name="connsiteY68" fmla="*/ 6221763 h 6858000"/>
                <a:gd name="connsiteX69" fmla="*/ 5865088 w 5961980"/>
                <a:gd name="connsiteY69" fmla="*/ 6142500 h 6858000"/>
                <a:gd name="connsiteX70" fmla="*/ 5526668 w 5961980"/>
                <a:gd name="connsiteY70" fmla="*/ 6039802 h 6858000"/>
                <a:gd name="connsiteX71" fmla="*/ 5442580 w 5961980"/>
                <a:gd name="connsiteY71" fmla="*/ 5971566 h 6858000"/>
                <a:gd name="connsiteX72" fmla="*/ 5267512 w 5961980"/>
                <a:gd name="connsiteY72" fmla="*/ 5766171 h 6858000"/>
                <a:gd name="connsiteX73" fmla="*/ 5269579 w 5961980"/>
                <a:gd name="connsiteY73" fmla="*/ 5570425 h 6858000"/>
                <a:gd name="connsiteX74" fmla="*/ 5175842 w 5961980"/>
                <a:gd name="connsiteY74" fmla="*/ 4633050 h 6858000"/>
                <a:gd name="connsiteX75" fmla="*/ 5210993 w 5961980"/>
                <a:gd name="connsiteY75" fmla="*/ 4263614 h 6858000"/>
                <a:gd name="connsiteX76" fmla="*/ 5159989 w 5961980"/>
                <a:gd name="connsiteY76" fmla="*/ 4025135 h 6858000"/>
                <a:gd name="connsiteX77" fmla="*/ 4742995 w 5961980"/>
                <a:gd name="connsiteY77" fmla="*/ 3665348 h 6858000"/>
                <a:gd name="connsiteX78" fmla="*/ 4226061 w 5961980"/>
                <a:gd name="connsiteY78" fmla="*/ 3253179 h 6858000"/>
                <a:gd name="connsiteX79" fmla="*/ 4222615 w 5961980"/>
                <a:gd name="connsiteY79" fmla="*/ 3187701 h 6858000"/>
                <a:gd name="connsiteX80" fmla="*/ 4273619 w 5961980"/>
                <a:gd name="connsiteY80" fmla="*/ 3034688 h 6858000"/>
                <a:gd name="connsiteX81" fmla="*/ 4330826 w 5961980"/>
                <a:gd name="connsiteY81" fmla="*/ 2977481 h 6858000"/>
                <a:gd name="connsiteX82" fmla="*/ 4521747 w 5961980"/>
                <a:gd name="connsiteY82" fmla="*/ 2982305 h 6858000"/>
                <a:gd name="connsiteX83" fmla="*/ 5043507 w 5961980"/>
                <a:gd name="connsiteY83" fmla="*/ 3069840 h 6858000"/>
                <a:gd name="connsiteX84" fmla="*/ 5336436 w 5961980"/>
                <a:gd name="connsiteY84" fmla="*/ 2810683 h 6858000"/>
                <a:gd name="connsiteX85" fmla="*/ 5412942 w 5961980"/>
                <a:gd name="connsiteY85" fmla="*/ 2791384 h 6858000"/>
                <a:gd name="connsiteX86" fmla="*/ 5736199 w 5961980"/>
                <a:gd name="connsiteY86" fmla="*/ 2665941 h 6858000"/>
                <a:gd name="connsiteX87" fmla="*/ 5793406 w 5961980"/>
                <a:gd name="connsiteY87" fmla="*/ 2605288 h 6858000"/>
                <a:gd name="connsiteX88" fmla="*/ 5777554 w 5961980"/>
                <a:gd name="connsiteY88" fmla="*/ 2584610 h 6858000"/>
                <a:gd name="connsiteX89" fmla="*/ 5562509 w 5961980"/>
                <a:gd name="connsiteY89" fmla="*/ 2629411 h 6858000"/>
                <a:gd name="connsiteX90" fmla="*/ 5625920 w 5961980"/>
                <a:gd name="connsiteY90" fmla="*/ 2588057 h 6858000"/>
                <a:gd name="connsiteX91" fmla="*/ 5810638 w 5961980"/>
                <a:gd name="connsiteY91" fmla="*/ 2500522 h 6858000"/>
                <a:gd name="connsiteX92" fmla="*/ 5845789 w 5961980"/>
                <a:gd name="connsiteY92" fmla="*/ 2433665 h 6858000"/>
                <a:gd name="connsiteX93" fmla="*/ 5778932 w 5961980"/>
                <a:gd name="connsiteY93" fmla="*/ 2433665 h 6858000"/>
                <a:gd name="connsiteX94" fmla="*/ 5680370 w 5961980"/>
                <a:gd name="connsiteY94" fmla="*/ 2478466 h 6858000"/>
                <a:gd name="connsiteX95" fmla="*/ 5672099 w 5961980"/>
                <a:gd name="connsiteY95" fmla="*/ 2462614 h 6858000"/>
                <a:gd name="connsiteX96" fmla="*/ 5850614 w 5961980"/>
                <a:gd name="connsiteY96" fmla="*/ 2325454 h 6858000"/>
                <a:gd name="connsiteX97" fmla="*/ 5831315 w 5961980"/>
                <a:gd name="connsiteY97" fmla="*/ 2293748 h 6858000"/>
                <a:gd name="connsiteX98" fmla="*/ 5546656 w 5961980"/>
                <a:gd name="connsiteY98" fmla="*/ 2419191 h 6858000"/>
                <a:gd name="connsiteX99" fmla="*/ 5707251 w 5961980"/>
                <a:gd name="connsiteY99" fmla="*/ 2273071 h 6858000"/>
                <a:gd name="connsiteX100" fmla="*/ 5738956 w 5961980"/>
                <a:gd name="connsiteY100" fmla="*/ 2202768 h 6858000"/>
                <a:gd name="connsiteX101" fmla="*/ 5656247 w 5961980"/>
                <a:gd name="connsiteY101" fmla="*/ 2208971 h 6858000"/>
                <a:gd name="connsiteX102" fmla="*/ 5484624 w 5961980"/>
                <a:gd name="connsiteY102" fmla="*/ 2348888 h 6858000"/>
                <a:gd name="connsiteX103" fmla="*/ 5333679 w 5961980"/>
                <a:gd name="connsiteY103" fmla="*/ 2398514 h 6858000"/>
                <a:gd name="connsiteX104" fmla="*/ 5303353 w 5961980"/>
                <a:gd name="connsiteY104" fmla="*/ 2164859 h 6858000"/>
                <a:gd name="connsiteX105" fmla="*/ 5153786 w 5961980"/>
                <a:gd name="connsiteY105" fmla="*/ 2524646 h 6858000"/>
                <a:gd name="connsiteX106" fmla="*/ 5072455 w 5961980"/>
                <a:gd name="connsiteY106" fmla="*/ 2579096 h 6858000"/>
                <a:gd name="connsiteX107" fmla="*/ 4809852 w 5961980"/>
                <a:gd name="connsiteY107" fmla="*/ 2582543 h 6858000"/>
                <a:gd name="connsiteX108" fmla="*/ 4718872 w 5961980"/>
                <a:gd name="connsiteY108" fmla="*/ 2581164 h 6858000"/>
                <a:gd name="connsiteX109" fmla="*/ 4554831 w 5961980"/>
                <a:gd name="connsiteY109" fmla="*/ 2576339 h 6858000"/>
                <a:gd name="connsiteX110" fmla="*/ 4438349 w 5961980"/>
                <a:gd name="connsiteY110" fmla="*/ 2482602 h 6858000"/>
                <a:gd name="connsiteX111" fmla="*/ 4459026 w 5961980"/>
                <a:gd name="connsiteY111" fmla="*/ 2087664 h 6858000"/>
                <a:gd name="connsiteX112" fmla="*/ 4462472 w 5961980"/>
                <a:gd name="connsiteY112" fmla="*/ 1867794 h 6858000"/>
                <a:gd name="connsiteX113" fmla="*/ 4349436 w 5961980"/>
                <a:gd name="connsiteY113" fmla="*/ 1296409 h 6858000"/>
                <a:gd name="connsiteX114" fmla="*/ 4452823 w 5961980"/>
                <a:gd name="connsiteY114" fmla="*/ 1175791 h 6858000"/>
                <a:gd name="connsiteX115" fmla="*/ 4653393 w 5961980"/>
                <a:gd name="connsiteY115" fmla="*/ 1037252 h 6858000"/>
                <a:gd name="connsiteX116" fmla="*/ 4818813 w 5961980"/>
                <a:gd name="connsiteY116" fmla="*/ 900093 h 6858000"/>
                <a:gd name="connsiteX117" fmla="*/ 4823637 w 5961980"/>
                <a:gd name="connsiteY117" fmla="*/ 862184 h 6858000"/>
                <a:gd name="connsiteX118" fmla="*/ 4827083 w 5961980"/>
                <a:gd name="connsiteY118" fmla="*/ 553402 h 6858000"/>
                <a:gd name="connsiteX119" fmla="*/ 4842936 w 5961980"/>
                <a:gd name="connsiteY119" fmla="*/ 405214 h 6858000"/>
                <a:gd name="connsiteX120" fmla="*/ 4763673 w 5961980"/>
                <a:gd name="connsiteY120" fmla="*/ 143989 h 6858000"/>
                <a:gd name="connsiteX121" fmla="*/ 4494867 w 5961980"/>
                <a:gd name="connsiteY121" fmla="*/ 15100 h 6858000"/>
                <a:gd name="connsiteX122" fmla="*/ 4197112 w 5961980"/>
                <a:gd name="connsiteY122" fmla="*/ 73686 h 6858000"/>
                <a:gd name="connsiteX123" fmla="*/ 4009637 w 5961980"/>
                <a:gd name="connsiteY123" fmla="*/ 367994 h 6858000"/>
                <a:gd name="connsiteX124" fmla="*/ 3992406 w 5961980"/>
                <a:gd name="connsiteY124" fmla="*/ 724335 h 6858000"/>
                <a:gd name="connsiteX125" fmla="*/ 3947605 w 5961980"/>
                <a:gd name="connsiteY125" fmla="*/ 760865 h 6858000"/>
                <a:gd name="connsiteX126" fmla="*/ 3396897 w 5961980"/>
                <a:gd name="connsiteY126" fmla="*/ 705036 h 6858000"/>
                <a:gd name="connsiteX127" fmla="*/ 3078465 w 5961980"/>
                <a:gd name="connsiteY127" fmla="*/ 800841 h 6858000"/>
                <a:gd name="connsiteX128" fmla="*/ 2664918 w 5961980"/>
                <a:gd name="connsiteY128" fmla="*/ 810491 h 6858000"/>
                <a:gd name="connsiteX129" fmla="*/ 2494674 w 5961980"/>
                <a:gd name="connsiteY129" fmla="*/ 872523 h 6858000"/>
                <a:gd name="connsiteX130" fmla="*/ 2092154 w 5961980"/>
                <a:gd name="connsiteY130" fmla="*/ 1350170 h 6858000"/>
                <a:gd name="connsiteX131" fmla="*/ 1743395 w 5961980"/>
                <a:gd name="connsiteY131" fmla="*/ 1800248 h 6858000"/>
                <a:gd name="connsiteX132" fmla="*/ 1744774 w 5961980"/>
                <a:gd name="connsiteY132" fmla="*/ 1865726 h 6858000"/>
                <a:gd name="connsiteX133" fmla="*/ 1800603 w 5961980"/>
                <a:gd name="connsiteY133" fmla="*/ 1921555 h 6858000"/>
                <a:gd name="connsiteX134" fmla="*/ 1805428 w 5961980"/>
                <a:gd name="connsiteY134" fmla="*/ 2005644 h 6858000"/>
                <a:gd name="connsiteX135" fmla="*/ 1636562 w 5961980"/>
                <a:gd name="connsiteY135" fmla="*/ 2145561 h 6858000"/>
                <a:gd name="connsiteX136" fmla="*/ 1423585 w 5961980"/>
                <a:gd name="connsiteY136" fmla="*/ 1706511 h 6858000"/>
                <a:gd name="connsiteX137" fmla="*/ 1243692 w 5961980"/>
                <a:gd name="connsiteY137" fmla="*/ 1507318 h 6858000"/>
                <a:gd name="connsiteX138" fmla="*/ 1138926 w 5961980"/>
                <a:gd name="connsiteY138" fmla="*/ 1577622 h 6858000"/>
                <a:gd name="connsiteX139" fmla="*/ 18901 w 5961980"/>
                <a:gd name="connsiteY139" fmla="*/ 2269625 h 6858000"/>
                <a:gd name="connsiteX140" fmla="*/ 3049 w 5961980"/>
                <a:gd name="connsiteY140" fmla="*/ 2335103 h 6858000"/>
                <a:gd name="connsiteX141" fmla="*/ 104368 w 5961980"/>
                <a:gd name="connsiteY141" fmla="*/ 2552216 h 6858000"/>
                <a:gd name="connsiteX142" fmla="*/ 104368 w 5961980"/>
                <a:gd name="connsiteY142" fmla="*/ 2552216 h 6858000"/>
                <a:gd name="connsiteX143" fmla="*/ 1692391 w 5961980"/>
                <a:gd name="connsiteY143" fmla="*/ 2187605 h 6858000"/>
                <a:gd name="connsiteX144" fmla="*/ 1711690 w 5961980"/>
                <a:gd name="connsiteY144" fmla="*/ 2198633 h 6858000"/>
                <a:gd name="connsiteX145" fmla="*/ 1867460 w 5961980"/>
                <a:gd name="connsiteY145" fmla="*/ 2526714 h 6858000"/>
                <a:gd name="connsiteX146" fmla="*/ 1822659 w 5961980"/>
                <a:gd name="connsiteY146" fmla="*/ 2557041 h 6858000"/>
                <a:gd name="connsiteX147" fmla="*/ 1681363 w 5961980"/>
                <a:gd name="connsiteY147" fmla="*/ 2256529 h 6858000"/>
                <a:gd name="connsiteX148" fmla="*/ 1692391 w 5961980"/>
                <a:gd name="connsiteY148" fmla="*/ 2187605 h 6858000"/>
                <a:gd name="connsiteX149" fmla="*/ 1692391 w 5961980"/>
                <a:gd name="connsiteY149" fmla="*/ 218760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5961980" h="6858000">
                  <a:moveTo>
                    <a:pt x="104368" y="2552216"/>
                  </a:moveTo>
                  <a:cubicBezTo>
                    <a:pt x="155372" y="2661806"/>
                    <a:pt x="204309" y="2773464"/>
                    <a:pt x="255313" y="2883054"/>
                  </a:cubicBezTo>
                  <a:cubicBezTo>
                    <a:pt x="429003" y="3264896"/>
                    <a:pt x="602004" y="3645360"/>
                    <a:pt x="775694" y="4027203"/>
                  </a:cubicBezTo>
                  <a:cubicBezTo>
                    <a:pt x="801196" y="4083032"/>
                    <a:pt x="903204" y="4119562"/>
                    <a:pt x="956965" y="4084410"/>
                  </a:cubicBezTo>
                  <a:cubicBezTo>
                    <a:pt x="1117560" y="3984469"/>
                    <a:pt x="1278154" y="3882461"/>
                    <a:pt x="1439438" y="3781831"/>
                  </a:cubicBezTo>
                  <a:cubicBezTo>
                    <a:pt x="1654483" y="3648117"/>
                    <a:pt x="1868838" y="3514404"/>
                    <a:pt x="2087329" y="3384136"/>
                  </a:cubicBezTo>
                  <a:cubicBezTo>
                    <a:pt x="2189338" y="3323482"/>
                    <a:pt x="2189338" y="3328307"/>
                    <a:pt x="2136955" y="3218717"/>
                  </a:cubicBezTo>
                  <a:cubicBezTo>
                    <a:pt x="2099046" y="3139454"/>
                    <a:pt x="2073544" y="3051919"/>
                    <a:pt x="2034947" y="2971967"/>
                  </a:cubicBezTo>
                  <a:cubicBezTo>
                    <a:pt x="1977739" y="2855484"/>
                    <a:pt x="1912261" y="2744515"/>
                    <a:pt x="1844025" y="2617005"/>
                  </a:cubicBezTo>
                  <a:cubicBezTo>
                    <a:pt x="1917085" y="2599774"/>
                    <a:pt x="1971536" y="2588057"/>
                    <a:pt x="2038393" y="2572204"/>
                  </a:cubicBezTo>
                  <a:cubicBezTo>
                    <a:pt x="2079748" y="2465371"/>
                    <a:pt x="2159011" y="2343374"/>
                    <a:pt x="2122481" y="2191740"/>
                  </a:cubicBezTo>
                  <a:cubicBezTo>
                    <a:pt x="2121102" y="2182090"/>
                    <a:pt x="2130752" y="2167616"/>
                    <a:pt x="2136955" y="2158656"/>
                  </a:cubicBezTo>
                  <a:cubicBezTo>
                    <a:pt x="2241721" y="2007711"/>
                    <a:pt x="2342351" y="1853320"/>
                    <a:pt x="2451941" y="1705132"/>
                  </a:cubicBezTo>
                  <a:cubicBezTo>
                    <a:pt x="2502945" y="1636897"/>
                    <a:pt x="2563599" y="1559012"/>
                    <a:pt x="2638037" y="1526617"/>
                  </a:cubicBezTo>
                  <a:cubicBezTo>
                    <a:pt x="2770372" y="1470788"/>
                    <a:pt x="2915114" y="1447354"/>
                    <a:pt x="3055031" y="1408756"/>
                  </a:cubicBezTo>
                  <a:cubicBezTo>
                    <a:pt x="3061234" y="1418406"/>
                    <a:pt x="3066059" y="1425987"/>
                    <a:pt x="3072262" y="1435637"/>
                  </a:cubicBezTo>
                  <a:cubicBezTo>
                    <a:pt x="3050206" y="1492844"/>
                    <a:pt x="3037111" y="1559701"/>
                    <a:pt x="3000581" y="1607259"/>
                  </a:cubicBezTo>
                  <a:cubicBezTo>
                    <a:pt x="2921317" y="1710646"/>
                    <a:pt x="2860664" y="1833332"/>
                    <a:pt x="2736599" y="1895364"/>
                  </a:cubicBezTo>
                  <a:cubicBezTo>
                    <a:pt x="2714544" y="1906392"/>
                    <a:pt x="2700069" y="1933273"/>
                    <a:pt x="2685595" y="1956018"/>
                  </a:cubicBezTo>
                  <a:cubicBezTo>
                    <a:pt x="2513973" y="2250326"/>
                    <a:pt x="2341661" y="2543256"/>
                    <a:pt x="2171417" y="2837564"/>
                  </a:cubicBezTo>
                  <a:cubicBezTo>
                    <a:pt x="2161768" y="2853416"/>
                    <a:pt x="2155565" y="2888568"/>
                    <a:pt x="2163147" y="2894771"/>
                  </a:cubicBezTo>
                  <a:cubicBezTo>
                    <a:pt x="2214151" y="2937504"/>
                    <a:pt x="2209326" y="3001604"/>
                    <a:pt x="2234828" y="3050541"/>
                  </a:cubicBezTo>
                  <a:cubicBezTo>
                    <a:pt x="2290657" y="3155306"/>
                    <a:pt x="2317538" y="3271789"/>
                    <a:pt x="2400247" y="3365526"/>
                  </a:cubicBezTo>
                  <a:cubicBezTo>
                    <a:pt x="2473307" y="3446857"/>
                    <a:pt x="2540164" y="3513714"/>
                    <a:pt x="2658025" y="3505443"/>
                  </a:cubicBezTo>
                  <a:cubicBezTo>
                    <a:pt x="2673878" y="3594356"/>
                    <a:pt x="2707651" y="3670862"/>
                    <a:pt x="2691109" y="3768046"/>
                  </a:cubicBezTo>
                  <a:cubicBezTo>
                    <a:pt x="2648376" y="4036852"/>
                    <a:pt x="2629077" y="4309105"/>
                    <a:pt x="2600129" y="4579978"/>
                  </a:cubicBezTo>
                  <a:cubicBezTo>
                    <a:pt x="2546367" y="4594452"/>
                    <a:pt x="2498120" y="4605481"/>
                    <a:pt x="2482267" y="4634429"/>
                  </a:cubicBezTo>
                  <a:cubicBezTo>
                    <a:pt x="2411964" y="4753669"/>
                    <a:pt x="2287900" y="4810876"/>
                    <a:pt x="2179688" y="4865326"/>
                  </a:cubicBezTo>
                  <a:cubicBezTo>
                    <a:pt x="2021851" y="4944589"/>
                    <a:pt x="1904679" y="5056247"/>
                    <a:pt x="1788197" y="5180312"/>
                  </a:cubicBezTo>
                  <a:cubicBezTo>
                    <a:pt x="1755113" y="5216842"/>
                    <a:pt x="1711690" y="5247169"/>
                    <a:pt x="1668957" y="5269225"/>
                  </a:cubicBezTo>
                  <a:cubicBezTo>
                    <a:pt x="1522837" y="5344352"/>
                    <a:pt x="1371202" y="5412588"/>
                    <a:pt x="1225082" y="5487026"/>
                  </a:cubicBezTo>
                  <a:cubicBezTo>
                    <a:pt x="1137548" y="5529760"/>
                    <a:pt x="1059663" y="5580764"/>
                    <a:pt x="950073" y="5563533"/>
                  </a:cubicBezTo>
                  <a:cubicBezTo>
                    <a:pt x="881838" y="5552505"/>
                    <a:pt x="806710" y="5585588"/>
                    <a:pt x="735028" y="5601441"/>
                  </a:cubicBezTo>
                  <a:cubicBezTo>
                    <a:pt x="720554" y="5604888"/>
                    <a:pt x="706080" y="5623497"/>
                    <a:pt x="697120" y="5637971"/>
                  </a:cubicBezTo>
                  <a:cubicBezTo>
                    <a:pt x="665414" y="5688975"/>
                    <a:pt x="669550" y="5990176"/>
                    <a:pt x="722622" y="6007407"/>
                  </a:cubicBezTo>
                  <a:cubicBezTo>
                    <a:pt x="856335" y="6050830"/>
                    <a:pt x="763976" y="6125269"/>
                    <a:pt x="760530" y="6177651"/>
                  </a:cubicBezTo>
                  <a:cubicBezTo>
                    <a:pt x="744678" y="6424401"/>
                    <a:pt x="843240" y="6624972"/>
                    <a:pt x="1001077" y="6801419"/>
                  </a:cubicBezTo>
                  <a:cubicBezTo>
                    <a:pt x="1027958" y="6831746"/>
                    <a:pt x="1093436" y="6869654"/>
                    <a:pt x="1114114" y="6858626"/>
                  </a:cubicBezTo>
                  <a:cubicBezTo>
                    <a:pt x="1155468" y="6834503"/>
                    <a:pt x="1184417" y="6780742"/>
                    <a:pt x="1206473" y="6733183"/>
                  </a:cubicBezTo>
                  <a:cubicBezTo>
                    <a:pt x="1217501" y="6711128"/>
                    <a:pt x="1211297" y="6675976"/>
                    <a:pt x="1205094" y="6647028"/>
                  </a:cubicBezTo>
                  <a:cubicBezTo>
                    <a:pt x="1174767" y="6508489"/>
                    <a:pt x="1167186" y="6372019"/>
                    <a:pt x="1217501" y="6236237"/>
                  </a:cubicBezTo>
                  <a:cubicBezTo>
                    <a:pt x="1244381" y="6163177"/>
                    <a:pt x="1269883" y="6088049"/>
                    <a:pt x="1292628" y="6021192"/>
                  </a:cubicBezTo>
                  <a:cubicBezTo>
                    <a:pt x="1404286" y="6088049"/>
                    <a:pt x="1517323" y="6158352"/>
                    <a:pt x="1644144" y="6234169"/>
                  </a:cubicBezTo>
                  <a:cubicBezTo>
                    <a:pt x="1669646" y="6170759"/>
                    <a:pt x="1685499" y="6127336"/>
                    <a:pt x="1704798" y="6085981"/>
                  </a:cubicBezTo>
                  <a:cubicBezTo>
                    <a:pt x="1752356" y="5988797"/>
                    <a:pt x="1782682" y="5875761"/>
                    <a:pt x="1854364" y="5802701"/>
                  </a:cubicBezTo>
                  <a:cubicBezTo>
                    <a:pt x="1937074" y="5719991"/>
                    <a:pt x="2051488" y="5662784"/>
                    <a:pt x="2161768" y="5616605"/>
                  </a:cubicBezTo>
                  <a:cubicBezTo>
                    <a:pt x="2332012" y="5544923"/>
                    <a:pt x="2510527" y="5493919"/>
                    <a:pt x="2683527" y="5433265"/>
                  </a:cubicBezTo>
                  <a:cubicBezTo>
                    <a:pt x="2823444" y="5385707"/>
                    <a:pt x="2957158" y="5329878"/>
                    <a:pt x="3032286" y="5191340"/>
                  </a:cubicBezTo>
                  <a:cubicBezTo>
                    <a:pt x="3141876" y="4992148"/>
                    <a:pt x="3250088" y="4793645"/>
                    <a:pt x="3356921" y="4594452"/>
                  </a:cubicBezTo>
                  <a:cubicBezTo>
                    <a:pt x="3458929" y="4403531"/>
                    <a:pt x="3528543" y="4198136"/>
                    <a:pt x="3667082" y="4026514"/>
                  </a:cubicBezTo>
                  <a:cubicBezTo>
                    <a:pt x="3703612" y="3980334"/>
                    <a:pt x="3725668" y="3983780"/>
                    <a:pt x="3770469" y="4004458"/>
                  </a:cubicBezTo>
                  <a:cubicBezTo>
                    <a:pt x="3848353" y="4039609"/>
                    <a:pt x="3929685" y="4074761"/>
                    <a:pt x="4011016" y="4098195"/>
                  </a:cubicBezTo>
                  <a:cubicBezTo>
                    <a:pt x="4131634" y="4134725"/>
                    <a:pt x="4259145" y="4149199"/>
                    <a:pt x="4375627" y="4195379"/>
                  </a:cubicBezTo>
                  <a:cubicBezTo>
                    <a:pt x="4469365" y="4233288"/>
                    <a:pt x="4590672" y="4270507"/>
                    <a:pt x="4574819" y="4418006"/>
                  </a:cubicBezTo>
                  <a:cubicBezTo>
                    <a:pt x="4573441" y="4433858"/>
                    <a:pt x="4594118" y="4453157"/>
                    <a:pt x="4605146" y="4470388"/>
                  </a:cubicBezTo>
                  <a:cubicBezTo>
                    <a:pt x="4616174" y="4489687"/>
                    <a:pt x="4634094" y="4508297"/>
                    <a:pt x="4640298" y="4528974"/>
                  </a:cubicBezTo>
                  <a:cubicBezTo>
                    <a:pt x="4662354" y="4606859"/>
                    <a:pt x="4676828" y="4688190"/>
                    <a:pt x="4700951" y="4766075"/>
                  </a:cubicBezTo>
                  <a:cubicBezTo>
                    <a:pt x="4716804" y="4817079"/>
                    <a:pt x="4749198" y="4858434"/>
                    <a:pt x="4711290" y="4903235"/>
                  </a:cubicBezTo>
                  <a:cubicBezTo>
                    <a:pt x="4694059" y="4922534"/>
                    <a:pt x="4696816" y="4968713"/>
                    <a:pt x="4705087" y="4996972"/>
                  </a:cubicBezTo>
                  <a:cubicBezTo>
                    <a:pt x="4734035" y="5096913"/>
                    <a:pt x="4745752" y="5196164"/>
                    <a:pt x="4776079" y="5296105"/>
                  </a:cubicBezTo>
                  <a:cubicBezTo>
                    <a:pt x="4801581" y="5383639"/>
                    <a:pt x="4836044" y="5677259"/>
                    <a:pt x="4862924" y="5763414"/>
                  </a:cubicBezTo>
                  <a:cubicBezTo>
                    <a:pt x="4877398" y="5808215"/>
                    <a:pt x="4922889" y="5717924"/>
                    <a:pt x="4932538" y="5762036"/>
                  </a:cubicBezTo>
                  <a:cubicBezTo>
                    <a:pt x="4964243" y="5906777"/>
                    <a:pt x="4958729" y="5970877"/>
                    <a:pt x="4912550" y="6119065"/>
                  </a:cubicBezTo>
                  <a:cubicBezTo>
                    <a:pt x="4896697" y="6171448"/>
                    <a:pt x="4936673" y="6327907"/>
                    <a:pt x="4938052" y="6387182"/>
                  </a:cubicBezTo>
                  <a:lnTo>
                    <a:pt x="5117256" y="6368572"/>
                  </a:lnTo>
                  <a:cubicBezTo>
                    <a:pt x="5117256" y="6368572"/>
                    <a:pt x="5117256" y="6335489"/>
                    <a:pt x="5117256" y="6294134"/>
                  </a:cubicBezTo>
                  <a:cubicBezTo>
                    <a:pt x="5158611" y="6283795"/>
                    <a:pt x="5117256" y="6299648"/>
                    <a:pt x="5196519" y="6356166"/>
                  </a:cubicBezTo>
                  <a:cubicBezTo>
                    <a:pt x="5317827" y="6368572"/>
                    <a:pt x="5459122" y="6432672"/>
                    <a:pt x="5927120" y="6380290"/>
                  </a:cubicBezTo>
                  <a:cubicBezTo>
                    <a:pt x="5975368" y="6366505"/>
                    <a:pt x="5967786" y="6283106"/>
                    <a:pt x="5947798" y="6221763"/>
                  </a:cubicBezTo>
                  <a:cubicBezTo>
                    <a:pt x="5938148" y="6191436"/>
                    <a:pt x="5898172" y="6139053"/>
                    <a:pt x="5865088" y="6142500"/>
                  </a:cubicBezTo>
                  <a:cubicBezTo>
                    <a:pt x="5710697" y="6153527"/>
                    <a:pt x="5641083" y="6149392"/>
                    <a:pt x="5526668" y="6039802"/>
                  </a:cubicBezTo>
                  <a:cubicBezTo>
                    <a:pt x="5499788" y="6014300"/>
                    <a:pt x="5474286" y="5981216"/>
                    <a:pt x="5442580" y="5971566"/>
                  </a:cubicBezTo>
                  <a:cubicBezTo>
                    <a:pt x="5334369" y="5942618"/>
                    <a:pt x="5297839" y="5853705"/>
                    <a:pt x="5267512" y="5766171"/>
                  </a:cubicBezTo>
                  <a:cubicBezTo>
                    <a:pt x="5237185" y="5678637"/>
                    <a:pt x="5288189" y="5662784"/>
                    <a:pt x="5269579" y="5570425"/>
                  </a:cubicBezTo>
                  <a:cubicBezTo>
                    <a:pt x="5210993" y="5285766"/>
                    <a:pt x="5162746" y="4919088"/>
                    <a:pt x="5175842" y="4633050"/>
                  </a:cubicBezTo>
                  <a:cubicBezTo>
                    <a:pt x="5182045" y="4510364"/>
                    <a:pt x="5208926" y="4387679"/>
                    <a:pt x="5210993" y="4263614"/>
                  </a:cubicBezTo>
                  <a:cubicBezTo>
                    <a:pt x="5210993" y="4182283"/>
                    <a:pt x="5204790" y="4083721"/>
                    <a:pt x="5159989" y="4025135"/>
                  </a:cubicBezTo>
                  <a:cubicBezTo>
                    <a:pt x="5048331" y="3876947"/>
                    <a:pt x="4896008" y="3770803"/>
                    <a:pt x="4742995" y="3665348"/>
                  </a:cubicBezTo>
                  <a:cubicBezTo>
                    <a:pt x="4561723" y="3539906"/>
                    <a:pt x="4396304" y="3393096"/>
                    <a:pt x="4226061" y="3253179"/>
                  </a:cubicBezTo>
                  <a:cubicBezTo>
                    <a:pt x="4215033" y="3243530"/>
                    <a:pt x="4217790" y="3208378"/>
                    <a:pt x="4222615" y="3187701"/>
                  </a:cubicBezTo>
                  <a:cubicBezTo>
                    <a:pt x="4237089" y="3136697"/>
                    <a:pt x="4263969" y="3087760"/>
                    <a:pt x="4273619" y="3034688"/>
                  </a:cubicBezTo>
                  <a:cubicBezTo>
                    <a:pt x="4279822" y="2996780"/>
                    <a:pt x="4290850" y="2977481"/>
                    <a:pt x="4330826" y="2977481"/>
                  </a:cubicBezTo>
                  <a:cubicBezTo>
                    <a:pt x="4394237" y="2978859"/>
                    <a:pt x="4458336" y="2972656"/>
                    <a:pt x="4521747" y="2982305"/>
                  </a:cubicBezTo>
                  <a:cubicBezTo>
                    <a:pt x="4696816" y="3007808"/>
                    <a:pt x="4871884" y="3039513"/>
                    <a:pt x="5043507" y="3069840"/>
                  </a:cubicBezTo>
                  <a:cubicBezTo>
                    <a:pt x="5091065" y="2925098"/>
                    <a:pt x="5142069" y="2787938"/>
                    <a:pt x="5336436" y="2810683"/>
                  </a:cubicBezTo>
                  <a:cubicBezTo>
                    <a:pt x="5360560" y="2814129"/>
                    <a:pt x="5387441" y="2801034"/>
                    <a:pt x="5412942" y="2791384"/>
                  </a:cubicBezTo>
                  <a:cubicBezTo>
                    <a:pt x="5521154" y="2750030"/>
                    <a:pt x="5629366" y="2710053"/>
                    <a:pt x="5736199" y="2665941"/>
                  </a:cubicBezTo>
                  <a:cubicBezTo>
                    <a:pt x="5760323" y="2656292"/>
                    <a:pt x="5774108" y="2625965"/>
                    <a:pt x="5793406" y="2605288"/>
                  </a:cubicBezTo>
                  <a:cubicBezTo>
                    <a:pt x="5788582" y="2599084"/>
                    <a:pt x="5782379" y="2590814"/>
                    <a:pt x="5777554" y="2584610"/>
                  </a:cubicBezTo>
                  <a:cubicBezTo>
                    <a:pt x="5714143" y="2599084"/>
                    <a:pt x="5648665" y="2611491"/>
                    <a:pt x="5562509" y="2629411"/>
                  </a:cubicBezTo>
                  <a:cubicBezTo>
                    <a:pt x="5595593" y="2607356"/>
                    <a:pt x="5608689" y="2596328"/>
                    <a:pt x="5625920" y="2588057"/>
                  </a:cubicBezTo>
                  <a:cubicBezTo>
                    <a:pt x="5687952" y="2557730"/>
                    <a:pt x="5751363" y="2533606"/>
                    <a:pt x="5810638" y="2500522"/>
                  </a:cubicBezTo>
                  <a:cubicBezTo>
                    <a:pt x="5829936" y="2489494"/>
                    <a:pt x="5834761" y="2455721"/>
                    <a:pt x="5845789" y="2433665"/>
                  </a:cubicBezTo>
                  <a:cubicBezTo>
                    <a:pt x="5823733" y="2433665"/>
                    <a:pt x="5799610" y="2427462"/>
                    <a:pt x="5778932" y="2433665"/>
                  </a:cubicBezTo>
                  <a:cubicBezTo>
                    <a:pt x="5745849" y="2444693"/>
                    <a:pt x="5713454" y="2463992"/>
                    <a:pt x="5680370" y="2478466"/>
                  </a:cubicBezTo>
                  <a:cubicBezTo>
                    <a:pt x="5676924" y="2473642"/>
                    <a:pt x="5675546" y="2468817"/>
                    <a:pt x="5672099" y="2462614"/>
                  </a:cubicBezTo>
                  <a:cubicBezTo>
                    <a:pt x="5730685" y="2416434"/>
                    <a:pt x="5789960" y="2371633"/>
                    <a:pt x="5850614" y="2325454"/>
                  </a:cubicBezTo>
                  <a:cubicBezTo>
                    <a:pt x="5844411" y="2314426"/>
                    <a:pt x="5838207" y="2303398"/>
                    <a:pt x="5831315" y="2293748"/>
                  </a:cubicBezTo>
                  <a:cubicBezTo>
                    <a:pt x="5716900" y="2284099"/>
                    <a:pt x="5646597" y="2387486"/>
                    <a:pt x="5546656" y="2419191"/>
                  </a:cubicBezTo>
                  <a:cubicBezTo>
                    <a:pt x="5597661" y="2366809"/>
                    <a:pt x="5654868" y="2322008"/>
                    <a:pt x="5707251" y="2273071"/>
                  </a:cubicBezTo>
                  <a:cubicBezTo>
                    <a:pt x="5724482" y="2257219"/>
                    <a:pt x="5727928" y="2226892"/>
                    <a:pt x="5738956" y="2202768"/>
                  </a:cubicBezTo>
                  <a:cubicBezTo>
                    <a:pt x="5710008" y="2204146"/>
                    <a:pt x="5675546" y="2194497"/>
                    <a:pt x="5656247" y="2208971"/>
                  </a:cubicBezTo>
                  <a:cubicBezTo>
                    <a:pt x="5595593" y="2250326"/>
                    <a:pt x="5541832" y="2302709"/>
                    <a:pt x="5484624" y="2348888"/>
                  </a:cubicBezTo>
                  <a:cubicBezTo>
                    <a:pt x="5441891" y="2384040"/>
                    <a:pt x="5400536" y="2430219"/>
                    <a:pt x="5333679" y="2398514"/>
                  </a:cubicBezTo>
                  <a:cubicBezTo>
                    <a:pt x="5373656" y="2248947"/>
                    <a:pt x="5364006" y="2194497"/>
                    <a:pt x="5303353" y="2164859"/>
                  </a:cubicBezTo>
                  <a:cubicBezTo>
                    <a:pt x="5253727" y="2284099"/>
                    <a:pt x="5207547" y="2406785"/>
                    <a:pt x="5153786" y="2524646"/>
                  </a:cubicBezTo>
                  <a:cubicBezTo>
                    <a:pt x="5142758" y="2550148"/>
                    <a:pt x="5101403" y="2575650"/>
                    <a:pt x="5072455" y="2579096"/>
                  </a:cubicBezTo>
                  <a:cubicBezTo>
                    <a:pt x="4984921" y="2585300"/>
                    <a:pt x="4897386" y="2582543"/>
                    <a:pt x="4809852" y="2582543"/>
                  </a:cubicBezTo>
                  <a:cubicBezTo>
                    <a:pt x="4779525" y="2582543"/>
                    <a:pt x="4749198" y="2582543"/>
                    <a:pt x="4718872" y="2581164"/>
                  </a:cubicBezTo>
                  <a:cubicBezTo>
                    <a:pt x="4665110" y="2579786"/>
                    <a:pt x="4609282" y="2570136"/>
                    <a:pt x="4554831" y="2576339"/>
                  </a:cubicBezTo>
                  <a:cubicBezTo>
                    <a:pt x="4499002" y="2584610"/>
                    <a:pt x="4435591" y="2536363"/>
                    <a:pt x="4438349" y="2482602"/>
                  </a:cubicBezTo>
                  <a:cubicBezTo>
                    <a:pt x="4446620" y="2350267"/>
                    <a:pt x="4452823" y="2218621"/>
                    <a:pt x="4459026" y="2087664"/>
                  </a:cubicBezTo>
                  <a:cubicBezTo>
                    <a:pt x="4462472" y="2014604"/>
                    <a:pt x="4474878" y="1939476"/>
                    <a:pt x="4462472" y="1867794"/>
                  </a:cubicBezTo>
                  <a:cubicBezTo>
                    <a:pt x="4430767" y="1676873"/>
                    <a:pt x="4387344" y="1487330"/>
                    <a:pt x="4349436" y="1296409"/>
                  </a:cubicBezTo>
                  <a:cubicBezTo>
                    <a:pt x="4330137" y="1197847"/>
                    <a:pt x="4357707" y="1172345"/>
                    <a:pt x="4452823" y="1175791"/>
                  </a:cubicBezTo>
                  <a:cubicBezTo>
                    <a:pt x="4572062" y="1179237"/>
                    <a:pt x="4602389" y="1146843"/>
                    <a:pt x="4653393" y="1037252"/>
                  </a:cubicBezTo>
                  <a:cubicBezTo>
                    <a:pt x="4683720" y="971774"/>
                    <a:pt x="4725075" y="902160"/>
                    <a:pt x="4818813" y="900093"/>
                  </a:cubicBezTo>
                  <a:cubicBezTo>
                    <a:pt x="4820191" y="887686"/>
                    <a:pt x="4827083" y="873212"/>
                    <a:pt x="4823637" y="862184"/>
                  </a:cubicBezTo>
                  <a:cubicBezTo>
                    <a:pt x="4794689" y="758797"/>
                    <a:pt x="4806406" y="656789"/>
                    <a:pt x="4827083" y="553402"/>
                  </a:cubicBezTo>
                  <a:cubicBezTo>
                    <a:pt x="4836733" y="503776"/>
                    <a:pt x="4827083" y="451393"/>
                    <a:pt x="4842936" y="405214"/>
                  </a:cubicBezTo>
                  <a:cubicBezTo>
                    <a:pt x="4878088" y="297002"/>
                    <a:pt x="4858789" y="203265"/>
                    <a:pt x="4763673" y="143989"/>
                  </a:cubicBezTo>
                  <a:cubicBezTo>
                    <a:pt x="4679585" y="91607"/>
                    <a:pt x="4588604" y="45427"/>
                    <a:pt x="4494867" y="15100"/>
                  </a:cubicBezTo>
                  <a:cubicBezTo>
                    <a:pt x="4390101" y="-20051"/>
                    <a:pt x="4291539" y="8897"/>
                    <a:pt x="4197112" y="73686"/>
                  </a:cubicBezTo>
                  <a:cubicBezTo>
                    <a:pt x="4092347" y="146746"/>
                    <a:pt x="4050992" y="259783"/>
                    <a:pt x="4009637" y="367994"/>
                  </a:cubicBezTo>
                  <a:cubicBezTo>
                    <a:pt x="3966904" y="479652"/>
                    <a:pt x="3946226" y="598892"/>
                    <a:pt x="3992406" y="724335"/>
                  </a:cubicBezTo>
                  <a:cubicBezTo>
                    <a:pt x="3981378" y="733984"/>
                    <a:pt x="3963458" y="748458"/>
                    <a:pt x="3947605" y="760865"/>
                  </a:cubicBezTo>
                  <a:cubicBezTo>
                    <a:pt x="3778740" y="609920"/>
                    <a:pt x="3525786" y="573390"/>
                    <a:pt x="3396897" y="705036"/>
                  </a:cubicBezTo>
                  <a:cubicBezTo>
                    <a:pt x="3301092" y="803598"/>
                    <a:pt x="3181852" y="776717"/>
                    <a:pt x="3078465" y="800841"/>
                  </a:cubicBezTo>
                  <a:cubicBezTo>
                    <a:pt x="2946130" y="831168"/>
                    <a:pt x="2801389" y="802220"/>
                    <a:pt x="2664918" y="810491"/>
                  </a:cubicBezTo>
                  <a:cubicBezTo>
                    <a:pt x="2606332" y="813937"/>
                    <a:pt x="2531204" y="831168"/>
                    <a:pt x="2494674" y="872523"/>
                  </a:cubicBezTo>
                  <a:cubicBezTo>
                    <a:pt x="2353379" y="1025535"/>
                    <a:pt x="2222422" y="1187508"/>
                    <a:pt x="2092154" y="1350170"/>
                  </a:cubicBezTo>
                  <a:cubicBezTo>
                    <a:pt x="1972914" y="1498358"/>
                    <a:pt x="1858500" y="1647925"/>
                    <a:pt x="1743395" y="1800248"/>
                  </a:cubicBezTo>
                  <a:cubicBezTo>
                    <a:pt x="1732368" y="1814722"/>
                    <a:pt x="1735124" y="1847806"/>
                    <a:pt x="1744774" y="1865726"/>
                  </a:cubicBezTo>
                  <a:cubicBezTo>
                    <a:pt x="1755802" y="1887782"/>
                    <a:pt x="1777858" y="1907081"/>
                    <a:pt x="1800603" y="1921555"/>
                  </a:cubicBezTo>
                  <a:cubicBezTo>
                    <a:pt x="1841958" y="1950504"/>
                    <a:pt x="1843336" y="1976006"/>
                    <a:pt x="1805428" y="2005644"/>
                  </a:cubicBezTo>
                  <a:cubicBezTo>
                    <a:pt x="1749599" y="2051823"/>
                    <a:pt x="1693770" y="2098003"/>
                    <a:pt x="1636562" y="2145561"/>
                  </a:cubicBezTo>
                  <a:cubicBezTo>
                    <a:pt x="1563502" y="1995994"/>
                    <a:pt x="1482171" y="1856077"/>
                    <a:pt x="1423585" y="1706511"/>
                  </a:cubicBezTo>
                  <a:cubicBezTo>
                    <a:pt x="1385677" y="1612773"/>
                    <a:pt x="1326401" y="1550741"/>
                    <a:pt x="1243692" y="1507318"/>
                  </a:cubicBezTo>
                  <a:cubicBezTo>
                    <a:pt x="1208540" y="1531442"/>
                    <a:pt x="1173389" y="1554876"/>
                    <a:pt x="1138926" y="1577622"/>
                  </a:cubicBezTo>
                  <a:cubicBezTo>
                    <a:pt x="760530" y="1805073"/>
                    <a:pt x="387648" y="2035970"/>
                    <a:pt x="18901" y="2269625"/>
                  </a:cubicBezTo>
                  <a:cubicBezTo>
                    <a:pt x="4427" y="2279274"/>
                    <a:pt x="-5222" y="2317183"/>
                    <a:pt x="3049" y="2335103"/>
                  </a:cubicBezTo>
                  <a:cubicBezTo>
                    <a:pt x="31308" y="2410231"/>
                    <a:pt x="71284" y="2480534"/>
                    <a:pt x="104368" y="2552216"/>
                  </a:cubicBezTo>
                  <a:lnTo>
                    <a:pt x="104368" y="2552216"/>
                  </a:lnTo>
                  <a:close/>
                  <a:moveTo>
                    <a:pt x="1692391" y="2187605"/>
                  </a:moveTo>
                  <a:cubicBezTo>
                    <a:pt x="1698594" y="2191051"/>
                    <a:pt x="1704798" y="2193808"/>
                    <a:pt x="1711690" y="2198633"/>
                  </a:cubicBezTo>
                  <a:cubicBezTo>
                    <a:pt x="1762694" y="2305466"/>
                    <a:pt x="1813699" y="2411610"/>
                    <a:pt x="1867460" y="2526714"/>
                  </a:cubicBezTo>
                  <a:cubicBezTo>
                    <a:pt x="1868838" y="2525335"/>
                    <a:pt x="1851607" y="2537742"/>
                    <a:pt x="1822659" y="2557041"/>
                  </a:cubicBezTo>
                  <a:cubicBezTo>
                    <a:pt x="1773033" y="2453654"/>
                    <a:pt x="1725475" y="2356470"/>
                    <a:pt x="1681363" y="2256529"/>
                  </a:cubicBezTo>
                  <a:cubicBezTo>
                    <a:pt x="1673782" y="2238609"/>
                    <a:pt x="1687567" y="2210350"/>
                    <a:pt x="1692391" y="2187605"/>
                  </a:cubicBezTo>
                  <a:lnTo>
                    <a:pt x="1692391" y="2187605"/>
                  </a:lnTo>
                  <a:close/>
                </a:path>
              </a:pathLst>
            </a:custGeom>
            <a:solidFill>
              <a:schemeClr val="accent3"/>
            </a:solidFill>
            <a:ln w="6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5251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275194" y="5303148"/>
              <a:ext cx="2942926" cy="792000"/>
              <a:chOff x="275194" y="5303148"/>
              <a:chExt cx="2942926" cy="792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75194" y="5303148"/>
                <a:ext cx="2942926" cy="792000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Arial Unicode MS"/>
                    <a:cs typeface="+mn-cs"/>
                  </a:rPr>
                  <a:t>Server (Handler)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  <p:sp>
            <p:nvSpPr>
              <p:cNvPr id="32" name="Frame 17"/>
              <p:cNvSpPr/>
              <p:nvPr/>
            </p:nvSpPr>
            <p:spPr>
              <a:xfrm>
                <a:off x="478841" y="5392981"/>
                <a:ext cx="318434" cy="318434"/>
              </a:xfrm>
              <a:custGeom>
                <a:avLst/>
                <a:gdLst/>
                <a:ahLst/>
                <a:cxnLst/>
                <a:rect l="l" t="t" r="r" b="b"/>
                <a:pathLst>
                  <a:path w="3240000" h="3240000">
                    <a:moveTo>
                      <a:pt x="415456" y="380544"/>
                    </a:moveTo>
                    <a:lnTo>
                      <a:pt x="415456" y="385333"/>
                    </a:lnTo>
                    <a:lnTo>
                      <a:pt x="385333" y="385333"/>
                    </a:lnTo>
                    <a:lnTo>
                      <a:pt x="385333" y="2854667"/>
                    </a:lnTo>
                    <a:lnTo>
                      <a:pt x="1529120" y="2854667"/>
                    </a:lnTo>
                    <a:cubicBezTo>
                      <a:pt x="1267123" y="2430711"/>
                      <a:pt x="997530" y="1721825"/>
                      <a:pt x="436017" y="1672600"/>
                    </a:cubicBezTo>
                    <a:lnTo>
                      <a:pt x="600235" y="1185112"/>
                    </a:lnTo>
                    <a:cubicBezTo>
                      <a:pt x="1132790" y="1359573"/>
                      <a:pt x="1278822" y="1550851"/>
                      <a:pt x="1544730" y="1923929"/>
                    </a:cubicBezTo>
                    <a:cubicBezTo>
                      <a:pt x="1789452" y="1379400"/>
                      <a:pt x="1927092" y="1088696"/>
                      <a:pt x="2233403" y="596568"/>
                    </a:cubicBezTo>
                    <a:lnTo>
                      <a:pt x="2770666" y="596568"/>
                    </a:lnTo>
                    <a:cubicBezTo>
                      <a:pt x="2331495" y="1220469"/>
                      <a:pt x="1907612" y="2113878"/>
                      <a:pt x="1578489" y="2854667"/>
                    </a:cubicBezTo>
                    <a:lnTo>
                      <a:pt x="2854667" y="2854667"/>
                    </a:lnTo>
                    <a:lnTo>
                      <a:pt x="2854667" y="596568"/>
                    </a:lnTo>
                    <a:lnTo>
                      <a:pt x="2858395" y="596568"/>
                    </a:lnTo>
                    <a:lnTo>
                      <a:pt x="2858395" y="380544"/>
                    </a:lnTo>
                    <a:close/>
                    <a:moveTo>
                      <a:pt x="0" y="0"/>
                    </a:moveTo>
                    <a:lnTo>
                      <a:pt x="3240000" y="0"/>
                    </a:lnTo>
                    <a:lnTo>
                      <a:pt x="3240000" y="3240000"/>
                    </a:lnTo>
                    <a:lnTo>
                      <a:pt x="0" y="32400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B5251"/>
                  </a:solidFill>
                  <a:effectLst/>
                  <a:uLnTx/>
                  <a:uFillTx/>
                  <a:latin typeface="Arial"/>
                  <a:ea typeface="Arial Unicode MS"/>
                  <a:cs typeface="+mn-cs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4A6E9F-D37F-8971-B070-D1E354A28A6F}"/>
              </a:ext>
            </a:extLst>
          </p:cNvPr>
          <p:cNvGrpSpPr/>
          <p:nvPr/>
        </p:nvGrpSpPr>
        <p:grpSpPr>
          <a:xfrm>
            <a:off x="8117030" y="1456443"/>
            <a:ext cx="3741387" cy="868713"/>
            <a:chOff x="3816685" y="3617458"/>
            <a:chExt cx="3741387" cy="868713"/>
          </a:xfrm>
        </p:grpSpPr>
        <p:sp>
          <p:nvSpPr>
            <p:cNvPr id="15" name="Bent-Up Arrow 130">
              <a:extLst>
                <a:ext uri="{FF2B5EF4-FFF2-40B4-BE49-F238E27FC236}">
                  <a16:creationId xmlns:a16="http://schemas.microsoft.com/office/drawing/2014/main" id="{F58D4B49-2BA3-F662-95A7-2A49A29C69B3}"/>
                </a:ext>
              </a:extLst>
            </p:cNvPr>
            <p:cNvSpPr/>
            <p:nvPr/>
          </p:nvSpPr>
          <p:spPr>
            <a:xfrm rot="16200000" flipV="1">
              <a:off x="3924788" y="3780860"/>
              <a:ext cx="597208" cy="813414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329968-6449-78A0-D334-C5BCCD1402D3}"/>
                </a:ext>
              </a:extLst>
            </p:cNvPr>
            <p:cNvSpPr/>
            <p:nvPr/>
          </p:nvSpPr>
          <p:spPr>
            <a:xfrm>
              <a:off x="4615146" y="3617458"/>
              <a:ext cx="2942926" cy="792000"/>
            </a:xfrm>
            <a:prstGeom prst="rect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9D60C7-7B38-06B9-E21B-8C61FA8994FC}"/>
                </a:ext>
              </a:extLst>
            </p:cNvPr>
            <p:cNvSpPr txBox="1"/>
            <p:nvPr/>
          </p:nvSpPr>
          <p:spPr>
            <a:xfrm>
              <a:off x="5358554" y="3855623"/>
              <a:ext cx="20504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 Unicode MS"/>
                  <a:cs typeface="Arial" panose="020B0604020202020204" pitchFamily="34" charset="0"/>
                </a:rPr>
                <a:t>Dashboard</a:t>
              </a:r>
              <a:endPara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20" name="Donut 39">
              <a:extLst>
                <a:ext uri="{FF2B5EF4-FFF2-40B4-BE49-F238E27FC236}">
                  <a16:creationId xmlns:a16="http://schemas.microsoft.com/office/drawing/2014/main" id="{1A0C4EB2-DBAE-B592-22BC-C547E0929F5F}"/>
                </a:ext>
              </a:extLst>
            </p:cNvPr>
            <p:cNvSpPr/>
            <p:nvPr/>
          </p:nvSpPr>
          <p:spPr>
            <a:xfrm>
              <a:off x="4852784" y="3821022"/>
              <a:ext cx="404132" cy="404132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152300" y="922782"/>
                  </a:moveTo>
                  <a:lnTo>
                    <a:pt x="2354400" y="1620000"/>
                  </a:lnTo>
                  <a:lnTo>
                    <a:pt x="1152300" y="2317218"/>
                  </a:lnTo>
                  <a:close/>
                  <a:moveTo>
                    <a:pt x="1620000" y="342403"/>
                  </a:moveTo>
                  <a:cubicBezTo>
                    <a:pt x="914403" y="342403"/>
                    <a:pt x="342403" y="914403"/>
                    <a:pt x="342403" y="1620000"/>
                  </a:cubicBezTo>
                  <a:cubicBezTo>
                    <a:pt x="342403" y="2325597"/>
                    <a:pt x="914403" y="2897597"/>
                    <a:pt x="1620000" y="2897597"/>
                  </a:cubicBezTo>
                  <a:cubicBezTo>
                    <a:pt x="2325597" y="2897597"/>
                    <a:pt x="2897597" y="2325597"/>
                    <a:pt x="2897597" y="1620000"/>
                  </a:cubicBezTo>
                  <a:cubicBezTo>
                    <a:pt x="2897597" y="914403"/>
                    <a:pt x="2325597" y="342403"/>
                    <a:pt x="1620000" y="342403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5251"/>
                </a:solidFill>
                <a:effectLst/>
                <a:uLnTx/>
                <a:uFillTx/>
                <a:latin typeface="Arial"/>
                <a:ea typeface="Arial Unicode MS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189381"/>
            <a:ext cx="11573197" cy="724247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4000" b="0" i="0" u="sng" strike="noStrike" kern="1200" cap="none" spc="0" normalizeH="0" baseline="0" noProof="0" dirty="0">
                <a:ln>
                  <a:noFill/>
                </a:ln>
                <a:solidFill>
                  <a:srgbClr val="1B5251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Arial" panose="020B0604020202020204" pitchFamily="34" charset="0"/>
              </a:rPr>
              <a:t>Project Structure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5D1751-49B4-E846-6B02-5C3E1BC3BFC5}"/>
              </a:ext>
            </a:extLst>
          </p:cNvPr>
          <p:cNvSpPr txBox="1"/>
          <p:nvPr/>
        </p:nvSpPr>
        <p:spPr>
          <a:xfrm>
            <a:off x="1737246" y="974753"/>
            <a:ext cx="871750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c2c_simulation/</a:t>
            </a:r>
          </a:p>
          <a:p>
            <a:r>
              <a:rPr lang="en-US" sz="1600" dirty="0"/>
              <a:t>│</a:t>
            </a:r>
          </a:p>
          <a:p>
            <a:r>
              <a:rPr lang="en-US" sz="1600" dirty="0"/>
              <a:t>├── dashboards/                   # HTML session timeline outputs</a:t>
            </a:r>
          </a:p>
          <a:p>
            <a:r>
              <a:rPr lang="en-US" sz="1600" dirty="0"/>
              <a:t>│   ├── session_table.html        # Generated table</a:t>
            </a:r>
          </a:p>
          <a:p>
            <a:r>
              <a:rPr lang="en-US" sz="1600" dirty="0"/>
              <a:t>│   │</a:t>
            </a:r>
          </a:p>
          <a:p>
            <a:r>
              <a:rPr lang="en-US" sz="1600" dirty="0"/>
              <a:t>├── </a:t>
            </a:r>
            <a:r>
              <a:rPr lang="en-US" sz="1600" dirty="0" err="1"/>
              <a:t>detection_reports</a:t>
            </a:r>
            <a:r>
              <a:rPr lang="en-US" sz="1600" dirty="0"/>
              <a:t>/            # Detection outputs</a:t>
            </a:r>
          </a:p>
          <a:p>
            <a:r>
              <a:rPr lang="en-US" sz="1600" dirty="0"/>
              <a:t>│   └── </a:t>
            </a:r>
            <a:r>
              <a:rPr lang="en-US" sz="1600" dirty="0" err="1"/>
              <a:t>global_detection_report.json</a:t>
            </a:r>
            <a:endParaRPr lang="en-US" sz="1600" dirty="0"/>
          </a:p>
          <a:p>
            <a:r>
              <a:rPr lang="en-US" sz="1600" dirty="0"/>
              <a:t>│</a:t>
            </a:r>
          </a:p>
          <a:p>
            <a:r>
              <a:rPr lang="en-US" sz="1600" dirty="0"/>
              <a:t>├── </a:t>
            </a:r>
            <a:r>
              <a:rPr lang="en-US" sz="1600" dirty="0" err="1"/>
              <a:t>rce_env</a:t>
            </a:r>
            <a:r>
              <a:rPr lang="en-US" sz="1600" dirty="0"/>
              <a:t>/                      # Virtual environment</a:t>
            </a:r>
          </a:p>
          <a:p>
            <a:r>
              <a:rPr lang="en-US" sz="1600" dirty="0"/>
              <a:t>│   └── ...</a:t>
            </a:r>
          </a:p>
          <a:p>
            <a:r>
              <a:rPr lang="en-US" sz="1600" dirty="0"/>
              <a:t>│</a:t>
            </a:r>
          </a:p>
          <a:p>
            <a:r>
              <a:rPr lang="en-US" sz="1600" dirty="0"/>
              <a:t>├── </a:t>
            </a:r>
            <a:r>
              <a:rPr lang="en-US" sz="1600" dirty="0" err="1"/>
              <a:t>session_logs</a:t>
            </a:r>
            <a:r>
              <a:rPr lang="en-US" sz="1600" dirty="0"/>
              <a:t>/                 # JSON logs</a:t>
            </a:r>
          </a:p>
          <a:p>
            <a:r>
              <a:rPr lang="en-US" sz="1600" dirty="0"/>
              <a:t>│   └── </a:t>
            </a:r>
            <a:r>
              <a:rPr lang="en-US" sz="1600" dirty="0" err="1"/>
              <a:t>all_sessions.json</a:t>
            </a:r>
            <a:endParaRPr lang="en-US" sz="1600" dirty="0"/>
          </a:p>
          <a:p>
            <a:r>
              <a:rPr lang="en-US" sz="1600" dirty="0"/>
              <a:t>│</a:t>
            </a:r>
          </a:p>
          <a:p>
            <a:r>
              <a:rPr lang="en-US" sz="1600" dirty="0"/>
              <a:t>├── rce_server.py             # TCP server / handler</a:t>
            </a:r>
          </a:p>
          <a:p>
            <a:r>
              <a:rPr lang="en-US" sz="1600" dirty="0"/>
              <a:t>├── rce_client.py             # TCP client / agent</a:t>
            </a:r>
          </a:p>
          <a:p>
            <a:r>
              <a:rPr lang="en-US" sz="1600" dirty="0"/>
              <a:t>├── dashboard.py              # main dashboard generator</a:t>
            </a:r>
          </a:p>
          <a:p>
            <a:r>
              <a:rPr lang="en-US" sz="1600" dirty="0"/>
              <a:t>├── detection_engine.py       # detection rules engine</a:t>
            </a:r>
          </a:p>
          <a:p>
            <a:r>
              <a:rPr lang="en-US" sz="1600" dirty="0"/>
              <a:t>├── session_logger.py         # logging logic</a:t>
            </a:r>
          </a:p>
          <a:p>
            <a:r>
              <a:rPr lang="en-US" sz="1600" dirty="0"/>
              <a:t>├── run_simulation.py         # main orchestrator</a:t>
            </a:r>
          </a:p>
          <a:p>
            <a:r>
              <a:rPr lang="en-US" sz="1600" dirty="0"/>
              <a:t>├── </a:t>
            </a:r>
            <a:r>
              <a:rPr lang="en-US" sz="1600" dirty="0" err="1"/>
              <a:t>server_cert.pem</a:t>
            </a:r>
            <a:r>
              <a:rPr lang="en-US" sz="1600" dirty="0"/>
              <a:t>           # TLS certificate</a:t>
            </a:r>
          </a:p>
          <a:p>
            <a:r>
              <a:rPr lang="en-US" sz="1600" dirty="0"/>
              <a:t>└── </a:t>
            </a:r>
            <a:r>
              <a:rPr lang="en-US" sz="1600" dirty="0" err="1"/>
              <a:t>server_key.pem</a:t>
            </a:r>
            <a:r>
              <a:rPr lang="en-US" sz="1600" dirty="0"/>
              <a:t>            # TLS private 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/>
              <a:t>Detection Pipeline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209788" y="2051297"/>
            <a:ext cx="2762596" cy="2841722"/>
            <a:chOff x="209788" y="2051297"/>
            <a:chExt cx="2762596" cy="2841722"/>
          </a:xfrm>
        </p:grpSpPr>
        <p:grpSp>
          <p:nvGrpSpPr>
            <p:cNvPr id="3" name="Group 2"/>
            <p:cNvGrpSpPr/>
            <p:nvPr/>
          </p:nvGrpSpPr>
          <p:grpSpPr>
            <a:xfrm>
              <a:off x="1136862" y="3380850"/>
              <a:ext cx="1512168" cy="1512169"/>
              <a:chOff x="1109790" y="3082676"/>
              <a:chExt cx="1512168" cy="1512169"/>
            </a:xfrm>
          </p:grpSpPr>
          <p:sp>
            <p:nvSpPr>
              <p:cNvPr id="4" name="Diamond 3"/>
              <p:cNvSpPr/>
              <p:nvPr/>
            </p:nvSpPr>
            <p:spPr>
              <a:xfrm>
                <a:off x="1217874" y="3190760"/>
                <a:ext cx="1296000" cy="1296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" name="Diamond 4"/>
              <p:cNvSpPr/>
              <p:nvPr/>
            </p:nvSpPr>
            <p:spPr>
              <a:xfrm>
                <a:off x="1109790" y="3082676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209788" y="2051297"/>
              <a:ext cx="2762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Activity is carried out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3" name="Rounded Rectangle 6"/>
            <p:cNvSpPr/>
            <p:nvPr/>
          </p:nvSpPr>
          <p:spPr>
            <a:xfrm>
              <a:off x="1721038" y="3984058"/>
              <a:ext cx="345998" cy="351772"/>
            </a:xfrm>
            <a:custGeom>
              <a:avLst/>
              <a:gdLst/>
              <a:ahLst/>
              <a:cxnLst/>
              <a:rect l="l" t="t" r="r" b="b"/>
              <a:pathLst>
                <a:path w="3186824" h="3060919">
                  <a:moveTo>
                    <a:pt x="1045874" y="2696689"/>
                  </a:moveTo>
                  <a:lnTo>
                    <a:pt x="2125874" y="2696689"/>
                  </a:lnTo>
                  <a:lnTo>
                    <a:pt x="2125874" y="2804689"/>
                  </a:lnTo>
                  <a:lnTo>
                    <a:pt x="1045874" y="2804689"/>
                  </a:lnTo>
                  <a:close/>
                  <a:moveTo>
                    <a:pt x="1045874" y="2410468"/>
                  </a:moveTo>
                  <a:lnTo>
                    <a:pt x="2125874" y="2410468"/>
                  </a:lnTo>
                  <a:lnTo>
                    <a:pt x="2125874" y="2518468"/>
                  </a:lnTo>
                  <a:lnTo>
                    <a:pt x="1045874" y="2518468"/>
                  </a:lnTo>
                  <a:close/>
                  <a:moveTo>
                    <a:pt x="1045874" y="2124247"/>
                  </a:moveTo>
                  <a:lnTo>
                    <a:pt x="2125874" y="2124247"/>
                  </a:lnTo>
                  <a:lnTo>
                    <a:pt x="2125874" y="2232247"/>
                  </a:lnTo>
                  <a:lnTo>
                    <a:pt x="1045874" y="2232247"/>
                  </a:lnTo>
                  <a:close/>
                  <a:moveTo>
                    <a:pt x="902547" y="1956791"/>
                  </a:moveTo>
                  <a:lnTo>
                    <a:pt x="902547" y="2109191"/>
                  </a:lnTo>
                  <a:lnTo>
                    <a:pt x="902547" y="2185391"/>
                  </a:lnTo>
                  <a:lnTo>
                    <a:pt x="902547" y="2376263"/>
                  </a:lnTo>
                  <a:lnTo>
                    <a:pt x="902547" y="2973921"/>
                  </a:lnTo>
                  <a:lnTo>
                    <a:pt x="2284277" y="2973921"/>
                  </a:lnTo>
                  <a:lnTo>
                    <a:pt x="2284277" y="2376263"/>
                  </a:lnTo>
                  <a:lnTo>
                    <a:pt x="2284277" y="2185391"/>
                  </a:lnTo>
                  <a:lnTo>
                    <a:pt x="2284277" y="2109191"/>
                  </a:lnTo>
                  <a:lnTo>
                    <a:pt x="2284277" y="1956791"/>
                  </a:lnTo>
                  <a:close/>
                  <a:moveTo>
                    <a:pt x="469172" y="1728191"/>
                  </a:moveTo>
                  <a:lnTo>
                    <a:pt x="469172" y="2185391"/>
                  </a:lnTo>
                  <a:lnTo>
                    <a:pt x="767127" y="2185391"/>
                  </a:lnTo>
                  <a:lnTo>
                    <a:pt x="767127" y="2109191"/>
                  </a:lnTo>
                  <a:lnTo>
                    <a:pt x="545372" y="2109191"/>
                  </a:lnTo>
                  <a:lnTo>
                    <a:pt x="545372" y="1804391"/>
                  </a:lnTo>
                  <a:lnTo>
                    <a:pt x="2641452" y="1804391"/>
                  </a:lnTo>
                  <a:lnTo>
                    <a:pt x="2641452" y="2109191"/>
                  </a:lnTo>
                  <a:lnTo>
                    <a:pt x="2419697" y="2109191"/>
                  </a:lnTo>
                  <a:lnTo>
                    <a:pt x="2419697" y="2185391"/>
                  </a:lnTo>
                  <a:lnTo>
                    <a:pt x="2717652" y="2185391"/>
                  </a:lnTo>
                  <a:lnTo>
                    <a:pt x="2717652" y="1728191"/>
                  </a:lnTo>
                  <a:close/>
                  <a:moveTo>
                    <a:pt x="2819005" y="1350909"/>
                  </a:moveTo>
                  <a:cubicBezTo>
                    <a:pt x="2769294" y="1350909"/>
                    <a:pt x="2728995" y="1391208"/>
                    <a:pt x="2728995" y="1440919"/>
                  </a:cubicBezTo>
                  <a:cubicBezTo>
                    <a:pt x="2728995" y="1490630"/>
                    <a:pt x="2769294" y="1530929"/>
                    <a:pt x="2819005" y="1530929"/>
                  </a:cubicBezTo>
                  <a:cubicBezTo>
                    <a:pt x="2868716" y="1530929"/>
                    <a:pt x="2909015" y="1490630"/>
                    <a:pt x="2909015" y="1440919"/>
                  </a:cubicBezTo>
                  <a:cubicBezTo>
                    <a:pt x="2909015" y="1391208"/>
                    <a:pt x="2868716" y="1350909"/>
                    <a:pt x="2819005" y="1350909"/>
                  </a:cubicBezTo>
                  <a:close/>
                  <a:moveTo>
                    <a:pt x="2509707" y="1350909"/>
                  </a:moveTo>
                  <a:cubicBezTo>
                    <a:pt x="2459996" y="1350909"/>
                    <a:pt x="2419697" y="1391208"/>
                    <a:pt x="2419697" y="1440919"/>
                  </a:cubicBezTo>
                  <a:cubicBezTo>
                    <a:pt x="2419697" y="1490630"/>
                    <a:pt x="2459996" y="1530929"/>
                    <a:pt x="2509707" y="1530929"/>
                  </a:cubicBezTo>
                  <a:cubicBezTo>
                    <a:pt x="2559418" y="1530929"/>
                    <a:pt x="2599717" y="1490630"/>
                    <a:pt x="2599717" y="1440919"/>
                  </a:cubicBezTo>
                  <a:cubicBezTo>
                    <a:pt x="2599717" y="1391208"/>
                    <a:pt x="2559418" y="1350909"/>
                    <a:pt x="2509707" y="1350909"/>
                  </a:cubicBezTo>
                  <a:close/>
                  <a:moveTo>
                    <a:pt x="195993" y="1200328"/>
                  </a:moveTo>
                  <a:lnTo>
                    <a:pt x="2990831" y="1200328"/>
                  </a:lnTo>
                  <a:cubicBezTo>
                    <a:pt x="3099075" y="1200328"/>
                    <a:pt x="3186824" y="1288077"/>
                    <a:pt x="3186824" y="1396321"/>
                  </a:cubicBezTo>
                  <a:lnTo>
                    <a:pt x="3186824" y="2180270"/>
                  </a:lnTo>
                  <a:cubicBezTo>
                    <a:pt x="3186824" y="2288514"/>
                    <a:pt x="3099075" y="2376263"/>
                    <a:pt x="2990831" y="2376263"/>
                  </a:cubicBezTo>
                  <a:lnTo>
                    <a:pt x="2419697" y="2376263"/>
                  </a:lnTo>
                  <a:lnTo>
                    <a:pt x="2419697" y="3060919"/>
                  </a:lnTo>
                  <a:lnTo>
                    <a:pt x="767127" y="3060919"/>
                  </a:lnTo>
                  <a:lnTo>
                    <a:pt x="767127" y="2376263"/>
                  </a:lnTo>
                  <a:lnTo>
                    <a:pt x="195993" y="2376263"/>
                  </a:lnTo>
                  <a:cubicBezTo>
                    <a:pt x="87749" y="2376263"/>
                    <a:pt x="0" y="2288514"/>
                    <a:pt x="0" y="2180270"/>
                  </a:cubicBezTo>
                  <a:lnTo>
                    <a:pt x="0" y="1396321"/>
                  </a:lnTo>
                  <a:cubicBezTo>
                    <a:pt x="0" y="1288077"/>
                    <a:pt x="87749" y="1200328"/>
                    <a:pt x="195993" y="1200328"/>
                  </a:cubicBezTo>
                  <a:close/>
                  <a:moveTo>
                    <a:pt x="767127" y="0"/>
                  </a:moveTo>
                  <a:lnTo>
                    <a:pt x="2419697" y="0"/>
                  </a:lnTo>
                  <a:lnTo>
                    <a:pt x="2419697" y="190589"/>
                  </a:lnTo>
                  <a:lnTo>
                    <a:pt x="2565249" y="190589"/>
                  </a:lnTo>
                  <a:cubicBezTo>
                    <a:pt x="2649419" y="190589"/>
                    <a:pt x="2717652" y="258822"/>
                    <a:pt x="2717652" y="342992"/>
                  </a:cubicBezTo>
                  <a:lnTo>
                    <a:pt x="2717652" y="1104989"/>
                  </a:lnTo>
                  <a:lnTo>
                    <a:pt x="2284277" y="1104989"/>
                  </a:lnTo>
                  <a:lnTo>
                    <a:pt x="2284277" y="1104128"/>
                  </a:lnTo>
                  <a:lnTo>
                    <a:pt x="2284277" y="190589"/>
                  </a:lnTo>
                  <a:lnTo>
                    <a:pt x="2284277" y="96523"/>
                  </a:lnTo>
                  <a:lnTo>
                    <a:pt x="902547" y="96523"/>
                  </a:lnTo>
                  <a:lnTo>
                    <a:pt x="902547" y="190589"/>
                  </a:lnTo>
                  <a:lnTo>
                    <a:pt x="902547" y="1104128"/>
                  </a:lnTo>
                  <a:lnTo>
                    <a:pt x="902547" y="1104989"/>
                  </a:lnTo>
                  <a:lnTo>
                    <a:pt x="469172" y="1104989"/>
                  </a:lnTo>
                  <a:lnTo>
                    <a:pt x="469172" y="342992"/>
                  </a:lnTo>
                  <a:cubicBezTo>
                    <a:pt x="469172" y="258822"/>
                    <a:pt x="537405" y="190589"/>
                    <a:pt x="621575" y="190589"/>
                  </a:cubicBezTo>
                  <a:lnTo>
                    <a:pt x="767127" y="1905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8395885" y="1874661"/>
            <a:ext cx="2762596" cy="3018358"/>
            <a:chOff x="8395885" y="1874661"/>
            <a:chExt cx="2762596" cy="3018358"/>
          </a:xfrm>
        </p:grpSpPr>
        <p:grpSp>
          <p:nvGrpSpPr>
            <p:cNvPr id="9" name="Group 8"/>
            <p:cNvGrpSpPr/>
            <p:nvPr/>
          </p:nvGrpSpPr>
          <p:grpSpPr>
            <a:xfrm>
              <a:off x="8898889" y="3380850"/>
              <a:ext cx="1512168" cy="1512169"/>
              <a:chOff x="6506690" y="3082676"/>
              <a:chExt cx="1512168" cy="1512169"/>
            </a:xfrm>
          </p:grpSpPr>
          <p:sp>
            <p:nvSpPr>
              <p:cNvPr id="10" name="Diamond 9"/>
              <p:cNvSpPr/>
              <p:nvPr/>
            </p:nvSpPr>
            <p:spPr>
              <a:xfrm>
                <a:off x="6614774" y="3190760"/>
                <a:ext cx="1296000" cy="1296000"/>
              </a:xfrm>
              <a:prstGeom prst="diamond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1" name="Diamond 10"/>
              <p:cNvSpPr/>
              <p:nvPr/>
            </p:nvSpPr>
            <p:spPr>
              <a:xfrm>
                <a:off x="6506690" y="3082676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8395885" y="1874661"/>
              <a:ext cx="2762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Displayed on dashboard</a:t>
              </a:r>
              <a:endParaRPr lang="ko-KR" altLang="en-US" sz="24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Rounded Rectangle 5"/>
            <p:cNvSpPr/>
            <p:nvPr/>
          </p:nvSpPr>
          <p:spPr>
            <a:xfrm flipH="1">
              <a:off x="9424176" y="3984902"/>
              <a:ext cx="391682" cy="323114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-1" fmla="*/ 1384251 w 3217557"/>
                <a:gd name="connsiteY0-2" fmla="*/ 661544 h 2702049"/>
                <a:gd name="connsiteX1-3" fmla="*/ 1574067 w 3217557"/>
                <a:gd name="connsiteY1-4" fmla="*/ 851360 h 2702049"/>
                <a:gd name="connsiteX2-5" fmla="*/ 1384251 w 3217557"/>
                <a:gd name="connsiteY2-6" fmla="*/ 1041176 h 2702049"/>
                <a:gd name="connsiteX3-7" fmla="*/ 1194435 w 3217557"/>
                <a:gd name="connsiteY3-8" fmla="*/ 851360 h 2702049"/>
                <a:gd name="connsiteX4-9" fmla="*/ 1384251 w 3217557"/>
                <a:gd name="connsiteY4-10" fmla="*/ 661544 h 2702049"/>
                <a:gd name="connsiteX5-11" fmla="*/ 1993421 w 3217557"/>
                <a:gd name="connsiteY5-12" fmla="*/ 661544 h 2702049"/>
                <a:gd name="connsiteX6-13" fmla="*/ 2183237 w 3217557"/>
                <a:gd name="connsiteY6-14" fmla="*/ 851360 h 2702049"/>
                <a:gd name="connsiteX7-15" fmla="*/ 1993421 w 3217557"/>
                <a:gd name="connsiteY7-16" fmla="*/ 1041176 h 2702049"/>
                <a:gd name="connsiteX8-17" fmla="*/ 1803605 w 3217557"/>
                <a:gd name="connsiteY8-18" fmla="*/ 851360 h 2702049"/>
                <a:gd name="connsiteX9-19" fmla="*/ 1993421 w 3217557"/>
                <a:gd name="connsiteY9-20" fmla="*/ 661544 h 2702049"/>
                <a:gd name="connsiteX10-21" fmla="*/ 2602591 w 3217557"/>
                <a:gd name="connsiteY10-22" fmla="*/ 661544 h 2702049"/>
                <a:gd name="connsiteX11-23" fmla="*/ 2792407 w 3217557"/>
                <a:gd name="connsiteY11-24" fmla="*/ 851360 h 2702049"/>
                <a:gd name="connsiteX12-25" fmla="*/ 2602591 w 3217557"/>
                <a:gd name="connsiteY12-26" fmla="*/ 1041176 h 2702049"/>
                <a:gd name="connsiteX13-27" fmla="*/ 2412775 w 3217557"/>
                <a:gd name="connsiteY13-28" fmla="*/ 851360 h 2702049"/>
                <a:gd name="connsiteX14-29" fmla="*/ 2602591 w 3217557"/>
                <a:gd name="connsiteY14-30" fmla="*/ 661544 h 2702049"/>
                <a:gd name="connsiteX15-31" fmla="*/ 677114 w 3217557"/>
                <a:gd name="connsiteY15-32" fmla="*/ 569491 h 2702049"/>
                <a:gd name="connsiteX16-33" fmla="*/ 330916 w 3217557"/>
                <a:gd name="connsiteY16-34" fmla="*/ 569491 h 2702049"/>
                <a:gd name="connsiteX17-35" fmla="*/ 0 w 3217557"/>
                <a:gd name="connsiteY17-36" fmla="*/ 900407 h 2702049"/>
                <a:gd name="connsiteX18-37" fmla="*/ 0 w 3217557"/>
                <a:gd name="connsiteY18-38" fmla="*/ 1952009 h 2702049"/>
                <a:gd name="connsiteX19-39" fmla="*/ 330916 w 3217557"/>
                <a:gd name="connsiteY19-40" fmla="*/ 2282925 h 2702049"/>
                <a:gd name="connsiteX20-41" fmla="*/ 711670 w 3217557"/>
                <a:gd name="connsiteY20-42" fmla="*/ 2282925 h 2702049"/>
                <a:gd name="connsiteX21-43" fmla="*/ 15770 w 3217557"/>
                <a:gd name="connsiteY21-44" fmla="*/ 2702049 h 2702049"/>
                <a:gd name="connsiteX22-45" fmla="*/ 1294529 w 3217557"/>
                <a:gd name="connsiteY22-46" fmla="*/ 2282925 h 2702049"/>
                <a:gd name="connsiteX23-47" fmla="*/ 2117356 w 3217557"/>
                <a:gd name="connsiteY23-48" fmla="*/ 2282925 h 2702049"/>
                <a:gd name="connsiteX24-49" fmla="*/ 2418395 w 3217557"/>
                <a:gd name="connsiteY24-50" fmla="*/ 2087951 h 2702049"/>
                <a:gd name="connsiteX25-51" fmla="*/ 1830857 w 3217557"/>
                <a:gd name="connsiteY25-52" fmla="*/ 1799347 h 2702049"/>
                <a:gd name="connsiteX26-53" fmla="*/ 1008030 w 3217557"/>
                <a:gd name="connsiteY26-54" fmla="*/ 1799347 h 2702049"/>
                <a:gd name="connsiteX27-55" fmla="*/ 677114 w 3217557"/>
                <a:gd name="connsiteY27-56" fmla="*/ 1468431 h 2702049"/>
                <a:gd name="connsiteX28-57" fmla="*/ 677114 w 3217557"/>
                <a:gd name="connsiteY28-58" fmla="*/ 569491 h 2702049"/>
                <a:gd name="connsiteX29-59" fmla="*/ 2886641 w 3217557"/>
                <a:gd name="connsiteY29-60" fmla="*/ 0 h 2702049"/>
                <a:gd name="connsiteX30-61" fmla="*/ 1100201 w 3217557"/>
                <a:gd name="connsiteY30-62" fmla="*/ 0 h 2702049"/>
                <a:gd name="connsiteX31-63" fmla="*/ 769285 w 3217557"/>
                <a:gd name="connsiteY31-64" fmla="*/ 330916 h 2702049"/>
                <a:gd name="connsiteX32-65" fmla="*/ 769285 w 3217557"/>
                <a:gd name="connsiteY32-66" fmla="*/ 1382518 h 2702049"/>
                <a:gd name="connsiteX33-67" fmla="*/ 1100201 w 3217557"/>
                <a:gd name="connsiteY33-68" fmla="*/ 1713434 h 2702049"/>
                <a:gd name="connsiteX34-69" fmla="*/ 1923028 w 3217557"/>
                <a:gd name="connsiteY34-70" fmla="*/ 1713434 h 2702049"/>
                <a:gd name="connsiteX35-71" fmla="*/ 3078958 w 3217557"/>
                <a:gd name="connsiteY35-72" fmla="*/ 2077967 h 2702049"/>
                <a:gd name="connsiteX36-73" fmla="*/ 2505887 w 3217557"/>
                <a:gd name="connsiteY36-74" fmla="*/ 1713434 h 2702049"/>
                <a:gd name="connsiteX37-75" fmla="*/ 2886641 w 3217557"/>
                <a:gd name="connsiteY37-76" fmla="*/ 1713434 h 2702049"/>
                <a:gd name="connsiteX38-77" fmla="*/ 3217557 w 3217557"/>
                <a:gd name="connsiteY38-78" fmla="*/ 1382518 h 2702049"/>
                <a:gd name="connsiteX39-79" fmla="*/ 3217557 w 3217557"/>
                <a:gd name="connsiteY39-80" fmla="*/ 330916 h 2702049"/>
                <a:gd name="connsiteX40-81" fmla="*/ 2886641 w 3217557"/>
                <a:gd name="connsiteY40-82" fmla="*/ 0 h 2702049"/>
                <a:gd name="connsiteX0-83" fmla="*/ 1384251 w 3217557"/>
                <a:gd name="connsiteY0-84" fmla="*/ 661544 h 2633810"/>
                <a:gd name="connsiteX1-85" fmla="*/ 1574067 w 3217557"/>
                <a:gd name="connsiteY1-86" fmla="*/ 851360 h 2633810"/>
                <a:gd name="connsiteX2-87" fmla="*/ 1384251 w 3217557"/>
                <a:gd name="connsiteY2-88" fmla="*/ 1041176 h 2633810"/>
                <a:gd name="connsiteX3-89" fmla="*/ 1194435 w 3217557"/>
                <a:gd name="connsiteY3-90" fmla="*/ 851360 h 2633810"/>
                <a:gd name="connsiteX4-91" fmla="*/ 1384251 w 3217557"/>
                <a:gd name="connsiteY4-92" fmla="*/ 661544 h 2633810"/>
                <a:gd name="connsiteX5-93" fmla="*/ 1993421 w 3217557"/>
                <a:gd name="connsiteY5-94" fmla="*/ 661544 h 2633810"/>
                <a:gd name="connsiteX6-95" fmla="*/ 2183237 w 3217557"/>
                <a:gd name="connsiteY6-96" fmla="*/ 851360 h 2633810"/>
                <a:gd name="connsiteX7-97" fmla="*/ 1993421 w 3217557"/>
                <a:gd name="connsiteY7-98" fmla="*/ 1041176 h 2633810"/>
                <a:gd name="connsiteX8-99" fmla="*/ 1803605 w 3217557"/>
                <a:gd name="connsiteY8-100" fmla="*/ 851360 h 2633810"/>
                <a:gd name="connsiteX9-101" fmla="*/ 1993421 w 3217557"/>
                <a:gd name="connsiteY9-102" fmla="*/ 661544 h 2633810"/>
                <a:gd name="connsiteX10-103" fmla="*/ 2602591 w 3217557"/>
                <a:gd name="connsiteY10-104" fmla="*/ 661544 h 2633810"/>
                <a:gd name="connsiteX11-105" fmla="*/ 2792407 w 3217557"/>
                <a:gd name="connsiteY11-106" fmla="*/ 851360 h 2633810"/>
                <a:gd name="connsiteX12-107" fmla="*/ 2602591 w 3217557"/>
                <a:gd name="connsiteY12-108" fmla="*/ 1041176 h 2633810"/>
                <a:gd name="connsiteX13-109" fmla="*/ 2412775 w 3217557"/>
                <a:gd name="connsiteY13-110" fmla="*/ 851360 h 2633810"/>
                <a:gd name="connsiteX14-111" fmla="*/ 2602591 w 3217557"/>
                <a:gd name="connsiteY14-112" fmla="*/ 661544 h 2633810"/>
                <a:gd name="connsiteX15-113" fmla="*/ 677114 w 3217557"/>
                <a:gd name="connsiteY15-114" fmla="*/ 569491 h 2633810"/>
                <a:gd name="connsiteX16-115" fmla="*/ 330916 w 3217557"/>
                <a:gd name="connsiteY16-116" fmla="*/ 569491 h 2633810"/>
                <a:gd name="connsiteX17-117" fmla="*/ 0 w 3217557"/>
                <a:gd name="connsiteY17-118" fmla="*/ 900407 h 2633810"/>
                <a:gd name="connsiteX18-119" fmla="*/ 0 w 3217557"/>
                <a:gd name="connsiteY18-120" fmla="*/ 1952009 h 2633810"/>
                <a:gd name="connsiteX19-121" fmla="*/ 330916 w 3217557"/>
                <a:gd name="connsiteY19-122" fmla="*/ 2282925 h 2633810"/>
                <a:gd name="connsiteX20-123" fmla="*/ 711670 w 3217557"/>
                <a:gd name="connsiteY20-124" fmla="*/ 2282925 h 2633810"/>
                <a:gd name="connsiteX21-125" fmla="*/ 165895 w 3217557"/>
                <a:gd name="connsiteY21-126" fmla="*/ 2633810 h 2633810"/>
                <a:gd name="connsiteX22-127" fmla="*/ 1294529 w 3217557"/>
                <a:gd name="connsiteY22-128" fmla="*/ 2282925 h 2633810"/>
                <a:gd name="connsiteX23-129" fmla="*/ 2117356 w 3217557"/>
                <a:gd name="connsiteY23-130" fmla="*/ 2282925 h 2633810"/>
                <a:gd name="connsiteX24-131" fmla="*/ 2418395 w 3217557"/>
                <a:gd name="connsiteY24-132" fmla="*/ 2087951 h 2633810"/>
                <a:gd name="connsiteX25-133" fmla="*/ 1830857 w 3217557"/>
                <a:gd name="connsiteY25-134" fmla="*/ 1799347 h 2633810"/>
                <a:gd name="connsiteX26-135" fmla="*/ 1008030 w 3217557"/>
                <a:gd name="connsiteY26-136" fmla="*/ 1799347 h 2633810"/>
                <a:gd name="connsiteX27-137" fmla="*/ 677114 w 3217557"/>
                <a:gd name="connsiteY27-138" fmla="*/ 1468431 h 2633810"/>
                <a:gd name="connsiteX28-139" fmla="*/ 677114 w 3217557"/>
                <a:gd name="connsiteY28-140" fmla="*/ 569491 h 2633810"/>
                <a:gd name="connsiteX29-141" fmla="*/ 2886641 w 3217557"/>
                <a:gd name="connsiteY29-142" fmla="*/ 0 h 2633810"/>
                <a:gd name="connsiteX30-143" fmla="*/ 1100201 w 3217557"/>
                <a:gd name="connsiteY30-144" fmla="*/ 0 h 2633810"/>
                <a:gd name="connsiteX31-145" fmla="*/ 769285 w 3217557"/>
                <a:gd name="connsiteY31-146" fmla="*/ 330916 h 2633810"/>
                <a:gd name="connsiteX32-147" fmla="*/ 769285 w 3217557"/>
                <a:gd name="connsiteY32-148" fmla="*/ 1382518 h 2633810"/>
                <a:gd name="connsiteX33-149" fmla="*/ 1100201 w 3217557"/>
                <a:gd name="connsiteY33-150" fmla="*/ 1713434 h 2633810"/>
                <a:gd name="connsiteX34-151" fmla="*/ 1923028 w 3217557"/>
                <a:gd name="connsiteY34-152" fmla="*/ 1713434 h 2633810"/>
                <a:gd name="connsiteX35-153" fmla="*/ 3078958 w 3217557"/>
                <a:gd name="connsiteY35-154" fmla="*/ 2077967 h 2633810"/>
                <a:gd name="connsiteX36-155" fmla="*/ 2505887 w 3217557"/>
                <a:gd name="connsiteY36-156" fmla="*/ 1713434 h 2633810"/>
                <a:gd name="connsiteX37-157" fmla="*/ 2886641 w 3217557"/>
                <a:gd name="connsiteY37-158" fmla="*/ 1713434 h 2633810"/>
                <a:gd name="connsiteX38-159" fmla="*/ 3217557 w 3217557"/>
                <a:gd name="connsiteY38-160" fmla="*/ 1382518 h 2633810"/>
                <a:gd name="connsiteX39-161" fmla="*/ 3217557 w 3217557"/>
                <a:gd name="connsiteY39-162" fmla="*/ 330916 h 2633810"/>
                <a:gd name="connsiteX40-163" fmla="*/ 2886641 w 3217557"/>
                <a:gd name="connsiteY40-164" fmla="*/ 0 h 2633810"/>
                <a:gd name="connsiteX0-165" fmla="*/ 1384251 w 3217557"/>
                <a:gd name="connsiteY0-166" fmla="*/ 661544 h 2633810"/>
                <a:gd name="connsiteX1-167" fmla="*/ 1574067 w 3217557"/>
                <a:gd name="connsiteY1-168" fmla="*/ 851360 h 2633810"/>
                <a:gd name="connsiteX2-169" fmla="*/ 1384251 w 3217557"/>
                <a:gd name="connsiteY2-170" fmla="*/ 1041176 h 2633810"/>
                <a:gd name="connsiteX3-171" fmla="*/ 1194435 w 3217557"/>
                <a:gd name="connsiteY3-172" fmla="*/ 851360 h 2633810"/>
                <a:gd name="connsiteX4-173" fmla="*/ 1384251 w 3217557"/>
                <a:gd name="connsiteY4-174" fmla="*/ 661544 h 2633810"/>
                <a:gd name="connsiteX5-175" fmla="*/ 1993421 w 3217557"/>
                <a:gd name="connsiteY5-176" fmla="*/ 661544 h 2633810"/>
                <a:gd name="connsiteX6-177" fmla="*/ 2183237 w 3217557"/>
                <a:gd name="connsiteY6-178" fmla="*/ 851360 h 2633810"/>
                <a:gd name="connsiteX7-179" fmla="*/ 1993421 w 3217557"/>
                <a:gd name="connsiteY7-180" fmla="*/ 1041176 h 2633810"/>
                <a:gd name="connsiteX8-181" fmla="*/ 1803605 w 3217557"/>
                <a:gd name="connsiteY8-182" fmla="*/ 851360 h 2633810"/>
                <a:gd name="connsiteX9-183" fmla="*/ 1993421 w 3217557"/>
                <a:gd name="connsiteY9-184" fmla="*/ 661544 h 2633810"/>
                <a:gd name="connsiteX10-185" fmla="*/ 2602591 w 3217557"/>
                <a:gd name="connsiteY10-186" fmla="*/ 661544 h 2633810"/>
                <a:gd name="connsiteX11-187" fmla="*/ 2792407 w 3217557"/>
                <a:gd name="connsiteY11-188" fmla="*/ 851360 h 2633810"/>
                <a:gd name="connsiteX12-189" fmla="*/ 2602591 w 3217557"/>
                <a:gd name="connsiteY12-190" fmla="*/ 1041176 h 2633810"/>
                <a:gd name="connsiteX13-191" fmla="*/ 2412775 w 3217557"/>
                <a:gd name="connsiteY13-192" fmla="*/ 851360 h 2633810"/>
                <a:gd name="connsiteX14-193" fmla="*/ 2602591 w 3217557"/>
                <a:gd name="connsiteY14-194" fmla="*/ 661544 h 2633810"/>
                <a:gd name="connsiteX15-195" fmla="*/ 677114 w 3217557"/>
                <a:gd name="connsiteY15-196" fmla="*/ 569491 h 2633810"/>
                <a:gd name="connsiteX16-197" fmla="*/ 330916 w 3217557"/>
                <a:gd name="connsiteY16-198" fmla="*/ 569491 h 2633810"/>
                <a:gd name="connsiteX17-199" fmla="*/ 0 w 3217557"/>
                <a:gd name="connsiteY17-200" fmla="*/ 900407 h 2633810"/>
                <a:gd name="connsiteX18-201" fmla="*/ 0 w 3217557"/>
                <a:gd name="connsiteY18-202" fmla="*/ 1952009 h 2633810"/>
                <a:gd name="connsiteX19-203" fmla="*/ 330916 w 3217557"/>
                <a:gd name="connsiteY19-204" fmla="*/ 2282925 h 2633810"/>
                <a:gd name="connsiteX20-205" fmla="*/ 711670 w 3217557"/>
                <a:gd name="connsiteY20-206" fmla="*/ 2282925 h 2633810"/>
                <a:gd name="connsiteX21-207" fmla="*/ 165895 w 3217557"/>
                <a:gd name="connsiteY21-208" fmla="*/ 2633810 h 2633810"/>
                <a:gd name="connsiteX22-209" fmla="*/ 1294529 w 3217557"/>
                <a:gd name="connsiteY22-210" fmla="*/ 2282925 h 2633810"/>
                <a:gd name="connsiteX23-211" fmla="*/ 2117356 w 3217557"/>
                <a:gd name="connsiteY23-212" fmla="*/ 2282925 h 2633810"/>
                <a:gd name="connsiteX24-213" fmla="*/ 2418395 w 3217557"/>
                <a:gd name="connsiteY24-214" fmla="*/ 2087951 h 2633810"/>
                <a:gd name="connsiteX25-215" fmla="*/ 1830857 w 3217557"/>
                <a:gd name="connsiteY25-216" fmla="*/ 1799347 h 2633810"/>
                <a:gd name="connsiteX26-217" fmla="*/ 1008030 w 3217557"/>
                <a:gd name="connsiteY26-218" fmla="*/ 1799347 h 2633810"/>
                <a:gd name="connsiteX27-219" fmla="*/ 677114 w 3217557"/>
                <a:gd name="connsiteY27-220" fmla="*/ 1468431 h 2633810"/>
                <a:gd name="connsiteX28-221" fmla="*/ 677114 w 3217557"/>
                <a:gd name="connsiteY28-222" fmla="*/ 569491 h 2633810"/>
                <a:gd name="connsiteX29-223" fmla="*/ 2886641 w 3217557"/>
                <a:gd name="connsiteY29-224" fmla="*/ 0 h 2633810"/>
                <a:gd name="connsiteX30-225" fmla="*/ 1100201 w 3217557"/>
                <a:gd name="connsiteY30-226" fmla="*/ 0 h 2633810"/>
                <a:gd name="connsiteX31-227" fmla="*/ 769285 w 3217557"/>
                <a:gd name="connsiteY31-228" fmla="*/ 330916 h 2633810"/>
                <a:gd name="connsiteX32-229" fmla="*/ 769285 w 3217557"/>
                <a:gd name="connsiteY32-230" fmla="*/ 1382518 h 2633810"/>
                <a:gd name="connsiteX33-231" fmla="*/ 1100201 w 3217557"/>
                <a:gd name="connsiteY33-232" fmla="*/ 1713434 h 2633810"/>
                <a:gd name="connsiteX34-233" fmla="*/ 1923028 w 3217557"/>
                <a:gd name="connsiteY34-234" fmla="*/ 1713434 h 2633810"/>
                <a:gd name="connsiteX35-235" fmla="*/ 3078958 w 3217557"/>
                <a:gd name="connsiteY35-236" fmla="*/ 2077967 h 2633810"/>
                <a:gd name="connsiteX36-237" fmla="*/ 2505887 w 3217557"/>
                <a:gd name="connsiteY36-238" fmla="*/ 1713434 h 2633810"/>
                <a:gd name="connsiteX37-239" fmla="*/ 2886641 w 3217557"/>
                <a:gd name="connsiteY37-240" fmla="*/ 1713434 h 2633810"/>
                <a:gd name="connsiteX38-241" fmla="*/ 3217557 w 3217557"/>
                <a:gd name="connsiteY38-242" fmla="*/ 1382518 h 2633810"/>
                <a:gd name="connsiteX39-243" fmla="*/ 3217557 w 3217557"/>
                <a:gd name="connsiteY39-244" fmla="*/ 330916 h 2633810"/>
                <a:gd name="connsiteX40-245" fmla="*/ 2886641 w 3217557"/>
                <a:gd name="connsiteY40-246" fmla="*/ 0 h 2633810"/>
                <a:gd name="connsiteX0-247" fmla="*/ 1384251 w 3217557"/>
                <a:gd name="connsiteY0-248" fmla="*/ 661544 h 2633810"/>
                <a:gd name="connsiteX1-249" fmla="*/ 1574067 w 3217557"/>
                <a:gd name="connsiteY1-250" fmla="*/ 851360 h 2633810"/>
                <a:gd name="connsiteX2-251" fmla="*/ 1384251 w 3217557"/>
                <a:gd name="connsiteY2-252" fmla="*/ 1041176 h 2633810"/>
                <a:gd name="connsiteX3-253" fmla="*/ 1194435 w 3217557"/>
                <a:gd name="connsiteY3-254" fmla="*/ 851360 h 2633810"/>
                <a:gd name="connsiteX4-255" fmla="*/ 1384251 w 3217557"/>
                <a:gd name="connsiteY4-256" fmla="*/ 661544 h 2633810"/>
                <a:gd name="connsiteX5-257" fmla="*/ 1993421 w 3217557"/>
                <a:gd name="connsiteY5-258" fmla="*/ 661544 h 2633810"/>
                <a:gd name="connsiteX6-259" fmla="*/ 2183237 w 3217557"/>
                <a:gd name="connsiteY6-260" fmla="*/ 851360 h 2633810"/>
                <a:gd name="connsiteX7-261" fmla="*/ 1993421 w 3217557"/>
                <a:gd name="connsiteY7-262" fmla="*/ 1041176 h 2633810"/>
                <a:gd name="connsiteX8-263" fmla="*/ 1803605 w 3217557"/>
                <a:gd name="connsiteY8-264" fmla="*/ 851360 h 2633810"/>
                <a:gd name="connsiteX9-265" fmla="*/ 1993421 w 3217557"/>
                <a:gd name="connsiteY9-266" fmla="*/ 661544 h 2633810"/>
                <a:gd name="connsiteX10-267" fmla="*/ 2602591 w 3217557"/>
                <a:gd name="connsiteY10-268" fmla="*/ 661544 h 2633810"/>
                <a:gd name="connsiteX11-269" fmla="*/ 2792407 w 3217557"/>
                <a:gd name="connsiteY11-270" fmla="*/ 851360 h 2633810"/>
                <a:gd name="connsiteX12-271" fmla="*/ 2602591 w 3217557"/>
                <a:gd name="connsiteY12-272" fmla="*/ 1041176 h 2633810"/>
                <a:gd name="connsiteX13-273" fmla="*/ 2412775 w 3217557"/>
                <a:gd name="connsiteY13-274" fmla="*/ 851360 h 2633810"/>
                <a:gd name="connsiteX14-275" fmla="*/ 2602591 w 3217557"/>
                <a:gd name="connsiteY14-276" fmla="*/ 661544 h 2633810"/>
                <a:gd name="connsiteX15-277" fmla="*/ 677114 w 3217557"/>
                <a:gd name="connsiteY15-278" fmla="*/ 569491 h 2633810"/>
                <a:gd name="connsiteX16-279" fmla="*/ 330916 w 3217557"/>
                <a:gd name="connsiteY16-280" fmla="*/ 569491 h 2633810"/>
                <a:gd name="connsiteX17-281" fmla="*/ 0 w 3217557"/>
                <a:gd name="connsiteY17-282" fmla="*/ 900407 h 2633810"/>
                <a:gd name="connsiteX18-283" fmla="*/ 0 w 3217557"/>
                <a:gd name="connsiteY18-284" fmla="*/ 1952009 h 2633810"/>
                <a:gd name="connsiteX19-285" fmla="*/ 330916 w 3217557"/>
                <a:gd name="connsiteY19-286" fmla="*/ 2282925 h 2633810"/>
                <a:gd name="connsiteX20-287" fmla="*/ 711670 w 3217557"/>
                <a:gd name="connsiteY20-288" fmla="*/ 2282925 h 2633810"/>
                <a:gd name="connsiteX21-289" fmla="*/ 165895 w 3217557"/>
                <a:gd name="connsiteY21-290" fmla="*/ 2633810 h 2633810"/>
                <a:gd name="connsiteX22-291" fmla="*/ 1294529 w 3217557"/>
                <a:gd name="connsiteY22-292" fmla="*/ 2282925 h 2633810"/>
                <a:gd name="connsiteX23-293" fmla="*/ 2117356 w 3217557"/>
                <a:gd name="connsiteY23-294" fmla="*/ 2282925 h 2633810"/>
                <a:gd name="connsiteX24-295" fmla="*/ 2418395 w 3217557"/>
                <a:gd name="connsiteY24-296" fmla="*/ 2087951 h 2633810"/>
                <a:gd name="connsiteX25-297" fmla="*/ 1830857 w 3217557"/>
                <a:gd name="connsiteY25-298" fmla="*/ 1799347 h 2633810"/>
                <a:gd name="connsiteX26-299" fmla="*/ 1008030 w 3217557"/>
                <a:gd name="connsiteY26-300" fmla="*/ 1799347 h 2633810"/>
                <a:gd name="connsiteX27-301" fmla="*/ 677114 w 3217557"/>
                <a:gd name="connsiteY27-302" fmla="*/ 1468431 h 2633810"/>
                <a:gd name="connsiteX28-303" fmla="*/ 677114 w 3217557"/>
                <a:gd name="connsiteY28-304" fmla="*/ 569491 h 2633810"/>
                <a:gd name="connsiteX29-305" fmla="*/ 2886641 w 3217557"/>
                <a:gd name="connsiteY29-306" fmla="*/ 0 h 2633810"/>
                <a:gd name="connsiteX30-307" fmla="*/ 1100201 w 3217557"/>
                <a:gd name="connsiteY30-308" fmla="*/ 0 h 2633810"/>
                <a:gd name="connsiteX31-309" fmla="*/ 769285 w 3217557"/>
                <a:gd name="connsiteY31-310" fmla="*/ 330916 h 2633810"/>
                <a:gd name="connsiteX32-311" fmla="*/ 769285 w 3217557"/>
                <a:gd name="connsiteY32-312" fmla="*/ 1382518 h 2633810"/>
                <a:gd name="connsiteX33-313" fmla="*/ 1100201 w 3217557"/>
                <a:gd name="connsiteY33-314" fmla="*/ 1713434 h 2633810"/>
                <a:gd name="connsiteX34-315" fmla="*/ 1923028 w 3217557"/>
                <a:gd name="connsiteY34-316" fmla="*/ 1713434 h 2633810"/>
                <a:gd name="connsiteX35-317" fmla="*/ 3078958 w 3217557"/>
                <a:gd name="connsiteY35-318" fmla="*/ 2077967 h 2633810"/>
                <a:gd name="connsiteX36-319" fmla="*/ 2505887 w 3217557"/>
                <a:gd name="connsiteY36-320" fmla="*/ 1713434 h 2633810"/>
                <a:gd name="connsiteX37-321" fmla="*/ 2886641 w 3217557"/>
                <a:gd name="connsiteY37-322" fmla="*/ 1713434 h 2633810"/>
                <a:gd name="connsiteX38-323" fmla="*/ 3217557 w 3217557"/>
                <a:gd name="connsiteY38-324" fmla="*/ 1382518 h 2633810"/>
                <a:gd name="connsiteX39-325" fmla="*/ 3217557 w 3217557"/>
                <a:gd name="connsiteY39-326" fmla="*/ 330916 h 2633810"/>
                <a:gd name="connsiteX40-327" fmla="*/ 2886641 w 3217557"/>
                <a:gd name="connsiteY40-328" fmla="*/ 0 h 2633810"/>
                <a:gd name="connsiteX0-329" fmla="*/ 1384251 w 3217557"/>
                <a:gd name="connsiteY0-330" fmla="*/ 661544 h 2654282"/>
                <a:gd name="connsiteX1-331" fmla="*/ 1574067 w 3217557"/>
                <a:gd name="connsiteY1-332" fmla="*/ 851360 h 2654282"/>
                <a:gd name="connsiteX2-333" fmla="*/ 1384251 w 3217557"/>
                <a:gd name="connsiteY2-334" fmla="*/ 1041176 h 2654282"/>
                <a:gd name="connsiteX3-335" fmla="*/ 1194435 w 3217557"/>
                <a:gd name="connsiteY3-336" fmla="*/ 851360 h 2654282"/>
                <a:gd name="connsiteX4-337" fmla="*/ 1384251 w 3217557"/>
                <a:gd name="connsiteY4-338" fmla="*/ 661544 h 2654282"/>
                <a:gd name="connsiteX5-339" fmla="*/ 1993421 w 3217557"/>
                <a:gd name="connsiteY5-340" fmla="*/ 661544 h 2654282"/>
                <a:gd name="connsiteX6-341" fmla="*/ 2183237 w 3217557"/>
                <a:gd name="connsiteY6-342" fmla="*/ 851360 h 2654282"/>
                <a:gd name="connsiteX7-343" fmla="*/ 1993421 w 3217557"/>
                <a:gd name="connsiteY7-344" fmla="*/ 1041176 h 2654282"/>
                <a:gd name="connsiteX8-345" fmla="*/ 1803605 w 3217557"/>
                <a:gd name="connsiteY8-346" fmla="*/ 851360 h 2654282"/>
                <a:gd name="connsiteX9-347" fmla="*/ 1993421 w 3217557"/>
                <a:gd name="connsiteY9-348" fmla="*/ 661544 h 2654282"/>
                <a:gd name="connsiteX10-349" fmla="*/ 2602591 w 3217557"/>
                <a:gd name="connsiteY10-350" fmla="*/ 661544 h 2654282"/>
                <a:gd name="connsiteX11-351" fmla="*/ 2792407 w 3217557"/>
                <a:gd name="connsiteY11-352" fmla="*/ 851360 h 2654282"/>
                <a:gd name="connsiteX12-353" fmla="*/ 2602591 w 3217557"/>
                <a:gd name="connsiteY12-354" fmla="*/ 1041176 h 2654282"/>
                <a:gd name="connsiteX13-355" fmla="*/ 2412775 w 3217557"/>
                <a:gd name="connsiteY13-356" fmla="*/ 851360 h 2654282"/>
                <a:gd name="connsiteX14-357" fmla="*/ 2602591 w 3217557"/>
                <a:gd name="connsiteY14-358" fmla="*/ 661544 h 2654282"/>
                <a:gd name="connsiteX15-359" fmla="*/ 677114 w 3217557"/>
                <a:gd name="connsiteY15-360" fmla="*/ 569491 h 2654282"/>
                <a:gd name="connsiteX16-361" fmla="*/ 330916 w 3217557"/>
                <a:gd name="connsiteY16-362" fmla="*/ 569491 h 2654282"/>
                <a:gd name="connsiteX17-363" fmla="*/ 0 w 3217557"/>
                <a:gd name="connsiteY17-364" fmla="*/ 900407 h 2654282"/>
                <a:gd name="connsiteX18-365" fmla="*/ 0 w 3217557"/>
                <a:gd name="connsiteY18-366" fmla="*/ 1952009 h 2654282"/>
                <a:gd name="connsiteX19-367" fmla="*/ 330916 w 3217557"/>
                <a:gd name="connsiteY19-368" fmla="*/ 2282925 h 2654282"/>
                <a:gd name="connsiteX20-369" fmla="*/ 711670 w 3217557"/>
                <a:gd name="connsiteY20-370" fmla="*/ 2282925 h 2654282"/>
                <a:gd name="connsiteX21-371" fmla="*/ 275077 w 3217557"/>
                <a:gd name="connsiteY21-372" fmla="*/ 2654282 h 2654282"/>
                <a:gd name="connsiteX22-373" fmla="*/ 1294529 w 3217557"/>
                <a:gd name="connsiteY22-374" fmla="*/ 2282925 h 2654282"/>
                <a:gd name="connsiteX23-375" fmla="*/ 2117356 w 3217557"/>
                <a:gd name="connsiteY23-376" fmla="*/ 2282925 h 2654282"/>
                <a:gd name="connsiteX24-377" fmla="*/ 2418395 w 3217557"/>
                <a:gd name="connsiteY24-378" fmla="*/ 2087951 h 2654282"/>
                <a:gd name="connsiteX25-379" fmla="*/ 1830857 w 3217557"/>
                <a:gd name="connsiteY25-380" fmla="*/ 1799347 h 2654282"/>
                <a:gd name="connsiteX26-381" fmla="*/ 1008030 w 3217557"/>
                <a:gd name="connsiteY26-382" fmla="*/ 1799347 h 2654282"/>
                <a:gd name="connsiteX27-383" fmla="*/ 677114 w 3217557"/>
                <a:gd name="connsiteY27-384" fmla="*/ 1468431 h 2654282"/>
                <a:gd name="connsiteX28-385" fmla="*/ 677114 w 3217557"/>
                <a:gd name="connsiteY28-386" fmla="*/ 569491 h 2654282"/>
                <a:gd name="connsiteX29-387" fmla="*/ 2886641 w 3217557"/>
                <a:gd name="connsiteY29-388" fmla="*/ 0 h 2654282"/>
                <a:gd name="connsiteX30-389" fmla="*/ 1100201 w 3217557"/>
                <a:gd name="connsiteY30-390" fmla="*/ 0 h 2654282"/>
                <a:gd name="connsiteX31-391" fmla="*/ 769285 w 3217557"/>
                <a:gd name="connsiteY31-392" fmla="*/ 330916 h 2654282"/>
                <a:gd name="connsiteX32-393" fmla="*/ 769285 w 3217557"/>
                <a:gd name="connsiteY32-394" fmla="*/ 1382518 h 2654282"/>
                <a:gd name="connsiteX33-395" fmla="*/ 1100201 w 3217557"/>
                <a:gd name="connsiteY33-396" fmla="*/ 1713434 h 2654282"/>
                <a:gd name="connsiteX34-397" fmla="*/ 1923028 w 3217557"/>
                <a:gd name="connsiteY34-398" fmla="*/ 1713434 h 2654282"/>
                <a:gd name="connsiteX35-399" fmla="*/ 3078958 w 3217557"/>
                <a:gd name="connsiteY35-400" fmla="*/ 2077967 h 2654282"/>
                <a:gd name="connsiteX36-401" fmla="*/ 2505887 w 3217557"/>
                <a:gd name="connsiteY36-402" fmla="*/ 1713434 h 2654282"/>
                <a:gd name="connsiteX37-403" fmla="*/ 2886641 w 3217557"/>
                <a:gd name="connsiteY37-404" fmla="*/ 1713434 h 2654282"/>
                <a:gd name="connsiteX38-405" fmla="*/ 3217557 w 3217557"/>
                <a:gd name="connsiteY38-406" fmla="*/ 1382518 h 2654282"/>
                <a:gd name="connsiteX39-407" fmla="*/ 3217557 w 3217557"/>
                <a:gd name="connsiteY39-408" fmla="*/ 330916 h 2654282"/>
                <a:gd name="connsiteX40-409" fmla="*/ 2886641 w 3217557"/>
                <a:gd name="connsiteY40-410" fmla="*/ 0 h 2654282"/>
                <a:gd name="connsiteX0-411" fmla="*/ 1384251 w 3217557"/>
                <a:gd name="connsiteY0-412" fmla="*/ 661544 h 2654282"/>
                <a:gd name="connsiteX1-413" fmla="*/ 1574067 w 3217557"/>
                <a:gd name="connsiteY1-414" fmla="*/ 851360 h 2654282"/>
                <a:gd name="connsiteX2-415" fmla="*/ 1384251 w 3217557"/>
                <a:gd name="connsiteY2-416" fmla="*/ 1041176 h 2654282"/>
                <a:gd name="connsiteX3-417" fmla="*/ 1194435 w 3217557"/>
                <a:gd name="connsiteY3-418" fmla="*/ 851360 h 2654282"/>
                <a:gd name="connsiteX4-419" fmla="*/ 1384251 w 3217557"/>
                <a:gd name="connsiteY4-420" fmla="*/ 661544 h 2654282"/>
                <a:gd name="connsiteX5-421" fmla="*/ 1993421 w 3217557"/>
                <a:gd name="connsiteY5-422" fmla="*/ 661544 h 2654282"/>
                <a:gd name="connsiteX6-423" fmla="*/ 2183237 w 3217557"/>
                <a:gd name="connsiteY6-424" fmla="*/ 851360 h 2654282"/>
                <a:gd name="connsiteX7-425" fmla="*/ 1993421 w 3217557"/>
                <a:gd name="connsiteY7-426" fmla="*/ 1041176 h 2654282"/>
                <a:gd name="connsiteX8-427" fmla="*/ 1803605 w 3217557"/>
                <a:gd name="connsiteY8-428" fmla="*/ 851360 h 2654282"/>
                <a:gd name="connsiteX9-429" fmla="*/ 1993421 w 3217557"/>
                <a:gd name="connsiteY9-430" fmla="*/ 661544 h 2654282"/>
                <a:gd name="connsiteX10-431" fmla="*/ 2602591 w 3217557"/>
                <a:gd name="connsiteY10-432" fmla="*/ 661544 h 2654282"/>
                <a:gd name="connsiteX11-433" fmla="*/ 2792407 w 3217557"/>
                <a:gd name="connsiteY11-434" fmla="*/ 851360 h 2654282"/>
                <a:gd name="connsiteX12-435" fmla="*/ 2602591 w 3217557"/>
                <a:gd name="connsiteY12-436" fmla="*/ 1041176 h 2654282"/>
                <a:gd name="connsiteX13-437" fmla="*/ 2412775 w 3217557"/>
                <a:gd name="connsiteY13-438" fmla="*/ 851360 h 2654282"/>
                <a:gd name="connsiteX14-439" fmla="*/ 2602591 w 3217557"/>
                <a:gd name="connsiteY14-440" fmla="*/ 661544 h 2654282"/>
                <a:gd name="connsiteX15-441" fmla="*/ 677114 w 3217557"/>
                <a:gd name="connsiteY15-442" fmla="*/ 569491 h 2654282"/>
                <a:gd name="connsiteX16-443" fmla="*/ 330916 w 3217557"/>
                <a:gd name="connsiteY16-444" fmla="*/ 569491 h 2654282"/>
                <a:gd name="connsiteX17-445" fmla="*/ 0 w 3217557"/>
                <a:gd name="connsiteY17-446" fmla="*/ 900407 h 2654282"/>
                <a:gd name="connsiteX18-447" fmla="*/ 0 w 3217557"/>
                <a:gd name="connsiteY18-448" fmla="*/ 1952009 h 2654282"/>
                <a:gd name="connsiteX19-449" fmla="*/ 330916 w 3217557"/>
                <a:gd name="connsiteY19-450" fmla="*/ 2282925 h 2654282"/>
                <a:gd name="connsiteX20-451" fmla="*/ 711670 w 3217557"/>
                <a:gd name="connsiteY20-452" fmla="*/ 2282925 h 2654282"/>
                <a:gd name="connsiteX21-453" fmla="*/ 275077 w 3217557"/>
                <a:gd name="connsiteY21-454" fmla="*/ 2654282 h 2654282"/>
                <a:gd name="connsiteX22-455" fmla="*/ 1294529 w 3217557"/>
                <a:gd name="connsiteY22-456" fmla="*/ 2282925 h 2654282"/>
                <a:gd name="connsiteX23-457" fmla="*/ 2117356 w 3217557"/>
                <a:gd name="connsiteY23-458" fmla="*/ 2282925 h 2654282"/>
                <a:gd name="connsiteX24-459" fmla="*/ 2418395 w 3217557"/>
                <a:gd name="connsiteY24-460" fmla="*/ 2087951 h 2654282"/>
                <a:gd name="connsiteX25-461" fmla="*/ 1830857 w 3217557"/>
                <a:gd name="connsiteY25-462" fmla="*/ 1799347 h 2654282"/>
                <a:gd name="connsiteX26-463" fmla="*/ 1008030 w 3217557"/>
                <a:gd name="connsiteY26-464" fmla="*/ 1799347 h 2654282"/>
                <a:gd name="connsiteX27-465" fmla="*/ 677114 w 3217557"/>
                <a:gd name="connsiteY27-466" fmla="*/ 1468431 h 2654282"/>
                <a:gd name="connsiteX28-467" fmla="*/ 677114 w 3217557"/>
                <a:gd name="connsiteY28-468" fmla="*/ 569491 h 2654282"/>
                <a:gd name="connsiteX29-469" fmla="*/ 2886641 w 3217557"/>
                <a:gd name="connsiteY29-470" fmla="*/ 0 h 2654282"/>
                <a:gd name="connsiteX30-471" fmla="*/ 1100201 w 3217557"/>
                <a:gd name="connsiteY30-472" fmla="*/ 0 h 2654282"/>
                <a:gd name="connsiteX31-473" fmla="*/ 769285 w 3217557"/>
                <a:gd name="connsiteY31-474" fmla="*/ 330916 h 2654282"/>
                <a:gd name="connsiteX32-475" fmla="*/ 769285 w 3217557"/>
                <a:gd name="connsiteY32-476" fmla="*/ 1382518 h 2654282"/>
                <a:gd name="connsiteX33-477" fmla="*/ 1100201 w 3217557"/>
                <a:gd name="connsiteY33-478" fmla="*/ 1713434 h 2654282"/>
                <a:gd name="connsiteX34-479" fmla="*/ 1923028 w 3217557"/>
                <a:gd name="connsiteY34-480" fmla="*/ 1713434 h 2654282"/>
                <a:gd name="connsiteX35-481" fmla="*/ 3078958 w 3217557"/>
                <a:gd name="connsiteY35-482" fmla="*/ 2077967 h 2654282"/>
                <a:gd name="connsiteX36-483" fmla="*/ 2505887 w 3217557"/>
                <a:gd name="connsiteY36-484" fmla="*/ 1713434 h 2654282"/>
                <a:gd name="connsiteX37-485" fmla="*/ 2886641 w 3217557"/>
                <a:gd name="connsiteY37-486" fmla="*/ 1713434 h 2654282"/>
                <a:gd name="connsiteX38-487" fmla="*/ 3217557 w 3217557"/>
                <a:gd name="connsiteY38-488" fmla="*/ 1382518 h 2654282"/>
                <a:gd name="connsiteX39-489" fmla="*/ 3217557 w 3217557"/>
                <a:gd name="connsiteY39-490" fmla="*/ 330916 h 2654282"/>
                <a:gd name="connsiteX40-491" fmla="*/ 2886641 w 3217557"/>
                <a:gd name="connsiteY40-492" fmla="*/ 0 h 2654282"/>
                <a:gd name="connsiteX0-493" fmla="*/ 1384251 w 3217557"/>
                <a:gd name="connsiteY0-494" fmla="*/ 661544 h 2654282"/>
                <a:gd name="connsiteX1-495" fmla="*/ 1574067 w 3217557"/>
                <a:gd name="connsiteY1-496" fmla="*/ 851360 h 2654282"/>
                <a:gd name="connsiteX2-497" fmla="*/ 1384251 w 3217557"/>
                <a:gd name="connsiteY2-498" fmla="*/ 1041176 h 2654282"/>
                <a:gd name="connsiteX3-499" fmla="*/ 1194435 w 3217557"/>
                <a:gd name="connsiteY3-500" fmla="*/ 851360 h 2654282"/>
                <a:gd name="connsiteX4-501" fmla="*/ 1384251 w 3217557"/>
                <a:gd name="connsiteY4-502" fmla="*/ 661544 h 2654282"/>
                <a:gd name="connsiteX5-503" fmla="*/ 1993421 w 3217557"/>
                <a:gd name="connsiteY5-504" fmla="*/ 661544 h 2654282"/>
                <a:gd name="connsiteX6-505" fmla="*/ 2183237 w 3217557"/>
                <a:gd name="connsiteY6-506" fmla="*/ 851360 h 2654282"/>
                <a:gd name="connsiteX7-507" fmla="*/ 1993421 w 3217557"/>
                <a:gd name="connsiteY7-508" fmla="*/ 1041176 h 2654282"/>
                <a:gd name="connsiteX8-509" fmla="*/ 1803605 w 3217557"/>
                <a:gd name="connsiteY8-510" fmla="*/ 851360 h 2654282"/>
                <a:gd name="connsiteX9-511" fmla="*/ 1993421 w 3217557"/>
                <a:gd name="connsiteY9-512" fmla="*/ 661544 h 2654282"/>
                <a:gd name="connsiteX10-513" fmla="*/ 2602591 w 3217557"/>
                <a:gd name="connsiteY10-514" fmla="*/ 661544 h 2654282"/>
                <a:gd name="connsiteX11-515" fmla="*/ 2792407 w 3217557"/>
                <a:gd name="connsiteY11-516" fmla="*/ 851360 h 2654282"/>
                <a:gd name="connsiteX12-517" fmla="*/ 2602591 w 3217557"/>
                <a:gd name="connsiteY12-518" fmla="*/ 1041176 h 2654282"/>
                <a:gd name="connsiteX13-519" fmla="*/ 2412775 w 3217557"/>
                <a:gd name="connsiteY13-520" fmla="*/ 851360 h 2654282"/>
                <a:gd name="connsiteX14-521" fmla="*/ 2602591 w 3217557"/>
                <a:gd name="connsiteY14-522" fmla="*/ 661544 h 2654282"/>
                <a:gd name="connsiteX15-523" fmla="*/ 677114 w 3217557"/>
                <a:gd name="connsiteY15-524" fmla="*/ 569491 h 2654282"/>
                <a:gd name="connsiteX16-525" fmla="*/ 330916 w 3217557"/>
                <a:gd name="connsiteY16-526" fmla="*/ 569491 h 2654282"/>
                <a:gd name="connsiteX17-527" fmla="*/ 0 w 3217557"/>
                <a:gd name="connsiteY17-528" fmla="*/ 900407 h 2654282"/>
                <a:gd name="connsiteX18-529" fmla="*/ 0 w 3217557"/>
                <a:gd name="connsiteY18-530" fmla="*/ 1952009 h 2654282"/>
                <a:gd name="connsiteX19-531" fmla="*/ 330916 w 3217557"/>
                <a:gd name="connsiteY19-532" fmla="*/ 2282925 h 2654282"/>
                <a:gd name="connsiteX20-533" fmla="*/ 711670 w 3217557"/>
                <a:gd name="connsiteY20-534" fmla="*/ 2282925 h 2654282"/>
                <a:gd name="connsiteX21-535" fmla="*/ 275077 w 3217557"/>
                <a:gd name="connsiteY21-536" fmla="*/ 2654282 h 2654282"/>
                <a:gd name="connsiteX22-537" fmla="*/ 1294529 w 3217557"/>
                <a:gd name="connsiteY22-538" fmla="*/ 2282925 h 2654282"/>
                <a:gd name="connsiteX23-539" fmla="*/ 2117356 w 3217557"/>
                <a:gd name="connsiteY23-540" fmla="*/ 2282925 h 2654282"/>
                <a:gd name="connsiteX24-541" fmla="*/ 2418395 w 3217557"/>
                <a:gd name="connsiteY24-542" fmla="*/ 2087951 h 2654282"/>
                <a:gd name="connsiteX25-543" fmla="*/ 1830857 w 3217557"/>
                <a:gd name="connsiteY25-544" fmla="*/ 1799347 h 2654282"/>
                <a:gd name="connsiteX26-545" fmla="*/ 1008030 w 3217557"/>
                <a:gd name="connsiteY26-546" fmla="*/ 1799347 h 2654282"/>
                <a:gd name="connsiteX27-547" fmla="*/ 677114 w 3217557"/>
                <a:gd name="connsiteY27-548" fmla="*/ 1468431 h 2654282"/>
                <a:gd name="connsiteX28-549" fmla="*/ 677114 w 3217557"/>
                <a:gd name="connsiteY28-550" fmla="*/ 569491 h 2654282"/>
                <a:gd name="connsiteX29-551" fmla="*/ 2886641 w 3217557"/>
                <a:gd name="connsiteY29-552" fmla="*/ 0 h 2654282"/>
                <a:gd name="connsiteX30-553" fmla="*/ 1100201 w 3217557"/>
                <a:gd name="connsiteY30-554" fmla="*/ 0 h 2654282"/>
                <a:gd name="connsiteX31-555" fmla="*/ 769285 w 3217557"/>
                <a:gd name="connsiteY31-556" fmla="*/ 330916 h 2654282"/>
                <a:gd name="connsiteX32-557" fmla="*/ 769285 w 3217557"/>
                <a:gd name="connsiteY32-558" fmla="*/ 1382518 h 2654282"/>
                <a:gd name="connsiteX33-559" fmla="*/ 1100201 w 3217557"/>
                <a:gd name="connsiteY33-560" fmla="*/ 1713434 h 2654282"/>
                <a:gd name="connsiteX34-561" fmla="*/ 1923028 w 3217557"/>
                <a:gd name="connsiteY34-562" fmla="*/ 1713434 h 2654282"/>
                <a:gd name="connsiteX35-563" fmla="*/ 3078958 w 3217557"/>
                <a:gd name="connsiteY35-564" fmla="*/ 2077967 h 2654282"/>
                <a:gd name="connsiteX36-565" fmla="*/ 2505887 w 3217557"/>
                <a:gd name="connsiteY36-566" fmla="*/ 1713434 h 2654282"/>
                <a:gd name="connsiteX37-567" fmla="*/ 2886641 w 3217557"/>
                <a:gd name="connsiteY37-568" fmla="*/ 1713434 h 2654282"/>
                <a:gd name="connsiteX38-569" fmla="*/ 3217557 w 3217557"/>
                <a:gd name="connsiteY38-570" fmla="*/ 1382518 h 2654282"/>
                <a:gd name="connsiteX39-571" fmla="*/ 3217557 w 3217557"/>
                <a:gd name="connsiteY39-572" fmla="*/ 330916 h 2654282"/>
                <a:gd name="connsiteX40-573" fmla="*/ 2886641 w 3217557"/>
                <a:gd name="connsiteY40-574" fmla="*/ 0 h 2654282"/>
                <a:gd name="connsiteX0-575" fmla="*/ 1384251 w 3217557"/>
                <a:gd name="connsiteY0-576" fmla="*/ 661544 h 2654282"/>
                <a:gd name="connsiteX1-577" fmla="*/ 1574067 w 3217557"/>
                <a:gd name="connsiteY1-578" fmla="*/ 851360 h 2654282"/>
                <a:gd name="connsiteX2-579" fmla="*/ 1384251 w 3217557"/>
                <a:gd name="connsiteY2-580" fmla="*/ 1041176 h 2654282"/>
                <a:gd name="connsiteX3-581" fmla="*/ 1194435 w 3217557"/>
                <a:gd name="connsiteY3-582" fmla="*/ 851360 h 2654282"/>
                <a:gd name="connsiteX4-583" fmla="*/ 1384251 w 3217557"/>
                <a:gd name="connsiteY4-584" fmla="*/ 661544 h 2654282"/>
                <a:gd name="connsiteX5-585" fmla="*/ 1993421 w 3217557"/>
                <a:gd name="connsiteY5-586" fmla="*/ 661544 h 2654282"/>
                <a:gd name="connsiteX6-587" fmla="*/ 2183237 w 3217557"/>
                <a:gd name="connsiteY6-588" fmla="*/ 851360 h 2654282"/>
                <a:gd name="connsiteX7-589" fmla="*/ 1993421 w 3217557"/>
                <a:gd name="connsiteY7-590" fmla="*/ 1041176 h 2654282"/>
                <a:gd name="connsiteX8-591" fmla="*/ 1803605 w 3217557"/>
                <a:gd name="connsiteY8-592" fmla="*/ 851360 h 2654282"/>
                <a:gd name="connsiteX9-593" fmla="*/ 1993421 w 3217557"/>
                <a:gd name="connsiteY9-594" fmla="*/ 661544 h 2654282"/>
                <a:gd name="connsiteX10-595" fmla="*/ 2602591 w 3217557"/>
                <a:gd name="connsiteY10-596" fmla="*/ 661544 h 2654282"/>
                <a:gd name="connsiteX11-597" fmla="*/ 2792407 w 3217557"/>
                <a:gd name="connsiteY11-598" fmla="*/ 851360 h 2654282"/>
                <a:gd name="connsiteX12-599" fmla="*/ 2602591 w 3217557"/>
                <a:gd name="connsiteY12-600" fmla="*/ 1041176 h 2654282"/>
                <a:gd name="connsiteX13-601" fmla="*/ 2412775 w 3217557"/>
                <a:gd name="connsiteY13-602" fmla="*/ 851360 h 2654282"/>
                <a:gd name="connsiteX14-603" fmla="*/ 2602591 w 3217557"/>
                <a:gd name="connsiteY14-604" fmla="*/ 661544 h 2654282"/>
                <a:gd name="connsiteX15-605" fmla="*/ 677114 w 3217557"/>
                <a:gd name="connsiteY15-606" fmla="*/ 569491 h 2654282"/>
                <a:gd name="connsiteX16-607" fmla="*/ 330916 w 3217557"/>
                <a:gd name="connsiteY16-608" fmla="*/ 569491 h 2654282"/>
                <a:gd name="connsiteX17-609" fmla="*/ 0 w 3217557"/>
                <a:gd name="connsiteY17-610" fmla="*/ 900407 h 2654282"/>
                <a:gd name="connsiteX18-611" fmla="*/ 0 w 3217557"/>
                <a:gd name="connsiteY18-612" fmla="*/ 1952009 h 2654282"/>
                <a:gd name="connsiteX19-613" fmla="*/ 330916 w 3217557"/>
                <a:gd name="connsiteY19-614" fmla="*/ 2282925 h 2654282"/>
                <a:gd name="connsiteX20-615" fmla="*/ 711670 w 3217557"/>
                <a:gd name="connsiteY20-616" fmla="*/ 2282925 h 2654282"/>
                <a:gd name="connsiteX21-617" fmla="*/ 275077 w 3217557"/>
                <a:gd name="connsiteY21-618" fmla="*/ 2654282 h 2654282"/>
                <a:gd name="connsiteX22-619" fmla="*/ 1294529 w 3217557"/>
                <a:gd name="connsiteY22-620" fmla="*/ 2282925 h 2654282"/>
                <a:gd name="connsiteX23-621" fmla="*/ 2117356 w 3217557"/>
                <a:gd name="connsiteY23-622" fmla="*/ 2282925 h 2654282"/>
                <a:gd name="connsiteX24-623" fmla="*/ 2418395 w 3217557"/>
                <a:gd name="connsiteY24-624" fmla="*/ 2087951 h 2654282"/>
                <a:gd name="connsiteX25-625" fmla="*/ 1830857 w 3217557"/>
                <a:gd name="connsiteY25-626" fmla="*/ 1799347 h 2654282"/>
                <a:gd name="connsiteX26-627" fmla="*/ 1008030 w 3217557"/>
                <a:gd name="connsiteY26-628" fmla="*/ 1799347 h 2654282"/>
                <a:gd name="connsiteX27-629" fmla="*/ 677114 w 3217557"/>
                <a:gd name="connsiteY27-630" fmla="*/ 1468431 h 2654282"/>
                <a:gd name="connsiteX28-631" fmla="*/ 677114 w 3217557"/>
                <a:gd name="connsiteY28-632" fmla="*/ 569491 h 2654282"/>
                <a:gd name="connsiteX29-633" fmla="*/ 2886641 w 3217557"/>
                <a:gd name="connsiteY29-634" fmla="*/ 0 h 2654282"/>
                <a:gd name="connsiteX30-635" fmla="*/ 1100201 w 3217557"/>
                <a:gd name="connsiteY30-636" fmla="*/ 0 h 2654282"/>
                <a:gd name="connsiteX31-637" fmla="*/ 769285 w 3217557"/>
                <a:gd name="connsiteY31-638" fmla="*/ 330916 h 2654282"/>
                <a:gd name="connsiteX32-639" fmla="*/ 769285 w 3217557"/>
                <a:gd name="connsiteY32-640" fmla="*/ 1382518 h 2654282"/>
                <a:gd name="connsiteX33-641" fmla="*/ 1100201 w 3217557"/>
                <a:gd name="connsiteY33-642" fmla="*/ 1713434 h 2654282"/>
                <a:gd name="connsiteX34-643" fmla="*/ 1923028 w 3217557"/>
                <a:gd name="connsiteY34-644" fmla="*/ 1713434 h 2654282"/>
                <a:gd name="connsiteX35-645" fmla="*/ 3078958 w 3217557"/>
                <a:gd name="connsiteY35-646" fmla="*/ 2077967 h 2654282"/>
                <a:gd name="connsiteX36-647" fmla="*/ 2505887 w 3217557"/>
                <a:gd name="connsiteY36-648" fmla="*/ 1713434 h 2654282"/>
                <a:gd name="connsiteX37-649" fmla="*/ 2886641 w 3217557"/>
                <a:gd name="connsiteY37-650" fmla="*/ 1713434 h 2654282"/>
                <a:gd name="connsiteX38-651" fmla="*/ 3217557 w 3217557"/>
                <a:gd name="connsiteY38-652" fmla="*/ 1382518 h 2654282"/>
                <a:gd name="connsiteX39-653" fmla="*/ 3217557 w 3217557"/>
                <a:gd name="connsiteY39-654" fmla="*/ 330916 h 2654282"/>
                <a:gd name="connsiteX40-655" fmla="*/ 2886641 w 3217557"/>
                <a:gd name="connsiteY40-656" fmla="*/ 0 h 2654282"/>
                <a:gd name="connsiteX0-657" fmla="*/ 1384251 w 3217557"/>
                <a:gd name="connsiteY0-658" fmla="*/ 661544 h 2654282"/>
                <a:gd name="connsiteX1-659" fmla="*/ 1574067 w 3217557"/>
                <a:gd name="connsiteY1-660" fmla="*/ 851360 h 2654282"/>
                <a:gd name="connsiteX2-661" fmla="*/ 1384251 w 3217557"/>
                <a:gd name="connsiteY2-662" fmla="*/ 1041176 h 2654282"/>
                <a:gd name="connsiteX3-663" fmla="*/ 1194435 w 3217557"/>
                <a:gd name="connsiteY3-664" fmla="*/ 851360 h 2654282"/>
                <a:gd name="connsiteX4-665" fmla="*/ 1384251 w 3217557"/>
                <a:gd name="connsiteY4-666" fmla="*/ 661544 h 2654282"/>
                <a:gd name="connsiteX5-667" fmla="*/ 1993421 w 3217557"/>
                <a:gd name="connsiteY5-668" fmla="*/ 661544 h 2654282"/>
                <a:gd name="connsiteX6-669" fmla="*/ 2183237 w 3217557"/>
                <a:gd name="connsiteY6-670" fmla="*/ 851360 h 2654282"/>
                <a:gd name="connsiteX7-671" fmla="*/ 1993421 w 3217557"/>
                <a:gd name="connsiteY7-672" fmla="*/ 1041176 h 2654282"/>
                <a:gd name="connsiteX8-673" fmla="*/ 1803605 w 3217557"/>
                <a:gd name="connsiteY8-674" fmla="*/ 851360 h 2654282"/>
                <a:gd name="connsiteX9-675" fmla="*/ 1993421 w 3217557"/>
                <a:gd name="connsiteY9-676" fmla="*/ 661544 h 2654282"/>
                <a:gd name="connsiteX10-677" fmla="*/ 2602591 w 3217557"/>
                <a:gd name="connsiteY10-678" fmla="*/ 661544 h 2654282"/>
                <a:gd name="connsiteX11-679" fmla="*/ 2792407 w 3217557"/>
                <a:gd name="connsiteY11-680" fmla="*/ 851360 h 2654282"/>
                <a:gd name="connsiteX12-681" fmla="*/ 2602591 w 3217557"/>
                <a:gd name="connsiteY12-682" fmla="*/ 1041176 h 2654282"/>
                <a:gd name="connsiteX13-683" fmla="*/ 2412775 w 3217557"/>
                <a:gd name="connsiteY13-684" fmla="*/ 851360 h 2654282"/>
                <a:gd name="connsiteX14-685" fmla="*/ 2602591 w 3217557"/>
                <a:gd name="connsiteY14-686" fmla="*/ 661544 h 2654282"/>
                <a:gd name="connsiteX15-687" fmla="*/ 677114 w 3217557"/>
                <a:gd name="connsiteY15-688" fmla="*/ 569491 h 2654282"/>
                <a:gd name="connsiteX16-689" fmla="*/ 330916 w 3217557"/>
                <a:gd name="connsiteY16-690" fmla="*/ 569491 h 2654282"/>
                <a:gd name="connsiteX17-691" fmla="*/ 0 w 3217557"/>
                <a:gd name="connsiteY17-692" fmla="*/ 900407 h 2654282"/>
                <a:gd name="connsiteX18-693" fmla="*/ 0 w 3217557"/>
                <a:gd name="connsiteY18-694" fmla="*/ 1952009 h 2654282"/>
                <a:gd name="connsiteX19-695" fmla="*/ 330916 w 3217557"/>
                <a:gd name="connsiteY19-696" fmla="*/ 2282925 h 2654282"/>
                <a:gd name="connsiteX20-697" fmla="*/ 711670 w 3217557"/>
                <a:gd name="connsiteY20-698" fmla="*/ 2282925 h 2654282"/>
                <a:gd name="connsiteX21-699" fmla="*/ 275077 w 3217557"/>
                <a:gd name="connsiteY21-700" fmla="*/ 2654282 h 2654282"/>
                <a:gd name="connsiteX22-701" fmla="*/ 1294529 w 3217557"/>
                <a:gd name="connsiteY22-702" fmla="*/ 2282925 h 2654282"/>
                <a:gd name="connsiteX23-703" fmla="*/ 2117356 w 3217557"/>
                <a:gd name="connsiteY23-704" fmla="*/ 2282925 h 2654282"/>
                <a:gd name="connsiteX24-705" fmla="*/ 2418395 w 3217557"/>
                <a:gd name="connsiteY24-706" fmla="*/ 2087951 h 2654282"/>
                <a:gd name="connsiteX25-707" fmla="*/ 1830857 w 3217557"/>
                <a:gd name="connsiteY25-708" fmla="*/ 1799347 h 2654282"/>
                <a:gd name="connsiteX26-709" fmla="*/ 1008030 w 3217557"/>
                <a:gd name="connsiteY26-710" fmla="*/ 1799347 h 2654282"/>
                <a:gd name="connsiteX27-711" fmla="*/ 677114 w 3217557"/>
                <a:gd name="connsiteY27-712" fmla="*/ 1468431 h 2654282"/>
                <a:gd name="connsiteX28-713" fmla="*/ 677114 w 3217557"/>
                <a:gd name="connsiteY28-714" fmla="*/ 569491 h 2654282"/>
                <a:gd name="connsiteX29-715" fmla="*/ 2886641 w 3217557"/>
                <a:gd name="connsiteY29-716" fmla="*/ 0 h 2654282"/>
                <a:gd name="connsiteX30-717" fmla="*/ 1100201 w 3217557"/>
                <a:gd name="connsiteY30-718" fmla="*/ 0 h 2654282"/>
                <a:gd name="connsiteX31-719" fmla="*/ 769285 w 3217557"/>
                <a:gd name="connsiteY31-720" fmla="*/ 330916 h 2654282"/>
                <a:gd name="connsiteX32-721" fmla="*/ 769285 w 3217557"/>
                <a:gd name="connsiteY32-722" fmla="*/ 1382518 h 2654282"/>
                <a:gd name="connsiteX33-723" fmla="*/ 1100201 w 3217557"/>
                <a:gd name="connsiteY33-724" fmla="*/ 1713434 h 2654282"/>
                <a:gd name="connsiteX34-725" fmla="*/ 1923028 w 3217557"/>
                <a:gd name="connsiteY34-726" fmla="*/ 1713434 h 2654282"/>
                <a:gd name="connsiteX35-727" fmla="*/ 3078958 w 3217557"/>
                <a:gd name="connsiteY35-728" fmla="*/ 2077967 h 2654282"/>
                <a:gd name="connsiteX36-729" fmla="*/ 2505887 w 3217557"/>
                <a:gd name="connsiteY36-730" fmla="*/ 1713434 h 2654282"/>
                <a:gd name="connsiteX37-731" fmla="*/ 2886641 w 3217557"/>
                <a:gd name="connsiteY37-732" fmla="*/ 1713434 h 2654282"/>
                <a:gd name="connsiteX38-733" fmla="*/ 3217557 w 3217557"/>
                <a:gd name="connsiteY38-734" fmla="*/ 1382518 h 2654282"/>
                <a:gd name="connsiteX39-735" fmla="*/ 3217557 w 3217557"/>
                <a:gd name="connsiteY39-736" fmla="*/ 330916 h 2654282"/>
                <a:gd name="connsiteX40-737" fmla="*/ 2886641 w 3217557"/>
                <a:gd name="connsiteY40-738" fmla="*/ 0 h 2654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142097" y="2961426"/>
            <a:ext cx="2762596" cy="2554958"/>
            <a:chOff x="6142097" y="2961426"/>
            <a:chExt cx="2762596" cy="2554958"/>
          </a:xfrm>
        </p:grpSpPr>
        <p:grpSp>
          <p:nvGrpSpPr>
            <p:cNvPr id="12" name="Group 11"/>
            <p:cNvGrpSpPr/>
            <p:nvPr/>
          </p:nvGrpSpPr>
          <p:grpSpPr>
            <a:xfrm>
              <a:off x="6958383" y="2961426"/>
              <a:ext cx="1512168" cy="1512169"/>
              <a:chOff x="5157465" y="2663252"/>
              <a:chExt cx="1512168" cy="1512169"/>
            </a:xfrm>
          </p:grpSpPr>
          <p:sp>
            <p:nvSpPr>
              <p:cNvPr id="13" name="Diamond 12"/>
              <p:cNvSpPr/>
              <p:nvPr/>
            </p:nvSpPr>
            <p:spPr>
              <a:xfrm>
                <a:off x="5265549" y="2771336"/>
                <a:ext cx="1296000" cy="1296000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Diamond 13"/>
              <p:cNvSpPr/>
              <p:nvPr/>
            </p:nvSpPr>
            <p:spPr>
              <a:xfrm>
                <a:off x="5157465" y="2663252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6142097" y="4685387"/>
              <a:ext cx="2762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Indicators extracted</a:t>
              </a:r>
              <a:endParaRPr lang="ko-KR" altLang="en-US" sz="24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Round Same Side Corner Rectangle 11"/>
            <p:cNvSpPr>
              <a:spLocks noChangeAspect="1"/>
            </p:cNvSpPr>
            <p:nvPr/>
          </p:nvSpPr>
          <p:spPr>
            <a:xfrm rot="9900000">
              <a:off x="7510415" y="3570440"/>
              <a:ext cx="396000" cy="336326"/>
            </a:xfrm>
            <a:custGeom>
              <a:avLst/>
              <a:gdLst/>
              <a:ahLst/>
              <a:cxnLst/>
              <a:rect l="l" t="t" r="r" b="b"/>
              <a:pathLst>
                <a:path w="2911009" h="2472345">
                  <a:moveTo>
                    <a:pt x="2219598" y="1335309"/>
                  </a:moveTo>
                  <a:lnTo>
                    <a:pt x="2219598" y="1222573"/>
                  </a:lnTo>
                  <a:cubicBezTo>
                    <a:pt x="2219598" y="1176944"/>
                    <a:pt x="2241926" y="1136530"/>
                    <a:pt x="2277694" y="1113650"/>
                  </a:cubicBezTo>
                  <a:lnTo>
                    <a:pt x="2277694" y="137786"/>
                  </a:lnTo>
                  <a:cubicBezTo>
                    <a:pt x="2277694" y="61689"/>
                    <a:pt x="2339383" y="0"/>
                    <a:pt x="2415480" y="0"/>
                  </a:cubicBezTo>
                  <a:lnTo>
                    <a:pt x="2545196" y="0"/>
                  </a:lnTo>
                  <a:cubicBezTo>
                    <a:pt x="2621293" y="0"/>
                    <a:pt x="2682982" y="61689"/>
                    <a:pt x="2682982" y="137786"/>
                  </a:cubicBezTo>
                  <a:lnTo>
                    <a:pt x="2682982" y="1099067"/>
                  </a:lnTo>
                  <a:cubicBezTo>
                    <a:pt x="2730197" y="1120049"/>
                    <a:pt x="2762708" y="1167515"/>
                    <a:pt x="2762708" y="1222573"/>
                  </a:cubicBezTo>
                  <a:lnTo>
                    <a:pt x="2762708" y="1480834"/>
                  </a:lnTo>
                  <a:close/>
                  <a:moveTo>
                    <a:pt x="241900" y="1676361"/>
                  </a:moveTo>
                  <a:cubicBezTo>
                    <a:pt x="69371" y="1631107"/>
                    <a:pt x="-34146" y="1454930"/>
                    <a:pt x="10296" y="1282189"/>
                  </a:cubicBezTo>
                  <a:cubicBezTo>
                    <a:pt x="54739" y="1109449"/>
                    <a:pt x="230428" y="1005105"/>
                    <a:pt x="403375" y="1048736"/>
                  </a:cubicBezTo>
                  <a:cubicBezTo>
                    <a:pt x="349550" y="1257945"/>
                    <a:pt x="295726" y="1467153"/>
                    <a:pt x="241900" y="1676361"/>
                  </a:cubicBezTo>
                  <a:close/>
                  <a:moveTo>
                    <a:pt x="2578947" y="2467929"/>
                  </a:moveTo>
                  <a:lnTo>
                    <a:pt x="1957545" y="2301425"/>
                  </a:lnTo>
                  <a:lnTo>
                    <a:pt x="2194209" y="1418183"/>
                  </a:lnTo>
                  <a:lnTo>
                    <a:pt x="2815611" y="1584687"/>
                  </a:lnTo>
                  <a:cubicBezTo>
                    <a:pt x="2884250" y="1603079"/>
                    <a:pt x="2924985" y="1673632"/>
                    <a:pt x="2906593" y="1742272"/>
                  </a:cubicBezTo>
                  <a:lnTo>
                    <a:pt x="2736532" y="2376947"/>
                  </a:lnTo>
                  <a:cubicBezTo>
                    <a:pt x="2718140" y="2445587"/>
                    <a:pt x="2647586" y="2486321"/>
                    <a:pt x="2578947" y="2467929"/>
                  </a:cubicBezTo>
                  <a:close/>
                  <a:moveTo>
                    <a:pt x="610249" y="2287120"/>
                  </a:moveTo>
                  <a:lnTo>
                    <a:pt x="1020264" y="756923"/>
                  </a:lnTo>
                  <a:lnTo>
                    <a:pt x="2107356" y="1398691"/>
                  </a:lnTo>
                  <a:lnTo>
                    <a:pt x="1872582" y="2274879"/>
                  </a:lnTo>
                  <a:close/>
                  <a:moveTo>
                    <a:pt x="426016" y="2349577"/>
                  </a:moveTo>
                  <a:lnTo>
                    <a:pt x="243978" y="2300800"/>
                  </a:lnTo>
                  <a:cubicBezTo>
                    <a:pt x="205115" y="2290387"/>
                    <a:pt x="182051" y="2250439"/>
                    <a:pt x="192464" y="2211576"/>
                  </a:cubicBezTo>
                  <a:lnTo>
                    <a:pt x="620679" y="613455"/>
                  </a:lnTo>
                  <a:cubicBezTo>
                    <a:pt x="631093" y="574592"/>
                    <a:pt x="671040" y="551528"/>
                    <a:pt x="709903" y="561941"/>
                  </a:cubicBezTo>
                  <a:lnTo>
                    <a:pt x="891942" y="610718"/>
                  </a:lnTo>
                  <a:cubicBezTo>
                    <a:pt x="930805" y="621132"/>
                    <a:pt x="953869" y="661079"/>
                    <a:pt x="943455" y="699942"/>
                  </a:cubicBezTo>
                  <a:lnTo>
                    <a:pt x="515240" y="2298064"/>
                  </a:lnTo>
                  <a:cubicBezTo>
                    <a:pt x="504827" y="2336927"/>
                    <a:pt x="464879" y="2359990"/>
                    <a:pt x="426016" y="23495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38508" y="2961426"/>
            <a:ext cx="2762596" cy="2312282"/>
            <a:chOff x="2438508" y="2961426"/>
            <a:chExt cx="2762596" cy="2312282"/>
          </a:xfrm>
        </p:grpSpPr>
        <p:grpSp>
          <p:nvGrpSpPr>
            <p:cNvPr id="15" name="Group 14"/>
            <p:cNvGrpSpPr/>
            <p:nvPr/>
          </p:nvGrpSpPr>
          <p:grpSpPr>
            <a:xfrm>
              <a:off x="3077369" y="2961426"/>
              <a:ext cx="1512168" cy="1512169"/>
              <a:chOff x="2459015" y="2663252"/>
              <a:chExt cx="1512168" cy="1512169"/>
            </a:xfrm>
          </p:grpSpPr>
          <p:sp>
            <p:nvSpPr>
              <p:cNvPr id="16" name="Diamond 15"/>
              <p:cNvSpPr/>
              <p:nvPr/>
            </p:nvSpPr>
            <p:spPr>
              <a:xfrm>
                <a:off x="2567099" y="2771336"/>
                <a:ext cx="1296000" cy="1296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Diamond 16"/>
              <p:cNvSpPr/>
              <p:nvPr/>
            </p:nvSpPr>
            <p:spPr>
              <a:xfrm>
                <a:off x="2459015" y="2663252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438508" y="4812043"/>
              <a:ext cx="2762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Logs generation</a:t>
              </a:r>
              <a:endParaRPr lang="ko-KR" altLang="en-US" sz="24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6" name="Rounded Rectangle 27"/>
            <p:cNvSpPr/>
            <p:nvPr/>
          </p:nvSpPr>
          <p:spPr>
            <a:xfrm>
              <a:off x="3655688" y="3629027"/>
              <a:ext cx="346396" cy="266079"/>
            </a:xfrm>
            <a:custGeom>
              <a:avLst/>
              <a:gdLst/>
              <a:ahLst/>
              <a:cxnLst/>
              <a:rect l="l" t="t" r="r" b="b"/>
              <a:pathLst>
                <a:path w="3186824" h="2447912">
                  <a:moveTo>
                    <a:pt x="1917737" y="1021643"/>
                  </a:moveTo>
                  <a:cubicBezTo>
                    <a:pt x="2188548" y="1021643"/>
                    <a:pt x="2408083" y="1241178"/>
                    <a:pt x="2408083" y="1511989"/>
                  </a:cubicBezTo>
                  <a:cubicBezTo>
                    <a:pt x="2408083" y="1782800"/>
                    <a:pt x="2188548" y="2002335"/>
                    <a:pt x="1917737" y="2002335"/>
                  </a:cubicBezTo>
                  <a:cubicBezTo>
                    <a:pt x="1646926" y="2002335"/>
                    <a:pt x="1427391" y="1782800"/>
                    <a:pt x="1427391" y="1511989"/>
                  </a:cubicBezTo>
                  <a:cubicBezTo>
                    <a:pt x="1427391" y="1241178"/>
                    <a:pt x="1646926" y="1021643"/>
                    <a:pt x="1917737" y="1021643"/>
                  </a:cubicBezTo>
                  <a:close/>
                  <a:moveTo>
                    <a:pt x="1917737" y="827913"/>
                  </a:moveTo>
                  <a:cubicBezTo>
                    <a:pt x="1539932" y="827913"/>
                    <a:pt x="1233661" y="1134184"/>
                    <a:pt x="1233661" y="1511989"/>
                  </a:cubicBezTo>
                  <a:cubicBezTo>
                    <a:pt x="1233661" y="1889794"/>
                    <a:pt x="1539932" y="2196065"/>
                    <a:pt x="1917737" y="2196065"/>
                  </a:cubicBezTo>
                  <a:cubicBezTo>
                    <a:pt x="2295542" y="2196065"/>
                    <a:pt x="2601813" y="1889794"/>
                    <a:pt x="2601813" y="1511989"/>
                  </a:cubicBezTo>
                  <a:cubicBezTo>
                    <a:pt x="2601813" y="1134184"/>
                    <a:pt x="2295542" y="827913"/>
                    <a:pt x="1917737" y="827913"/>
                  </a:cubicBezTo>
                  <a:close/>
                  <a:moveTo>
                    <a:pt x="1112286" y="675885"/>
                  </a:moveTo>
                  <a:lnTo>
                    <a:pt x="1112286" y="830188"/>
                  </a:lnTo>
                  <a:lnTo>
                    <a:pt x="1328310" y="830188"/>
                  </a:lnTo>
                  <a:lnTo>
                    <a:pt x="1328310" y="675885"/>
                  </a:lnTo>
                  <a:close/>
                  <a:moveTo>
                    <a:pt x="2586084" y="626422"/>
                  </a:moveTo>
                  <a:lnTo>
                    <a:pt x="2586084" y="830188"/>
                  </a:lnTo>
                  <a:lnTo>
                    <a:pt x="3001340" y="830188"/>
                  </a:lnTo>
                  <a:lnTo>
                    <a:pt x="3001340" y="626422"/>
                  </a:lnTo>
                  <a:close/>
                  <a:moveTo>
                    <a:pt x="1593701" y="108218"/>
                  </a:moveTo>
                  <a:lnTo>
                    <a:pt x="1593701" y="432905"/>
                  </a:lnTo>
                  <a:lnTo>
                    <a:pt x="2241773" y="432905"/>
                  </a:lnTo>
                  <a:lnTo>
                    <a:pt x="2241773" y="108218"/>
                  </a:lnTo>
                  <a:close/>
                  <a:moveTo>
                    <a:pt x="1452512" y="0"/>
                  </a:moveTo>
                  <a:lnTo>
                    <a:pt x="2382963" y="0"/>
                  </a:lnTo>
                  <a:cubicBezTo>
                    <a:pt x="2433311" y="0"/>
                    <a:pt x="2474127" y="40816"/>
                    <a:pt x="2474127" y="91164"/>
                  </a:cubicBezTo>
                  <a:lnTo>
                    <a:pt x="2474127" y="432905"/>
                  </a:lnTo>
                  <a:lnTo>
                    <a:pt x="2933014" y="432905"/>
                  </a:lnTo>
                  <a:cubicBezTo>
                    <a:pt x="3073189" y="432905"/>
                    <a:pt x="3186824" y="546540"/>
                    <a:pt x="3186824" y="686715"/>
                  </a:cubicBezTo>
                  <a:lnTo>
                    <a:pt x="3186824" y="2194102"/>
                  </a:lnTo>
                  <a:cubicBezTo>
                    <a:pt x="3186824" y="2334277"/>
                    <a:pt x="3073189" y="2447912"/>
                    <a:pt x="2933014" y="2447912"/>
                  </a:cubicBezTo>
                  <a:lnTo>
                    <a:pt x="253810" y="2447912"/>
                  </a:lnTo>
                  <a:cubicBezTo>
                    <a:pt x="113635" y="2447912"/>
                    <a:pt x="0" y="2334277"/>
                    <a:pt x="0" y="2194102"/>
                  </a:cubicBezTo>
                  <a:lnTo>
                    <a:pt x="0" y="686715"/>
                  </a:lnTo>
                  <a:cubicBezTo>
                    <a:pt x="0" y="546540"/>
                    <a:pt x="113635" y="432905"/>
                    <a:pt x="253810" y="432905"/>
                  </a:cubicBezTo>
                  <a:lnTo>
                    <a:pt x="307082" y="432905"/>
                  </a:lnTo>
                  <a:lnTo>
                    <a:pt x="307082" y="313169"/>
                  </a:lnTo>
                  <a:cubicBezTo>
                    <a:pt x="307082" y="287995"/>
                    <a:pt x="327490" y="267587"/>
                    <a:pt x="352664" y="267587"/>
                  </a:cubicBezTo>
                  <a:lnTo>
                    <a:pt x="817888" y="267587"/>
                  </a:lnTo>
                  <a:cubicBezTo>
                    <a:pt x="843062" y="267587"/>
                    <a:pt x="863470" y="287995"/>
                    <a:pt x="863470" y="313169"/>
                  </a:cubicBezTo>
                  <a:lnTo>
                    <a:pt x="863470" y="432905"/>
                  </a:lnTo>
                  <a:lnTo>
                    <a:pt x="1361348" y="432905"/>
                  </a:lnTo>
                  <a:lnTo>
                    <a:pt x="1361348" y="91164"/>
                  </a:lnTo>
                  <a:cubicBezTo>
                    <a:pt x="1361348" y="40816"/>
                    <a:pt x="1402164" y="0"/>
                    <a:pt x="145251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392662" y="1944084"/>
            <a:ext cx="2762596" cy="2948935"/>
            <a:chOff x="4392662" y="1944084"/>
            <a:chExt cx="2762596" cy="2948935"/>
          </a:xfrm>
        </p:grpSpPr>
        <p:grpSp>
          <p:nvGrpSpPr>
            <p:cNvPr id="6" name="Group 5"/>
            <p:cNvGrpSpPr/>
            <p:nvPr/>
          </p:nvGrpSpPr>
          <p:grpSpPr>
            <a:xfrm>
              <a:off x="5017876" y="3380850"/>
              <a:ext cx="1512168" cy="1512169"/>
              <a:chOff x="3808240" y="3082676"/>
              <a:chExt cx="1512168" cy="1512169"/>
            </a:xfrm>
          </p:grpSpPr>
          <p:sp>
            <p:nvSpPr>
              <p:cNvPr id="7" name="Diamond 6"/>
              <p:cNvSpPr/>
              <p:nvPr/>
            </p:nvSpPr>
            <p:spPr>
              <a:xfrm>
                <a:off x="3916324" y="3190760"/>
                <a:ext cx="1296000" cy="1296000"/>
              </a:xfrm>
              <a:prstGeom prst="diamond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" name="Diamond 7"/>
              <p:cNvSpPr/>
              <p:nvPr/>
            </p:nvSpPr>
            <p:spPr>
              <a:xfrm>
                <a:off x="3808240" y="3082676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4392662" y="1944084"/>
              <a:ext cx="2762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Detection Engine parses logs</a:t>
              </a:r>
              <a:endParaRPr lang="ko-KR" altLang="en-US" sz="24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" name="Block Arc 10"/>
            <p:cNvSpPr/>
            <p:nvPr/>
          </p:nvSpPr>
          <p:spPr>
            <a:xfrm>
              <a:off x="5526379" y="3990415"/>
              <a:ext cx="431509" cy="292281"/>
            </a:xfrm>
            <a:custGeom>
              <a:avLst/>
              <a:gdLst/>
              <a:ahLst/>
              <a:cxnLst/>
              <a:rect l="l" t="t" r="r" b="b"/>
              <a:pathLst>
                <a:path w="3219104" h="2180445">
                  <a:moveTo>
                    <a:pt x="631935" y="660566"/>
                  </a:moveTo>
                  <a:cubicBezTo>
                    <a:pt x="582229" y="660566"/>
                    <a:pt x="541935" y="700860"/>
                    <a:pt x="541935" y="750566"/>
                  </a:cubicBezTo>
                  <a:cubicBezTo>
                    <a:pt x="541935" y="800272"/>
                    <a:pt x="582229" y="840566"/>
                    <a:pt x="631935" y="840566"/>
                  </a:cubicBezTo>
                  <a:cubicBezTo>
                    <a:pt x="681641" y="840566"/>
                    <a:pt x="721935" y="800272"/>
                    <a:pt x="721935" y="750566"/>
                  </a:cubicBezTo>
                  <a:cubicBezTo>
                    <a:pt x="721935" y="700860"/>
                    <a:pt x="681641" y="660566"/>
                    <a:pt x="631935" y="660566"/>
                  </a:cubicBezTo>
                  <a:close/>
                  <a:moveTo>
                    <a:pt x="2920524" y="132986"/>
                  </a:moveTo>
                  <a:cubicBezTo>
                    <a:pt x="2884582" y="132986"/>
                    <a:pt x="2855445" y="171564"/>
                    <a:pt x="2855445" y="219152"/>
                  </a:cubicBezTo>
                  <a:cubicBezTo>
                    <a:pt x="2855445" y="266740"/>
                    <a:pt x="2884582" y="305318"/>
                    <a:pt x="2920524" y="305318"/>
                  </a:cubicBezTo>
                  <a:cubicBezTo>
                    <a:pt x="2956466" y="305318"/>
                    <a:pt x="2985603" y="266740"/>
                    <a:pt x="2985603" y="219152"/>
                  </a:cubicBezTo>
                  <a:cubicBezTo>
                    <a:pt x="2985603" y="171564"/>
                    <a:pt x="2956466" y="132986"/>
                    <a:pt x="2920524" y="132986"/>
                  </a:cubicBezTo>
                  <a:close/>
                  <a:moveTo>
                    <a:pt x="1840097" y="123357"/>
                  </a:moveTo>
                  <a:cubicBezTo>
                    <a:pt x="1690593" y="125267"/>
                    <a:pt x="1541569" y="163386"/>
                    <a:pt x="1407089" y="237534"/>
                  </a:cubicBezTo>
                  <a:lnTo>
                    <a:pt x="1442443" y="299445"/>
                  </a:lnTo>
                  <a:cubicBezTo>
                    <a:pt x="1690026" y="162934"/>
                    <a:pt x="1991162" y="159087"/>
                    <a:pt x="2242273" y="289227"/>
                  </a:cubicBezTo>
                  <a:lnTo>
                    <a:pt x="2275978" y="226435"/>
                  </a:lnTo>
                  <a:cubicBezTo>
                    <a:pt x="2139582" y="155746"/>
                    <a:pt x="1989600" y="121447"/>
                    <a:pt x="1840097" y="123357"/>
                  </a:cubicBezTo>
                  <a:close/>
                  <a:moveTo>
                    <a:pt x="1808744" y="1233"/>
                  </a:moveTo>
                  <a:cubicBezTo>
                    <a:pt x="2156106" y="-14520"/>
                    <a:pt x="2554236" y="122009"/>
                    <a:pt x="2727916" y="332053"/>
                  </a:cubicBezTo>
                  <a:lnTo>
                    <a:pt x="2797407" y="426906"/>
                  </a:lnTo>
                  <a:cubicBezTo>
                    <a:pt x="2816730" y="407744"/>
                    <a:pt x="2822914" y="396798"/>
                    <a:pt x="2848347" y="374270"/>
                  </a:cubicBezTo>
                  <a:cubicBezTo>
                    <a:pt x="2789714" y="335227"/>
                    <a:pt x="2770554" y="301522"/>
                    <a:pt x="2770554" y="211287"/>
                  </a:cubicBezTo>
                  <a:cubicBezTo>
                    <a:pt x="2770554" y="109060"/>
                    <a:pt x="2826850" y="34523"/>
                    <a:pt x="2918697" y="33333"/>
                  </a:cubicBezTo>
                  <a:cubicBezTo>
                    <a:pt x="3010544" y="32143"/>
                    <a:pt x="3068737" y="122977"/>
                    <a:pt x="3064459" y="218431"/>
                  </a:cubicBezTo>
                  <a:cubicBezTo>
                    <a:pt x="3062319" y="266188"/>
                    <a:pt x="3063213" y="242475"/>
                    <a:pt x="3054577" y="285936"/>
                  </a:cubicBezTo>
                  <a:cubicBezTo>
                    <a:pt x="3088600" y="260795"/>
                    <a:pt x="3146396" y="297212"/>
                    <a:pt x="3198377" y="27802"/>
                  </a:cubicBezTo>
                  <a:cubicBezTo>
                    <a:pt x="3270974" y="270322"/>
                    <a:pt x="3142267" y="378871"/>
                    <a:pt x="2977023" y="405424"/>
                  </a:cubicBezTo>
                  <a:cubicBezTo>
                    <a:pt x="2937650" y="455263"/>
                    <a:pt x="2906651" y="507366"/>
                    <a:pt x="2854455" y="531728"/>
                  </a:cubicBezTo>
                  <a:cubicBezTo>
                    <a:pt x="2854593" y="531917"/>
                    <a:pt x="2854687" y="532126"/>
                    <a:pt x="2854781" y="532336"/>
                  </a:cubicBezTo>
                  <a:lnTo>
                    <a:pt x="2914835" y="719911"/>
                  </a:lnTo>
                  <a:cubicBezTo>
                    <a:pt x="2982387" y="1030651"/>
                    <a:pt x="2875068" y="1334999"/>
                    <a:pt x="2751965" y="1458417"/>
                  </a:cubicBezTo>
                  <a:cubicBezTo>
                    <a:pt x="2718119" y="1752479"/>
                    <a:pt x="2636178" y="1904762"/>
                    <a:pt x="2564924" y="2133185"/>
                  </a:cubicBezTo>
                  <a:cubicBezTo>
                    <a:pt x="2548001" y="2174319"/>
                    <a:pt x="2290597" y="2162941"/>
                    <a:pt x="2284362" y="2130560"/>
                  </a:cubicBezTo>
                  <a:cubicBezTo>
                    <a:pt x="2253189" y="1989654"/>
                    <a:pt x="2205984" y="1832997"/>
                    <a:pt x="2190842" y="1681589"/>
                  </a:cubicBezTo>
                  <a:cubicBezTo>
                    <a:pt x="1937891" y="1727975"/>
                    <a:pt x="1628829" y="1727099"/>
                    <a:pt x="1429318" y="1710471"/>
                  </a:cubicBezTo>
                  <a:cubicBezTo>
                    <a:pt x="1387456" y="1891634"/>
                    <a:pt x="1268107" y="2057044"/>
                    <a:pt x="1143413" y="2180445"/>
                  </a:cubicBezTo>
                  <a:lnTo>
                    <a:pt x="943012" y="2180445"/>
                  </a:lnTo>
                  <a:cubicBezTo>
                    <a:pt x="894916" y="2170818"/>
                    <a:pt x="902932" y="1825120"/>
                    <a:pt x="910948" y="1650083"/>
                  </a:cubicBezTo>
                  <a:cubicBezTo>
                    <a:pt x="600994" y="1508303"/>
                    <a:pt x="-80369" y="1319263"/>
                    <a:pt x="7807" y="838786"/>
                  </a:cubicBezTo>
                  <a:cubicBezTo>
                    <a:pt x="13151" y="796777"/>
                    <a:pt x="184160" y="802028"/>
                    <a:pt x="275009" y="799402"/>
                  </a:cubicBezTo>
                  <a:cubicBezTo>
                    <a:pt x="369419" y="659373"/>
                    <a:pt x="418407" y="582356"/>
                    <a:pt x="555570" y="465957"/>
                  </a:cubicBezTo>
                  <a:cubicBezTo>
                    <a:pt x="547554" y="374062"/>
                    <a:pt x="496786" y="206026"/>
                    <a:pt x="531522" y="190273"/>
                  </a:cubicBezTo>
                  <a:cubicBezTo>
                    <a:pt x="764877" y="64246"/>
                    <a:pt x="803177" y="250661"/>
                    <a:pt x="924308" y="355683"/>
                  </a:cubicBezTo>
                  <a:cubicBezTo>
                    <a:pt x="1130053" y="143013"/>
                    <a:pt x="1554903" y="11735"/>
                    <a:pt x="1808744" y="1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6123-4088-66D4-1915-CAC36EB95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7CE316-9BB0-41DD-F7A3-185EE6810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287" y="283648"/>
            <a:ext cx="11573197" cy="724247"/>
          </a:xfrm>
        </p:spPr>
        <p:txBody>
          <a:bodyPr/>
          <a:lstStyle/>
          <a:p>
            <a:r>
              <a:rPr lang="en-US" u="sng" dirty="0"/>
              <a:t>Detection Strategies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8C7B07-3CE7-C362-0CBD-554EC9DA853D}"/>
              </a:ext>
            </a:extLst>
          </p:cNvPr>
          <p:cNvGrpSpPr/>
          <p:nvPr/>
        </p:nvGrpSpPr>
        <p:grpSpPr>
          <a:xfrm>
            <a:off x="76200" y="1422655"/>
            <a:ext cx="6351138" cy="1434845"/>
            <a:chOff x="0" y="1355980"/>
            <a:chExt cx="6571835" cy="2302156"/>
          </a:xfrm>
        </p:grpSpPr>
        <p:sp>
          <p:nvSpPr>
            <p:cNvPr id="3" name="Up Arrow 4">
              <a:extLst>
                <a:ext uri="{FF2B5EF4-FFF2-40B4-BE49-F238E27FC236}">
                  <a16:creationId xmlns:a16="http://schemas.microsoft.com/office/drawing/2014/main" id="{CE1CAC1B-8FAD-18FC-A8F9-06D4BCB4A626}"/>
                </a:ext>
              </a:extLst>
            </p:cNvPr>
            <p:cNvSpPr/>
            <p:nvPr/>
          </p:nvSpPr>
          <p:spPr>
            <a:xfrm>
              <a:off x="0" y="1355980"/>
              <a:ext cx="995455" cy="2302156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26829C-AFD8-4C00-567B-AA3E49C246A9}"/>
                </a:ext>
              </a:extLst>
            </p:cNvPr>
            <p:cNvSpPr txBox="1"/>
            <p:nvPr/>
          </p:nvSpPr>
          <p:spPr>
            <a:xfrm>
              <a:off x="1108273" y="1999859"/>
              <a:ext cx="5463562" cy="839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Endpoint monitoring (EDR)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E3EF01E-1C05-58E2-6C9F-62FEA2FC07E6}"/>
              </a:ext>
            </a:extLst>
          </p:cNvPr>
          <p:cNvSpPr/>
          <p:nvPr/>
        </p:nvSpPr>
        <p:spPr>
          <a:xfrm>
            <a:off x="4261" y="2948870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ko-KR" sz="27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ko-KR" altLang="en-US" sz="27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50728B-B5E1-16BC-8692-210558D2C58E}"/>
              </a:ext>
            </a:extLst>
          </p:cNvPr>
          <p:cNvGrpSpPr/>
          <p:nvPr/>
        </p:nvGrpSpPr>
        <p:grpSpPr>
          <a:xfrm>
            <a:off x="76200" y="3316261"/>
            <a:ext cx="6019800" cy="1501829"/>
            <a:chOff x="1" y="3937248"/>
            <a:chExt cx="6090388" cy="231308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D4FD97-9CBB-B440-FEC5-1917CF694815}"/>
                </a:ext>
              </a:extLst>
            </p:cNvPr>
            <p:cNvSpPr txBox="1"/>
            <p:nvPr/>
          </p:nvSpPr>
          <p:spPr>
            <a:xfrm>
              <a:off x="1280669" y="4768248"/>
              <a:ext cx="4809720" cy="80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Behavioral analytics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Up Arrow 4">
              <a:extLst>
                <a:ext uri="{FF2B5EF4-FFF2-40B4-BE49-F238E27FC236}">
                  <a16:creationId xmlns:a16="http://schemas.microsoft.com/office/drawing/2014/main" id="{F7678052-AF89-1E45-557B-943313F47ACC}"/>
                </a:ext>
              </a:extLst>
            </p:cNvPr>
            <p:cNvSpPr/>
            <p:nvPr/>
          </p:nvSpPr>
          <p:spPr>
            <a:xfrm>
              <a:off x="1" y="3937248"/>
              <a:ext cx="973306" cy="2313089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0D1E533-47C9-07BB-7E83-66C0C54C8BC3}"/>
              </a:ext>
            </a:extLst>
          </p:cNvPr>
          <p:cNvSpPr/>
          <p:nvPr/>
        </p:nvSpPr>
        <p:spPr>
          <a:xfrm>
            <a:off x="0" y="4919252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ko-KR" sz="27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ko-KR" altLang="en-US" sz="27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1431EE-D1CD-F494-8E12-FCFAF76E9C2F}"/>
              </a:ext>
            </a:extLst>
          </p:cNvPr>
          <p:cNvGrpSpPr/>
          <p:nvPr/>
        </p:nvGrpSpPr>
        <p:grpSpPr>
          <a:xfrm>
            <a:off x="76200" y="5215452"/>
            <a:ext cx="6019799" cy="1501829"/>
            <a:chOff x="1" y="3937248"/>
            <a:chExt cx="6090387" cy="231308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C9A86DB-2D71-AED6-1C7A-294DFB5E8B87}"/>
                </a:ext>
              </a:extLst>
            </p:cNvPr>
            <p:cNvSpPr txBox="1"/>
            <p:nvPr/>
          </p:nvSpPr>
          <p:spPr>
            <a:xfrm>
              <a:off x="1280668" y="4723187"/>
              <a:ext cx="4809720" cy="80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Command-line auditing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Up Arrow 4">
              <a:extLst>
                <a:ext uri="{FF2B5EF4-FFF2-40B4-BE49-F238E27FC236}">
                  <a16:creationId xmlns:a16="http://schemas.microsoft.com/office/drawing/2014/main" id="{98A6445B-D8B2-931B-19BC-BD214B4BE913}"/>
                </a:ext>
              </a:extLst>
            </p:cNvPr>
            <p:cNvSpPr/>
            <p:nvPr/>
          </p:nvSpPr>
          <p:spPr>
            <a:xfrm>
              <a:off x="1" y="3937248"/>
              <a:ext cx="973306" cy="2313089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2CCC528-A09A-576F-E3FE-591BF820A3EA}"/>
              </a:ext>
            </a:extLst>
          </p:cNvPr>
          <p:cNvSpPr txBox="1"/>
          <p:nvPr/>
        </p:nvSpPr>
        <p:spPr>
          <a:xfrm>
            <a:off x="7115175" y="1004445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chemeClr val="accent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48A081-0307-7965-6C06-E5971A0A8FE3}"/>
              </a:ext>
            </a:extLst>
          </p:cNvPr>
          <p:cNvGrpSpPr/>
          <p:nvPr/>
        </p:nvGrpSpPr>
        <p:grpSpPr>
          <a:xfrm>
            <a:off x="6427338" y="1411604"/>
            <a:ext cx="5469387" cy="1434845"/>
            <a:chOff x="6427338" y="1411604"/>
            <a:chExt cx="5469387" cy="143484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DE9F05-F768-1782-0600-C2F6D55CD8C8}"/>
                </a:ext>
              </a:extLst>
            </p:cNvPr>
            <p:cNvSpPr txBox="1"/>
            <p:nvPr/>
          </p:nvSpPr>
          <p:spPr>
            <a:xfrm>
              <a:off x="8082936" y="1686337"/>
              <a:ext cx="381378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Network anomaly detection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" name="Up Arrow 4">
              <a:extLst>
                <a:ext uri="{FF2B5EF4-FFF2-40B4-BE49-F238E27FC236}">
                  <a16:creationId xmlns:a16="http://schemas.microsoft.com/office/drawing/2014/main" id="{A2A56B0B-2827-A8E8-38D4-EF16E76FE6D4}"/>
                </a:ext>
              </a:extLst>
            </p:cNvPr>
            <p:cNvSpPr/>
            <p:nvPr/>
          </p:nvSpPr>
          <p:spPr>
            <a:xfrm>
              <a:off x="6427338" y="1411604"/>
              <a:ext cx="962025" cy="1434845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6192EBC-0F43-EDF5-3DA8-57FAC9DBB43F}"/>
              </a:ext>
            </a:extLst>
          </p:cNvPr>
          <p:cNvGrpSpPr/>
          <p:nvPr/>
        </p:nvGrpSpPr>
        <p:grpSpPr>
          <a:xfrm>
            <a:off x="6477531" y="3278242"/>
            <a:ext cx="5162020" cy="1434845"/>
            <a:chOff x="6477531" y="3278242"/>
            <a:chExt cx="5162020" cy="143484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981AFDE-DEC6-140A-9CB7-D3A3B7B7BEA0}"/>
                </a:ext>
              </a:extLst>
            </p:cNvPr>
            <p:cNvSpPr txBox="1"/>
            <p:nvPr/>
          </p:nvSpPr>
          <p:spPr>
            <a:xfrm>
              <a:off x="7952399" y="3502844"/>
              <a:ext cx="368715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Correlation across sessions</a:t>
              </a:r>
            </a:p>
          </p:txBody>
        </p:sp>
        <p:sp>
          <p:nvSpPr>
            <p:cNvPr id="6" name="Up Arrow 4">
              <a:extLst>
                <a:ext uri="{FF2B5EF4-FFF2-40B4-BE49-F238E27FC236}">
                  <a16:creationId xmlns:a16="http://schemas.microsoft.com/office/drawing/2014/main" id="{37E1D2B9-7FF4-6459-5441-4B35C9D781C6}"/>
                </a:ext>
              </a:extLst>
            </p:cNvPr>
            <p:cNvSpPr/>
            <p:nvPr/>
          </p:nvSpPr>
          <p:spPr>
            <a:xfrm>
              <a:off x="6477531" y="3278242"/>
              <a:ext cx="962025" cy="1434845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44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1287" y="283648"/>
            <a:ext cx="11573197" cy="724247"/>
          </a:xfrm>
        </p:spPr>
        <p:txBody>
          <a:bodyPr/>
          <a:lstStyle/>
          <a:p>
            <a:r>
              <a:rPr lang="en-US" u="sng" dirty="0"/>
              <a:t>Mitigation Strategies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6200" y="1422655"/>
            <a:ext cx="6351138" cy="1434845"/>
            <a:chOff x="0" y="1355980"/>
            <a:chExt cx="6571835" cy="2302156"/>
          </a:xfrm>
        </p:grpSpPr>
        <p:sp>
          <p:nvSpPr>
            <p:cNvPr id="3" name="Up Arrow 4"/>
            <p:cNvSpPr/>
            <p:nvPr/>
          </p:nvSpPr>
          <p:spPr>
            <a:xfrm>
              <a:off x="0" y="1355980"/>
              <a:ext cx="995455" cy="2302156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08273" y="1999859"/>
              <a:ext cx="5463562" cy="839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Patch vulnerable services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4261" y="2948870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ko-KR" sz="27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ko-KR" altLang="en-US" sz="27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76200" y="3316261"/>
            <a:ext cx="6019800" cy="1501829"/>
            <a:chOff x="1" y="3937248"/>
            <a:chExt cx="6090388" cy="2313089"/>
          </a:xfrm>
        </p:grpSpPr>
        <p:sp>
          <p:nvSpPr>
            <p:cNvPr id="10" name="TextBox 9"/>
            <p:cNvSpPr txBox="1"/>
            <p:nvPr/>
          </p:nvSpPr>
          <p:spPr>
            <a:xfrm>
              <a:off x="1280669" y="4768248"/>
              <a:ext cx="4809720" cy="80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Principle of least privilege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Up Arrow 4"/>
            <p:cNvSpPr/>
            <p:nvPr/>
          </p:nvSpPr>
          <p:spPr>
            <a:xfrm>
              <a:off x="1" y="3937248"/>
              <a:ext cx="973306" cy="2313089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4919252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ko-KR" sz="27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ko-KR" altLang="en-US" sz="27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76200" y="5215452"/>
            <a:ext cx="6019799" cy="1501829"/>
            <a:chOff x="1" y="3937248"/>
            <a:chExt cx="6090387" cy="2313089"/>
          </a:xfrm>
        </p:grpSpPr>
        <p:sp>
          <p:nvSpPr>
            <p:cNvPr id="18" name="TextBox 17"/>
            <p:cNvSpPr txBox="1"/>
            <p:nvPr/>
          </p:nvSpPr>
          <p:spPr>
            <a:xfrm>
              <a:off x="1280668" y="4723187"/>
              <a:ext cx="4809720" cy="805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Network segmentation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Up Arrow 4"/>
            <p:cNvSpPr/>
            <p:nvPr/>
          </p:nvSpPr>
          <p:spPr>
            <a:xfrm>
              <a:off x="1" y="3937248"/>
              <a:ext cx="973306" cy="2313089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41F295-7255-9CAE-8847-D02B249AEA67}"/>
              </a:ext>
            </a:extLst>
          </p:cNvPr>
          <p:cNvGrpSpPr/>
          <p:nvPr/>
        </p:nvGrpSpPr>
        <p:grpSpPr>
          <a:xfrm>
            <a:off x="6465097" y="3433826"/>
            <a:ext cx="5469387" cy="1434845"/>
            <a:chOff x="6427338" y="1411604"/>
            <a:chExt cx="5469387" cy="1434845"/>
          </a:xfrm>
        </p:grpSpPr>
        <p:sp>
          <p:nvSpPr>
            <p:cNvPr id="24" name="TextBox 23"/>
            <p:cNvSpPr txBox="1"/>
            <p:nvPr/>
          </p:nvSpPr>
          <p:spPr>
            <a:xfrm>
              <a:off x="8082936" y="1686337"/>
              <a:ext cx="38137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Security Awareness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" name="Up Arrow 4">
              <a:extLst>
                <a:ext uri="{FF2B5EF4-FFF2-40B4-BE49-F238E27FC236}">
                  <a16:creationId xmlns:a16="http://schemas.microsoft.com/office/drawing/2014/main" id="{54123674-5CDC-A2B0-B3F4-E3854AD90C78}"/>
                </a:ext>
              </a:extLst>
            </p:cNvPr>
            <p:cNvSpPr/>
            <p:nvPr/>
          </p:nvSpPr>
          <p:spPr>
            <a:xfrm>
              <a:off x="6427338" y="1411604"/>
              <a:ext cx="962025" cy="1434845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/>
              <a:t>Achievement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53134" y="1630587"/>
            <a:ext cx="5145206" cy="4251597"/>
            <a:chOff x="2154980" y="1739196"/>
            <a:chExt cx="4343991" cy="4355043"/>
          </a:xfrm>
        </p:grpSpPr>
        <p:sp>
          <p:nvSpPr>
            <p:cNvPr id="4" name="Left Arrow 2"/>
            <p:cNvSpPr/>
            <p:nvPr/>
          </p:nvSpPr>
          <p:spPr>
            <a:xfrm rot="13500000">
              <a:off x="4179319" y="2144315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Left Arrow 2"/>
            <p:cNvSpPr/>
            <p:nvPr/>
          </p:nvSpPr>
          <p:spPr>
            <a:xfrm rot="18900000">
              <a:off x="3948389" y="4128212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" name="Left Arrow 2"/>
            <p:cNvSpPr/>
            <p:nvPr/>
          </p:nvSpPr>
          <p:spPr>
            <a:xfrm rot="2700000">
              <a:off x="1933461" y="3948776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7" name="Left Arrow 2"/>
            <p:cNvSpPr/>
            <p:nvPr/>
          </p:nvSpPr>
          <p:spPr>
            <a:xfrm rot="8100000">
              <a:off x="2154980" y="1987482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130275" y="1630587"/>
            <a:ext cx="3192722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C2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0275" y="4793061"/>
            <a:ext cx="319272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Logging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293" y="1821659"/>
            <a:ext cx="3496933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C2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003" y="5205771"/>
            <a:ext cx="3496933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RCE execution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01266" y="3190929"/>
            <a:ext cx="2782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Detection dashboard</a:t>
            </a:r>
            <a:endParaRPr lang="en-US" sz="60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build="allAtOnce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7258F-5682-B2EA-EBC8-CE8B6078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2A30A0-8688-4507-9DA6-7A943863E266}"/>
              </a:ext>
            </a:extLst>
          </p:cNvPr>
          <p:cNvSpPr/>
          <p:nvPr/>
        </p:nvSpPr>
        <p:spPr>
          <a:xfrm>
            <a:off x="0" y="4895850"/>
            <a:ext cx="12192000" cy="196215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D1F09-27E1-1593-CC41-48D6BC64845E}"/>
              </a:ext>
            </a:extLst>
          </p:cNvPr>
          <p:cNvSpPr txBox="1"/>
          <p:nvPr/>
        </p:nvSpPr>
        <p:spPr>
          <a:xfrm flipH="1">
            <a:off x="-352425" y="5115222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5400" spc="3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99586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136476" y="4324350"/>
            <a:ext cx="9436149" cy="2533649"/>
          </a:xfrm>
          <a:prstGeom prst="roundRect">
            <a:avLst>
              <a:gd name="adj" fmla="val 0"/>
            </a:avLst>
          </a:prstGeom>
          <a:solidFill>
            <a:srgbClr val="0071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ko-KR" altLang="en-US" sz="115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 rot="19876956">
            <a:off x="9102653" y="1657251"/>
            <a:ext cx="2782625" cy="3032832"/>
            <a:chOff x="395536" y="1793041"/>
            <a:chExt cx="3170093" cy="3929395"/>
          </a:xfrm>
          <a:solidFill>
            <a:schemeClr val="accent1"/>
          </a:solidFill>
        </p:grpSpPr>
        <p:sp>
          <p:nvSpPr>
            <p:cNvPr id="4" name="Freeform 20"/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-1" fmla="*/ 2332439 w 2860627"/>
                <a:gd name="connsiteY0-2" fmla="*/ 176751 h 3401941"/>
                <a:gd name="connsiteX1-3" fmla="*/ 1525852 w 2860627"/>
                <a:gd name="connsiteY1-4" fmla="*/ 0 h 3401941"/>
                <a:gd name="connsiteX2-5" fmla="*/ 364700 w 2860627"/>
                <a:gd name="connsiteY2-6" fmla="*/ 1347244 h 3401941"/>
                <a:gd name="connsiteX3-7" fmla="*/ 160 w 2860627"/>
                <a:gd name="connsiteY3-8" fmla="*/ 1822270 h 3401941"/>
                <a:gd name="connsiteX4-9" fmla="*/ 286853 w 2860627"/>
                <a:gd name="connsiteY4-10" fmla="*/ 1997637 h 3401941"/>
                <a:gd name="connsiteX5-11" fmla="*/ 207417 w 2860627"/>
                <a:gd name="connsiteY5-12" fmla="*/ 2178545 h 3401941"/>
                <a:gd name="connsiteX6-13" fmla="*/ 287242 w 2860627"/>
                <a:gd name="connsiteY6-14" fmla="*/ 2235165 h 3401941"/>
                <a:gd name="connsiteX7-15" fmla="*/ 256972 w 2860627"/>
                <a:gd name="connsiteY7-16" fmla="*/ 2329929 h 3401941"/>
                <a:gd name="connsiteX8-17" fmla="*/ 368654 w 2860627"/>
                <a:gd name="connsiteY8-18" fmla="*/ 2443557 h 3401941"/>
                <a:gd name="connsiteX9-19" fmla="*/ 465657 w 2860627"/>
                <a:gd name="connsiteY9-20" fmla="*/ 2861120 h 3401941"/>
                <a:gd name="connsiteX10-21" fmla="*/ 1108723 w 2860627"/>
                <a:gd name="connsiteY10-22" fmla="*/ 2788070 h 3401941"/>
                <a:gd name="connsiteX11-23" fmla="*/ 1313164 w 2860627"/>
                <a:gd name="connsiteY11-24" fmla="*/ 3367290 h 3401941"/>
                <a:gd name="connsiteX12-25" fmla="*/ 1936108 w 2860627"/>
                <a:gd name="connsiteY12-26" fmla="*/ 3388332 h 3401941"/>
                <a:gd name="connsiteX13-27" fmla="*/ 1882503 w 2860627"/>
                <a:gd name="connsiteY13-28" fmla="*/ 2041134 h 3401941"/>
                <a:gd name="connsiteX14-29" fmla="*/ 1315566 w 2860627"/>
                <a:gd name="connsiteY14-30" fmla="*/ 1536686 h 3401941"/>
                <a:gd name="connsiteX15-31" fmla="*/ 1294771 w 2860627"/>
                <a:gd name="connsiteY15-32" fmla="*/ 1518184 h 3401941"/>
                <a:gd name="connsiteX16-33" fmla="*/ 1253957 w 2860627"/>
                <a:gd name="connsiteY16-34" fmla="*/ 1481868 h 3401941"/>
                <a:gd name="connsiteX17-35" fmla="*/ 1259713 w 2860627"/>
                <a:gd name="connsiteY17-36" fmla="*/ 1481532 h 3401941"/>
                <a:gd name="connsiteX18-37" fmla="*/ 1156260 w 2860627"/>
                <a:gd name="connsiteY18-38" fmla="*/ 754036 h 3401941"/>
                <a:gd name="connsiteX19-39" fmla="*/ 2022208 w 2860627"/>
                <a:gd name="connsiteY19-40" fmla="*/ 550314 h 3401941"/>
                <a:gd name="connsiteX20-41" fmla="*/ 2336014 w 2860627"/>
                <a:gd name="connsiteY20-42" fmla="*/ 965094 h 3401941"/>
                <a:gd name="connsiteX21-43" fmla="*/ 2860627 w 2860627"/>
                <a:gd name="connsiteY21-44" fmla="*/ 944219 h 3401941"/>
                <a:gd name="connsiteX22-45" fmla="*/ 2332439 w 2860627"/>
                <a:gd name="connsiteY22-46" fmla="*/ 176751 h 3401941"/>
                <a:gd name="connsiteX0-47" fmla="*/ 2332439 w 2860627"/>
                <a:gd name="connsiteY0-48" fmla="*/ 186000 h 3411190"/>
                <a:gd name="connsiteX1-49" fmla="*/ 1525852 w 2860627"/>
                <a:gd name="connsiteY1-50" fmla="*/ 9249 h 3411190"/>
                <a:gd name="connsiteX2-51" fmla="*/ 364700 w 2860627"/>
                <a:gd name="connsiteY2-52" fmla="*/ 1356493 h 3411190"/>
                <a:gd name="connsiteX3-53" fmla="*/ 160 w 2860627"/>
                <a:gd name="connsiteY3-54" fmla="*/ 1831519 h 3411190"/>
                <a:gd name="connsiteX4-55" fmla="*/ 286853 w 2860627"/>
                <a:gd name="connsiteY4-56" fmla="*/ 2006886 h 3411190"/>
                <a:gd name="connsiteX5-57" fmla="*/ 207417 w 2860627"/>
                <a:gd name="connsiteY5-58" fmla="*/ 2187794 h 3411190"/>
                <a:gd name="connsiteX6-59" fmla="*/ 287242 w 2860627"/>
                <a:gd name="connsiteY6-60" fmla="*/ 2244414 h 3411190"/>
                <a:gd name="connsiteX7-61" fmla="*/ 256972 w 2860627"/>
                <a:gd name="connsiteY7-62" fmla="*/ 2339178 h 3411190"/>
                <a:gd name="connsiteX8-63" fmla="*/ 368654 w 2860627"/>
                <a:gd name="connsiteY8-64" fmla="*/ 2452806 h 3411190"/>
                <a:gd name="connsiteX9-65" fmla="*/ 465657 w 2860627"/>
                <a:gd name="connsiteY9-66" fmla="*/ 2870369 h 3411190"/>
                <a:gd name="connsiteX10-67" fmla="*/ 1108723 w 2860627"/>
                <a:gd name="connsiteY10-68" fmla="*/ 2797319 h 3411190"/>
                <a:gd name="connsiteX11-69" fmla="*/ 1313164 w 2860627"/>
                <a:gd name="connsiteY11-70" fmla="*/ 3376539 h 3411190"/>
                <a:gd name="connsiteX12-71" fmla="*/ 1936108 w 2860627"/>
                <a:gd name="connsiteY12-72" fmla="*/ 3397581 h 3411190"/>
                <a:gd name="connsiteX13-73" fmla="*/ 1882503 w 2860627"/>
                <a:gd name="connsiteY13-74" fmla="*/ 2050383 h 3411190"/>
                <a:gd name="connsiteX14-75" fmla="*/ 1315566 w 2860627"/>
                <a:gd name="connsiteY14-76" fmla="*/ 1545935 h 3411190"/>
                <a:gd name="connsiteX15-77" fmla="*/ 1294771 w 2860627"/>
                <a:gd name="connsiteY15-78" fmla="*/ 1527433 h 3411190"/>
                <a:gd name="connsiteX16-79" fmla="*/ 1253957 w 2860627"/>
                <a:gd name="connsiteY16-80" fmla="*/ 1491117 h 3411190"/>
                <a:gd name="connsiteX17-81" fmla="*/ 1259713 w 2860627"/>
                <a:gd name="connsiteY17-82" fmla="*/ 1490781 h 3411190"/>
                <a:gd name="connsiteX18-83" fmla="*/ 1156260 w 2860627"/>
                <a:gd name="connsiteY18-84" fmla="*/ 763285 h 3411190"/>
                <a:gd name="connsiteX19-85" fmla="*/ 2022208 w 2860627"/>
                <a:gd name="connsiteY19-86" fmla="*/ 559563 h 3411190"/>
                <a:gd name="connsiteX20-87" fmla="*/ 2336014 w 2860627"/>
                <a:gd name="connsiteY20-88" fmla="*/ 974343 h 3411190"/>
                <a:gd name="connsiteX21-89" fmla="*/ 2860627 w 2860627"/>
                <a:gd name="connsiteY21-90" fmla="*/ 953468 h 3411190"/>
                <a:gd name="connsiteX22-91" fmla="*/ 2332439 w 2860627"/>
                <a:gd name="connsiteY22-92" fmla="*/ 186000 h 3411190"/>
                <a:gd name="connsiteX0-93" fmla="*/ 2332439 w 2860627"/>
                <a:gd name="connsiteY0-94" fmla="*/ 186000 h 3411190"/>
                <a:gd name="connsiteX1-95" fmla="*/ 1525852 w 2860627"/>
                <a:gd name="connsiteY1-96" fmla="*/ 9249 h 3411190"/>
                <a:gd name="connsiteX2-97" fmla="*/ 364700 w 2860627"/>
                <a:gd name="connsiteY2-98" fmla="*/ 1356493 h 3411190"/>
                <a:gd name="connsiteX3-99" fmla="*/ 160 w 2860627"/>
                <a:gd name="connsiteY3-100" fmla="*/ 1831519 h 3411190"/>
                <a:gd name="connsiteX4-101" fmla="*/ 286853 w 2860627"/>
                <a:gd name="connsiteY4-102" fmla="*/ 2006886 h 3411190"/>
                <a:gd name="connsiteX5-103" fmla="*/ 207417 w 2860627"/>
                <a:gd name="connsiteY5-104" fmla="*/ 2187794 h 3411190"/>
                <a:gd name="connsiteX6-105" fmla="*/ 287242 w 2860627"/>
                <a:gd name="connsiteY6-106" fmla="*/ 2244414 h 3411190"/>
                <a:gd name="connsiteX7-107" fmla="*/ 256972 w 2860627"/>
                <a:gd name="connsiteY7-108" fmla="*/ 2339178 h 3411190"/>
                <a:gd name="connsiteX8-109" fmla="*/ 368654 w 2860627"/>
                <a:gd name="connsiteY8-110" fmla="*/ 2452806 h 3411190"/>
                <a:gd name="connsiteX9-111" fmla="*/ 465657 w 2860627"/>
                <a:gd name="connsiteY9-112" fmla="*/ 2870369 h 3411190"/>
                <a:gd name="connsiteX10-113" fmla="*/ 1108723 w 2860627"/>
                <a:gd name="connsiteY10-114" fmla="*/ 2797319 h 3411190"/>
                <a:gd name="connsiteX11-115" fmla="*/ 1313164 w 2860627"/>
                <a:gd name="connsiteY11-116" fmla="*/ 3376539 h 3411190"/>
                <a:gd name="connsiteX12-117" fmla="*/ 1936108 w 2860627"/>
                <a:gd name="connsiteY12-118" fmla="*/ 3397581 h 3411190"/>
                <a:gd name="connsiteX13-119" fmla="*/ 1882503 w 2860627"/>
                <a:gd name="connsiteY13-120" fmla="*/ 2050383 h 3411190"/>
                <a:gd name="connsiteX14-121" fmla="*/ 1315566 w 2860627"/>
                <a:gd name="connsiteY14-122" fmla="*/ 1545935 h 3411190"/>
                <a:gd name="connsiteX15-123" fmla="*/ 1253957 w 2860627"/>
                <a:gd name="connsiteY15-124" fmla="*/ 1491117 h 3411190"/>
                <a:gd name="connsiteX16-125" fmla="*/ 1259713 w 2860627"/>
                <a:gd name="connsiteY16-126" fmla="*/ 1490781 h 3411190"/>
                <a:gd name="connsiteX17-127" fmla="*/ 1156260 w 2860627"/>
                <a:gd name="connsiteY17-128" fmla="*/ 763285 h 3411190"/>
                <a:gd name="connsiteX18-129" fmla="*/ 2022208 w 2860627"/>
                <a:gd name="connsiteY18-130" fmla="*/ 559563 h 3411190"/>
                <a:gd name="connsiteX19-131" fmla="*/ 2336014 w 2860627"/>
                <a:gd name="connsiteY19-132" fmla="*/ 974343 h 3411190"/>
                <a:gd name="connsiteX20-133" fmla="*/ 2860627 w 2860627"/>
                <a:gd name="connsiteY20-134" fmla="*/ 953468 h 3411190"/>
                <a:gd name="connsiteX21-135" fmla="*/ 2332439 w 2860627"/>
                <a:gd name="connsiteY21-136" fmla="*/ 186000 h 3411190"/>
                <a:gd name="connsiteX0-137" fmla="*/ 2332439 w 2860627"/>
                <a:gd name="connsiteY0-138" fmla="*/ 186000 h 3411190"/>
                <a:gd name="connsiteX1-139" fmla="*/ 1525852 w 2860627"/>
                <a:gd name="connsiteY1-140" fmla="*/ 9249 h 3411190"/>
                <a:gd name="connsiteX2-141" fmla="*/ 364700 w 2860627"/>
                <a:gd name="connsiteY2-142" fmla="*/ 1356493 h 3411190"/>
                <a:gd name="connsiteX3-143" fmla="*/ 160 w 2860627"/>
                <a:gd name="connsiteY3-144" fmla="*/ 1831519 h 3411190"/>
                <a:gd name="connsiteX4-145" fmla="*/ 286853 w 2860627"/>
                <a:gd name="connsiteY4-146" fmla="*/ 2006886 h 3411190"/>
                <a:gd name="connsiteX5-147" fmla="*/ 207417 w 2860627"/>
                <a:gd name="connsiteY5-148" fmla="*/ 2187794 h 3411190"/>
                <a:gd name="connsiteX6-149" fmla="*/ 287242 w 2860627"/>
                <a:gd name="connsiteY6-150" fmla="*/ 2244414 h 3411190"/>
                <a:gd name="connsiteX7-151" fmla="*/ 256972 w 2860627"/>
                <a:gd name="connsiteY7-152" fmla="*/ 2339178 h 3411190"/>
                <a:gd name="connsiteX8-153" fmla="*/ 368654 w 2860627"/>
                <a:gd name="connsiteY8-154" fmla="*/ 2452806 h 3411190"/>
                <a:gd name="connsiteX9-155" fmla="*/ 465657 w 2860627"/>
                <a:gd name="connsiteY9-156" fmla="*/ 2870369 h 3411190"/>
                <a:gd name="connsiteX10-157" fmla="*/ 1108723 w 2860627"/>
                <a:gd name="connsiteY10-158" fmla="*/ 2797319 h 3411190"/>
                <a:gd name="connsiteX11-159" fmla="*/ 1313164 w 2860627"/>
                <a:gd name="connsiteY11-160" fmla="*/ 3376539 h 3411190"/>
                <a:gd name="connsiteX12-161" fmla="*/ 1936108 w 2860627"/>
                <a:gd name="connsiteY12-162" fmla="*/ 3397581 h 3411190"/>
                <a:gd name="connsiteX13-163" fmla="*/ 1882503 w 2860627"/>
                <a:gd name="connsiteY13-164" fmla="*/ 2050383 h 3411190"/>
                <a:gd name="connsiteX14-165" fmla="*/ 1253957 w 2860627"/>
                <a:gd name="connsiteY14-166" fmla="*/ 1491117 h 3411190"/>
                <a:gd name="connsiteX15-167" fmla="*/ 1259713 w 2860627"/>
                <a:gd name="connsiteY15-168" fmla="*/ 1490781 h 3411190"/>
                <a:gd name="connsiteX16-169" fmla="*/ 1156260 w 2860627"/>
                <a:gd name="connsiteY16-170" fmla="*/ 763285 h 3411190"/>
                <a:gd name="connsiteX17-171" fmla="*/ 2022208 w 2860627"/>
                <a:gd name="connsiteY17-172" fmla="*/ 559563 h 3411190"/>
                <a:gd name="connsiteX18-173" fmla="*/ 2336014 w 2860627"/>
                <a:gd name="connsiteY18-174" fmla="*/ 974343 h 3411190"/>
                <a:gd name="connsiteX19-175" fmla="*/ 2860627 w 2860627"/>
                <a:gd name="connsiteY19-176" fmla="*/ 953468 h 3411190"/>
                <a:gd name="connsiteX20-177" fmla="*/ 2332439 w 2860627"/>
                <a:gd name="connsiteY20-178" fmla="*/ 186000 h 3411190"/>
                <a:gd name="connsiteX0-179" fmla="*/ 2332439 w 2860627"/>
                <a:gd name="connsiteY0-180" fmla="*/ 186000 h 3411190"/>
                <a:gd name="connsiteX1-181" fmla="*/ 1525852 w 2860627"/>
                <a:gd name="connsiteY1-182" fmla="*/ 9249 h 3411190"/>
                <a:gd name="connsiteX2-183" fmla="*/ 364700 w 2860627"/>
                <a:gd name="connsiteY2-184" fmla="*/ 1356493 h 3411190"/>
                <a:gd name="connsiteX3-185" fmla="*/ 160 w 2860627"/>
                <a:gd name="connsiteY3-186" fmla="*/ 1831519 h 3411190"/>
                <a:gd name="connsiteX4-187" fmla="*/ 286853 w 2860627"/>
                <a:gd name="connsiteY4-188" fmla="*/ 2006886 h 3411190"/>
                <a:gd name="connsiteX5-189" fmla="*/ 207417 w 2860627"/>
                <a:gd name="connsiteY5-190" fmla="*/ 2187794 h 3411190"/>
                <a:gd name="connsiteX6-191" fmla="*/ 287242 w 2860627"/>
                <a:gd name="connsiteY6-192" fmla="*/ 2244414 h 3411190"/>
                <a:gd name="connsiteX7-193" fmla="*/ 256972 w 2860627"/>
                <a:gd name="connsiteY7-194" fmla="*/ 2339178 h 3411190"/>
                <a:gd name="connsiteX8-195" fmla="*/ 368654 w 2860627"/>
                <a:gd name="connsiteY8-196" fmla="*/ 2452806 h 3411190"/>
                <a:gd name="connsiteX9-197" fmla="*/ 465657 w 2860627"/>
                <a:gd name="connsiteY9-198" fmla="*/ 2870369 h 3411190"/>
                <a:gd name="connsiteX10-199" fmla="*/ 1108723 w 2860627"/>
                <a:gd name="connsiteY10-200" fmla="*/ 2797319 h 3411190"/>
                <a:gd name="connsiteX11-201" fmla="*/ 1313164 w 2860627"/>
                <a:gd name="connsiteY11-202" fmla="*/ 3376539 h 3411190"/>
                <a:gd name="connsiteX12-203" fmla="*/ 1936108 w 2860627"/>
                <a:gd name="connsiteY12-204" fmla="*/ 3397581 h 3411190"/>
                <a:gd name="connsiteX13-205" fmla="*/ 1862177 w 2860627"/>
                <a:gd name="connsiteY13-206" fmla="*/ 2104638 h 3411190"/>
                <a:gd name="connsiteX14-207" fmla="*/ 1253957 w 2860627"/>
                <a:gd name="connsiteY14-208" fmla="*/ 1491117 h 3411190"/>
                <a:gd name="connsiteX15-209" fmla="*/ 1259713 w 2860627"/>
                <a:gd name="connsiteY15-210" fmla="*/ 1490781 h 3411190"/>
                <a:gd name="connsiteX16-211" fmla="*/ 1156260 w 2860627"/>
                <a:gd name="connsiteY16-212" fmla="*/ 763285 h 3411190"/>
                <a:gd name="connsiteX17-213" fmla="*/ 2022208 w 2860627"/>
                <a:gd name="connsiteY17-214" fmla="*/ 559563 h 3411190"/>
                <a:gd name="connsiteX18-215" fmla="*/ 2336014 w 2860627"/>
                <a:gd name="connsiteY18-216" fmla="*/ 974343 h 3411190"/>
                <a:gd name="connsiteX19-217" fmla="*/ 2860627 w 2860627"/>
                <a:gd name="connsiteY19-218" fmla="*/ 953468 h 3411190"/>
                <a:gd name="connsiteX20-219" fmla="*/ 2332439 w 2860627"/>
                <a:gd name="connsiteY20-220" fmla="*/ 186000 h 3411190"/>
                <a:gd name="connsiteX0-221" fmla="*/ 2332439 w 2860627"/>
                <a:gd name="connsiteY0-222" fmla="*/ 186000 h 3411190"/>
                <a:gd name="connsiteX1-223" fmla="*/ 1525852 w 2860627"/>
                <a:gd name="connsiteY1-224" fmla="*/ 9249 h 3411190"/>
                <a:gd name="connsiteX2-225" fmla="*/ 364700 w 2860627"/>
                <a:gd name="connsiteY2-226" fmla="*/ 1356493 h 3411190"/>
                <a:gd name="connsiteX3-227" fmla="*/ 160 w 2860627"/>
                <a:gd name="connsiteY3-228" fmla="*/ 1831519 h 3411190"/>
                <a:gd name="connsiteX4-229" fmla="*/ 286853 w 2860627"/>
                <a:gd name="connsiteY4-230" fmla="*/ 2006886 h 3411190"/>
                <a:gd name="connsiteX5-231" fmla="*/ 207417 w 2860627"/>
                <a:gd name="connsiteY5-232" fmla="*/ 2187794 h 3411190"/>
                <a:gd name="connsiteX6-233" fmla="*/ 287242 w 2860627"/>
                <a:gd name="connsiteY6-234" fmla="*/ 2244414 h 3411190"/>
                <a:gd name="connsiteX7-235" fmla="*/ 256972 w 2860627"/>
                <a:gd name="connsiteY7-236" fmla="*/ 2339178 h 3411190"/>
                <a:gd name="connsiteX8-237" fmla="*/ 368654 w 2860627"/>
                <a:gd name="connsiteY8-238" fmla="*/ 2452806 h 3411190"/>
                <a:gd name="connsiteX9-239" fmla="*/ 465657 w 2860627"/>
                <a:gd name="connsiteY9-240" fmla="*/ 2870369 h 3411190"/>
                <a:gd name="connsiteX10-241" fmla="*/ 1108723 w 2860627"/>
                <a:gd name="connsiteY10-242" fmla="*/ 2797319 h 3411190"/>
                <a:gd name="connsiteX11-243" fmla="*/ 1313164 w 2860627"/>
                <a:gd name="connsiteY11-244" fmla="*/ 3376539 h 3411190"/>
                <a:gd name="connsiteX12-245" fmla="*/ 1936108 w 2860627"/>
                <a:gd name="connsiteY12-246" fmla="*/ 3397581 h 3411190"/>
                <a:gd name="connsiteX13-247" fmla="*/ 1862177 w 2860627"/>
                <a:gd name="connsiteY13-248" fmla="*/ 2104638 h 3411190"/>
                <a:gd name="connsiteX14-249" fmla="*/ 1253957 w 2860627"/>
                <a:gd name="connsiteY14-250" fmla="*/ 1491117 h 3411190"/>
                <a:gd name="connsiteX15-251" fmla="*/ 1259713 w 2860627"/>
                <a:gd name="connsiteY15-252" fmla="*/ 1490781 h 3411190"/>
                <a:gd name="connsiteX16-253" fmla="*/ 1156260 w 2860627"/>
                <a:gd name="connsiteY16-254" fmla="*/ 763285 h 3411190"/>
                <a:gd name="connsiteX17-255" fmla="*/ 2022208 w 2860627"/>
                <a:gd name="connsiteY17-256" fmla="*/ 559563 h 3411190"/>
                <a:gd name="connsiteX18-257" fmla="*/ 2336014 w 2860627"/>
                <a:gd name="connsiteY18-258" fmla="*/ 974343 h 3411190"/>
                <a:gd name="connsiteX19-259" fmla="*/ 2860627 w 2860627"/>
                <a:gd name="connsiteY19-260" fmla="*/ 953468 h 3411190"/>
                <a:gd name="connsiteX20-261" fmla="*/ 2332439 w 2860627"/>
                <a:gd name="connsiteY20-262" fmla="*/ 186000 h 3411190"/>
                <a:gd name="connsiteX0-263" fmla="*/ 2332439 w 2860627"/>
                <a:gd name="connsiteY0-264" fmla="*/ 186000 h 3411190"/>
                <a:gd name="connsiteX1-265" fmla="*/ 1525852 w 2860627"/>
                <a:gd name="connsiteY1-266" fmla="*/ 9249 h 3411190"/>
                <a:gd name="connsiteX2-267" fmla="*/ 364700 w 2860627"/>
                <a:gd name="connsiteY2-268" fmla="*/ 1356493 h 3411190"/>
                <a:gd name="connsiteX3-269" fmla="*/ 160 w 2860627"/>
                <a:gd name="connsiteY3-270" fmla="*/ 1831519 h 3411190"/>
                <a:gd name="connsiteX4-271" fmla="*/ 286853 w 2860627"/>
                <a:gd name="connsiteY4-272" fmla="*/ 2006886 h 3411190"/>
                <a:gd name="connsiteX5-273" fmla="*/ 207417 w 2860627"/>
                <a:gd name="connsiteY5-274" fmla="*/ 2187794 h 3411190"/>
                <a:gd name="connsiteX6-275" fmla="*/ 287242 w 2860627"/>
                <a:gd name="connsiteY6-276" fmla="*/ 2244414 h 3411190"/>
                <a:gd name="connsiteX7-277" fmla="*/ 256972 w 2860627"/>
                <a:gd name="connsiteY7-278" fmla="*/ 2339178 h 3411190"/>
                <a:gd name="connsiteX8-279" fmla="*/ 368654 w 2860627"/>
                <a:gd name="connsiteY8-280" fmla="*/ 2452806 h 3411190"/>
                <a:gd name="connsiteX9-281" fmla="*/ 465657 w 2860627"/>
                <a:gd name="connsiteY9-282" fmla="*/ 2870369 h 3411190"/>
                <a:gd name="connsiteX10-283" fmla="*/ 1108723 w 2860627"/>
                <a:gd name="connsiteY10-284" fmla="*/ 2797319 h 3411190"/>
                <a:gd name="connsiteX11-285" fmla="*/ 1313164 w 2860627"/>
                <a:gd name="connsiteY11-286" fmla="*/ 3376539 h 3411190"/>
                <a:gd name="connsiteX12-287" fmla="*/ 1936108 w 2860627"/>
                <a:gd name="connsiteY12-288" fmla="*/ 3397581 h 3411190"/>
                <a:gd name="connsiteX13-289" fmla="*/ 1828840 w 2860627"/>
                <a:gd name="connsiteY13-290" fmla="*/ 2162380 h 3411190"/>
                <a:gd name="connsiteX14-291" fmla="*/ 1253957 w 2860627"/>
                <a:gd name="connsiteY14-292" fmla="*/ 1491117 h 3411190"/>
                <a:gd name="connsiteX15-293" fmla="*/ 1259713 w 2860627"/>
                <a:gd name="connsiteY15-294" fmla="*/ 1490781 h 3411190"/>
                <a:gd name="connsiteX16-295" fmla="*/ 1156260 w 2860627"/>
                <a:gd name="connsiteY16-296" fmla="*/ 763285 h 3411190"/>
                <a:gd name="connsiteX17-297" fmla="*/ 2022208 w 2860627"/>
                <a:gd name="connsiteY17-298" fmla="*/ 559563 h 3411190"/>
                <a:gd name="connsiteX18-299" fmla="*/ 2336014 w 2860627"/>
                <a:gd name="connsiteY18-300" fmla="*/ 974343 h 3411190"/>
                <a:gd name="connsiteX19-301" fmla="*/ 2860627 w 2860627"/>
                <a:gd name="connsiteY19-302" fmla="*/ 953468 h 3411190"/>
                <a:gd name="connsiteX20-303" fmla="*/ 2332439 w 2860627"/>
                <a:gd name="connsiteY20-304" fmla="*/ 186000 h 3411190"/>
                <a:gd name="connsiteX0-305" fmla="*/ 2332439 w 2860627"/>
                <a:gd name="connsiteY0-306" fmla="*/ 186000 h 3411190"/>
                <a:gd name="connsiteX1-307" fmla="*/ 1525852 w 2860627"/>
                <a:gd name="connsiteY1-308" fmla="*/ 9249 h 3411190"/>
                <a:gd name="connsiteX2-309" fmla="*/ 364700 w 2860627"/>
                <a:gd name="connsiteY2-310" fmla="*/ 1356493 h 3411190"/>
                <a:gd name="connsiteX3-311" fmla="*/ 160 w 2860627"/>
                <a:gd name="connsiteY3-312" fmla="*/ 1831519 h 3411190"/>
                <a:gd name="connsiteX4-313" fmla="*/ 286853 w 2860627"/>
                <a:gd name="connsiteY4-314" fmla="*/ 2006886 h 3411190"/>
                <a:gd name="connsiteX5-315" fmla="*/ 207417 w 2860627"/>
                <a:gd name="connsiteY5-316" fmla="*/ 2187794 h 3411190"/>
                <a:gd name="connsiteX6-317" fmla="*/ 287242 w 2860627"/>
                <a:gd name="connsiteY6-318" fmla="*/ 2244414 h 3411190"/>
                <a:gd name="connsiteX7-319" fmla="*/ 256972 w 2860627"/>
                <a:gd name="connsiteY7-320" fmla="*/ 2339178 h 3411190"/>
                <a:gd name="connsiteX8-321" fmla="*/ 368654 w 2860627"/>
                <a:gd name="connsiteY8-322" fmla="*/ 2452806 h 3411190"/>
                <a:gd name="connsiteX9-323" fmla="*/ 465657 w 2860627"/>
                <a:gd name="connsiteY9-324" fmla="*/ 2870369 h 3411190"/>
                <a:gd name="connsiteX10-325" fmla="*/ 1108723 w 2860627"/>
                <a:gd name="connsiteY10-326" fmla="*/ 2797319 h 3411190"/>
                <a:gd name="connsiteX11-327" fmla="*/ 1313164 w 2860627"/>
                <a:gd name="connsiteY11-328" fmla="*/ 3376539 h 3411190"/>
                <a:gd name="connsiteX12-329" fmla="*/ 1936108 w 2860627"/>
                <a:gd name="connsiteY12-330" fmla="*/ 3397581 h 3411190"/>
                <a:gd name="connsiteX13-331" fmla="*/ 1828840 w 2860627"/>
                <a:gd name="connsiteY13-332" fmla="*/ 2162380 h 3411190"/>
                <a:gd name="connsiteX14-333" fmla="*/ 1253957 w 2860627"/>
                <a:gd name="connsiteY14-334" fmla="*/ 1491117 h 3411190"/>
                <a:gd name="connsiteX15-335" fmla="*/ 1259713 w 2860627"/>
                <a:gd name="connsiteY15-336" fmla="*/ 1490781 h 3411190"/>
                <a:gd name="connsiteX16-337" fmla="*/ 1156260 w 2860627"/>
                <a:gd name="connsiteY16-338" fmla="*/ 763285 h 3411190"/>
                <a:gd name="connsiteX17-339" fmla="*/ 2022208 w 2860627"/>
                <a:gd name="connsiteY17-340" fmla="*/ 559563 h 3411190"/>
                <a:gd name="connsiteX18-341" fmla="*/ 2336014 w 2860627"/>
                <a:gd name="connsiteY18-342" fmla="*/ 974343 h 3411190"/>
                <a:gd name="connsiteX19-343" fmla="*/ 2860627 w 2860627"/>
                <a:gd name="connsiteY19-344" fmla="*/ 953468 h 3411190"/>
                <a:gd name="connsiteX20-345" fmla="*/ 2332439 w 2860627"/>
                <a:gd name="connsiteY20-346" fmla="*/ 186000 h 3411190"/>
                <a:gd name="connsiteX0-347" fmla="*/ 2332439 w 2860627"/>
                <a:gd name="connsiteY0-348" fmla="*/ 186000 h 3411190"/>
                <a:gd name="connsiteX1-349" fmla="*/ 1525852 w 2860627"/>
                <a:gd name="connsiteY1-350" fmla="*/ 9249 h 3411190"/>
                <a:gd name="connsiteX2-351" fmla="*/ 364700 w 2860627"/>
                <a:gd name="connsiteY2-352" fmla="*/ 1356493 h 3411190"/>
                <a:gd name="connsiteX3-353" fmla="*/ 160 w 2860627"/>
                <a:gd name="connsiteY3-354" fmla="*/ 1831519 h 3411190"/>
                <a:gd name="connsiteX4-355" fmla="*/ 286853 w 2860627"/>
                <a:gd name="connsiteY4-356" fmla="*/ 2006886 h 3411190"/>
                <a:gd name="connsiteX5-357" fmla="*/ 207417 w 2860627"/>
                <a:gd name="connsiteY5-358" fmla="*/ 2187794 h 3411190"/>
                <a:gd name="connsiteX6-359" fmla="*/ 287242 w 2860627"/>
                <a:gd name="connsiteY6-360" fmla="*/ 2244414 h 3411190"/>
                <a:gd name="connsiteX7-361" fmla="*/ 256972 w 2860627"/>
                <a:gd name="connsiteY7-362" fmla="*/ 2339178 h 3411190"/>
                <a:gd name="connsiteX8-363" fmla="*/ 368654 w 2860627"/>
                <a:gd name="connsiteY8-364" fmla="*/ 2452806 h 3411190"/>
                <a:gd name="connsiteX9-365" fmla="*/ 465657 w 2860627"/>
                <a:gd name="connsiteY9-366" fmla="*/ 2870369 h 3411190"/>
                <a:gd name="connsiteX10-367" fmla="*/ 1108723 w 2860627"/>
                <a:gd name="connsiteY10-368" fmla="*/ 2797319 h 3411190"/>
                <a:gd name="connsiteX11-369" fmla="*/ 1313164 w 2860627"/>
                <a:gd name="connsiteY11-370" fmla="*/ 3376539 h 3411190"/>
                <a:gd name="connsiteX12-371" fmla="*/ 1936108 w 2860627"/>
                <a:gd name="connsiteY12-372" fmla="*/ 3397581 h 3411190"/>
                <a:gd name="connsiteX13-373" fmla="*/ 1828840 w 2860627"/>
                <a:gd name="connsiteY13-374" fmla="*/ 2162380 h 3411190"/>
                <a:gd name="connsiteX14-375" fmla="*/ 1253957 w 2860627"/>
                <a:gd name="connsiteY14-376" fmla="*/ 1491117 h 3411190"/>
                <a:gd name="connsiteX15-377" fmla="*/ 1259713 w 2860627"/>
                <a:gd name="connsiteY15-378" fmla="*/ 1490781 h 3411190"/>
                <a:gd name="connsiteX16-379" fmla="*/ 1156260 w 2860627"/>
                <a:gd name="connsiteY16-380" fmla="*/ 763285 h 3411190"/>
                <a:gd name="connsiteX17-381" fmla="*/ 2022208 w 2860627"/>
                <a:gd name="connsiteY17-382" fmla="*/ 559563 h 3411190"/>
                <a:gd name="connsiteX18-383" fmla="*/ 2336014 w 2860627"/>
                <a:gd name="connsiteY18-384" fmla="*/ 974343 h 3411190"/>
                <a:gd name="connsiteX19-385" fmla="*/ 2860627 w 2860627"/>
                <a:gd name="connsiteY19-386" fmla="*/ 953468 h 3411190"/>
                <a:gd name="connsiteX20-387" fmla="*/ 2332439 w 2860627"/>
                <a:gd name="connsiteY20-388" fmla="*/ 186000 h 3411190"/>
                <a:gd name="connsiteX0-389" fmla="*/ 2332439 w 2860627"/>
                <a:gd name="connsiteY0-390" fmla="*/ 186000 h 3411190"/>
                <a:gd name="connsiteX1-391" fmla="*/ 1525852 w 2860627"/>
                <a:gd name="connsiteY1-392" fmla="*/ 9249 h 3411190"/>
                <a:gd name="connsiteX2-393" fmla="*/ 364700 w 2860627"/>
                <a:gd name="connsiteY2-394" fmla="*/ 1356493 h 3411190"/>
                <a:gd name="connsiteX3-395" fmla="*/ 160 w 2860627"/>
                <a:gd name="connsiteY3-396" fmla="*/ 1831519 h 3411190"/>
                <a:gd name="connsiteX4-397" fmla="*/ 286853 w 2860627"/>
                <a:gd name="connsiteY4-398" fmla="*/ 2006886 h 3411190"/>
                <a:gd name="connsiteX5-399" fmla="*/ 207417 w 2860627"/>
                <a:gd name="connsiteY5-400" fmla="*/ 2187794 h 3411190"/>
                <a:gd name="connsiteX6-401" fmla="*/ 287242 w 2860627"/>
                <a:gd name="connsiteY6-402" fmla="*/ 2244414 h 3411190"/>
                <a:gd name="connsiteX7-403" fmla="*/ 256972 w 2860627"/>
                <a:gd name="connsiteY7-404" fmla="*/ 2339178 h 3411190"/>
                <a:gd name="connsiteX8-405" fmla="*/ 368654 w 2860627"/>
                <a:gd name="connsiteY8-406" fmla="*/ 2452806 h 3411190"/>
                <a:gd name="connsiteX9-407" fmla="*/ 465657 w 2860627"/>
                <a:gd name="connsiteY9-408" fmla="*/ 2870369 h 3411190"/>
                <a:gd name="connsiteX10-409" fmla="*/ 1108723 w 2860627"/>
                <a:gd name="connsiteY10-410" fmla="*/ 2797319 h 3411190"/>
                <a:gd name="connsiteX11-411" fmla="*/ 1313164 w 2860627"/>
                <a:gd name="connsiteY11-412" fmla="*/ 3376539 h 3411190"/>
                <a:gd name="connsiteX12-413" fmla="*/ 1936108 w 2860627"/>
                <a:gd name="connsiteY12-414" fmla="*/ 3397581 h 3411190"/>
                <a:gd name="connsiteX13-415" fmla="*/ 1886582 w 2860627"/>
                <a:gd name="connsiteY13-416" fmla="*/ 2195718 h 3411190"/>
                <a:gd name="connsiteX14-417" fmla="*/ 1253957 w 2860627"/>
                <a:gd name="connsiteY14-418" fmla="*/ 1491117 h 3411190"/>
                <a:gd name="connsiteX15-419" fmla="*/ 1259713 w 2860627"/>
                <a:gd name="connsiteY15-420" fmla="*/ 1490781 h 3411190"/>
                <a:gd name="connsiteX16-421" fmla="*/ 1156260 w 2860627"/>
                <a:gd name="connsiteY16-422" fmla="*/ 763285 h 3411190"/>
                <a:gd name="connsiteX17-423" fmla="*/ 2022208 w 2860627"/>
                <a:gd name="connsiteY17-424" fmla="*/ 559563 h 3411190"/>
                <a:gd name="connsiteX18-425" fmla="*/ 2336014 w 2860627"/>
                <a:gd name="connsiteY18-426" fmla="*/ 974343 h 3411190"/>
                <a:gd name="connsiteX19-427" fmla="*/ 2860627 w 2860627"/>
                <a:gd name="connsiteY19-428" fmla="*/ 953468 h 3411190"/>
                <a:gd name="connsiteX20-429" fmla="*/ 2332439 w 2860627"/>
                <a:gd name="connsiteY20-430" fmla="*/ 186000 h 3411190"/>
                <a:gd name="connsiteX0-431" fmla="*/ 2332439 w 2860627"/>
                <a:gd name="connsiteY0-432" fmla="*/ 186000 h 3411190"/>
                <a:gd name="connsiteX1-433" fmla="*/ 1525852 w 2860627"/>
                <a:gd name="connsiteY1-434" fmla="*/ 9249 h 3411190"/>
                <a:gd name="connsiteX2-435" fmla="*/ 364700 w 2860627"/>
                <a:gd name="connsiteY2-436" fmla="*/ 1356493 h 3411190"/>
                <a:gd name="connsiteX3-437" fmla="*/ 160 w 2860627"/>
                <a:gd name="connsiteY3-438" fmla="*/ 1831519 h 3411190"/>
                <a:gd name="connsiteX4-439" fmla="*/ 286853 w 2860627"/>
                <a:gd name="connsiteY4-440" fmla="*/ 2006886 h 3411190"/>
                <a:gd name="connsiteX5-441" fmla="*/ 207417 w 2860627"/>
                <a:gd name="connsiteY5-442" fmla="*/ 2187794 h 3411190"/>
                <a:gd name="connsiteX6-443" fmla="*/ 287242 w 2860627"/>
                <a:gd name="connsiteY6-444" fmla="*/ 2244414 h 3411190"/>
                <a:gd name="connsiteX7-445" fmla="*/ 256972 w 2860627"/>
                <a:gd name="connsiteY7-446" fmla="*/ 2339178 h 3411190"/>
                <a:gd name="connsiteX8-447" fmla="*/ 368654 w 2860627"/>
                <a:gd name="connsiteY8-448" fmla="*/ 2452806 h 3411190"/>
                <a:gd name="connsiteX9-449" fmla="*/ 465657 w 2860627"/>
                <a:gd name="connsiteY9-450" fmla="*/ 2870369 h 3411190"/>
                <a:gd name="connsiteX10-451" fmla="*/ 1108723 w 2860627"/>
                <a:gd name="connsiteY10-452" fmla="*/ 2797319 h 3411190"/>
                <a:gd name="connsiteX11-453" fmla="*/ 1313164 w 2860627"/>
                <a:gd name="connsiteY11-454" fmla="*/ 3376539 h 3411190"/>
                <a:gd name="connsiteX12-455" fmla="*/ 1936108 w 2860627"/>
                <a:gd name="connsiteY12-456" fmla="*/ 3397581 h 3411190"/>
                <a:gd name="connsiteX13-457" fmla="*/ 1886582 w 2860627"/>
                <a:gd name="connsiteY13-458" fmla="*/ 2195718 h 3411190"/>
                <a:gd name="connsiteX14-459" fmla="*/ 1253957 w 2860627"/>
                <a:gd name="connsiteY14-460" fmla="*/ 1491117 h 3411190"/>
                <a:gd name="connsiteX15-461" fmla="*/ 1259713 w 2860627"/>
                <a:gd name="connsiteY15-462" fmla="*/ 1490781 h 3411190"/>
                <a:gd name="connsiteX16-463" fmla="*/ 1156260 w 2860627"/>
                <a:gd name="connsiteY16-464" fmla="*/ 763285 h 3411190"/>
                <a:gd name="connsiteX17-465" fmla="*/ 2022208 w 2860627"/>
                <a:gd name="connsiteY17-466" fmla="*/ 559563 h 3411190"/>
                <a:gd name="connsiteX18-467" fmla="*/ 2336014 w 2860627"/>
                <a:gd name="connsiteY18-468" fmla="*/ 974343 h 3411190"/>
                <a:gd name="connsiteX19-469" fmla="*/ 2860627 w 2860627"/>
                <a:gd name="connsiteY19-470" fmla="*/ 953468 h 3411190"/>
                <a:gd name="connsiteX20-471" fmla="*/ 2332439 w 2860627"/>
                <a:gd name="connsiteY20-472" fmla="*/ 186000 h 341119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7"/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Green Theme">
      <a:dk1>
        <a:srgbClr val="1B5251"/>
      </a:dk1>
      <a:lt1>
        <a:sysClr val="window" lastClr="FFFFFF"/>
      </a:lt1>
      <a:dk2>
        <a:srgbClr val="257171"/>
      </a:dk2>
      <a:lt2>
        <a:srgbClr val="E7E6E6"/>
      </a:lt2>
      <a:accent1>
        <a:srgbClr val="38AEAB"/>
      </a:accent1>
      <a:accent2>
        <a:srgbClr val="2E8E8C"/>
      </a:accent2>
      <a:accent3>
        <a:srgbClr val="236E6C"/>
      </a:accent3>
      <a:accent4>
        <a:srgbClr val="2F9391"/>
      </a:accent4>
      <a:accent5>
        <a:srgbClr val="257171"/>
      </a:accent5>
      <a:accent6>
        <a:srgbClr val="1B5251"/>
      </a:accent6>
      <a:hlink>
        <a:srgbClr val="1B5251"/>
      </a:hlink>
      <a:folHlink>
        <a:srgbClr val="257171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Green Theme">
      <a:dk1>
        <a:srgbClr val="1B5251"/>
      </a:dk1>
      <a:lt1>
        <a:sysClr val="window" lastClr="FFFFFF"/>
      </a:lt1>
      <a:dk2>
        <a:srgbClr val="257171"/>
      </a:dk2>
      <a:lt2>
        <a:srgbClr val="E7E6E6"/>
      </a:lt2>
      <a:accent1>
        <a:srgbClr val="38AEAB"/>
      </a:accent1>
      <a:accent2>
        <a:srgbClr val="2E8E8C"/>
      </a:accent2>
      <a:accent3>
        <a:srgbClr val="236E6C"/>
      </a:accent3>
      <a:accent4>
        <a:srgbClr val="2F9391"/>
      </a:accent4>
      <a:accent5>
        <a:srgbClr val="257171"/>
      </a:accent5>
      <a:accent6>
        <a:srgbClr val="1B5251"/>
      </a:accent6>
      <a:hlink>
        <a:srgbClr val="1B5251"/>
      </a:hlink>
      <a:folHlink>
        <a:srgbClr val="257171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838</Words>
  <Application>Microsoft Office PowerPoint</Application>
  <PresentationFormat>Widescreen</PresentationFormat>
  <Paragraphs>175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Ofunneka Okonkwoabutu</cp:lastModifiedBy>
  <cp:revision>81</cp:revision>
  <dcterms:created xsi:type="dcterms:W3CDTF">2020-01-20T05:08:00Z</dcterms:created>
  <dcterms:modified xsi:type="dcterms:W3CDTF">2026-03-27T13:12:00Z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B74F37D9F5CF4FD99B00A745DF88173D_12</vt:lpwstr>
  </property>
  <property fmtid="{D5CDD505-2E9C-101B-9397-08002B2CF9AE}" pid="3" name="KSOProductBuildVer">
    <vt:lpwstr>1033-12.1.0.25242</vt:lpwstr>
  </property>
</Properties>
</file>